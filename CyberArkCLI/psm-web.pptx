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BFB2F-7B3E-432C-AECF-6C947A3B4EBC}" type="datetimeFigureOut">
              <a:rPr lang="en-US" smtClean="0"/>
              <a:t>06-Apr-26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042D9-C007-4D0C-93AD-98F69F7DB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042D9-C007-4D0C-93AD-98F69F7DB1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6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9525"/>
                </a:moveTo>
                <a:lnTo>
                  <a:pt x="12191999" y="9525"/>
                </a:lnTo>
                <a:lnTo>
                  <a:pt x="12191999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000000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215" y="137323"/>
            <a:ext cx="5165090" cy="589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D293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325" y="1721329"/>
            <a:ext cx="11469370" cy="3815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8.png"/><Relationship Id="rId4" Type="http://schemas.openxmlformats.org/officeDocument/2006/relationships/image" Target="../media/image30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1.png"/><Relationship Id="rId7" Type="http://schemas.openxmlformats.org/officeDocument/2006/relationships/image" Target="../media/image4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35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3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image" Target="../media/image5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5" Type="http://schemas.openxmlformats.org/officeDocument/2006/relationships/image" Target="../media/image74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0" y="9509"/>
            <a:ext cx="12172961" cy="7608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689381" y="618157"/>
            <a:ext cx="884555" cy="314325"/>
            <a:chOff x="10689381" y="618157"/>
            <a:chExt cx="884555" cy="314325"/>
          </a:xfrm>
        </p:grpSpPr>
        <p:sp>
          <p:nvSpPr>
            <p:cNvPr id="4" name="object 4"/>
            <p:cNvSpPr/>
            <p:nvPr/>
          </p:nvSpPr>
          <p:spPr>
            <a:xfrm>
              <a:off x="10689381" y="618157"/>
              <a:ext cx="884555" cy="314325"/>
            </a:xfrm>
            <a:custGeom>
              <a:avLst/>
              <a:gdLst/>
              <a:ahLst/>
              <a:cxnLst/>
              <a:rect l="l" t="t" r="r" b="b"/>
              <a:pathLst>
                <a:path w="884554" h="314325">
                  <a:moveTo>
                    <a:pt x="851441" y="313834"/>
                  </a:moveTo>
                  <a:lnTo>
                    <a:pt x="33000" y="313834"/>
                  </a:lnTo>
                  <a:lnTo>
                    <a:pt x="28149" y="312868"/>
                  </a:lnTo>
                  <a:lnTo>
                    <a:pt x="951" y="285690"/>
                  </a:lnTo>
                  <a:lnTo>
                    <a:pt x="0" y="280837"/>
                  </a:lnTo>
                  <a:lnTo>
                    <a:pt x="0" y="275793"/>
                  </a:lnTo>
                  <a:lnTo>
                    <a:pt x="0" y="32996"/>
                  </a:lnTo>
                  <a:lnTo>
                    <a:pt x="28149" y="965"/>
                  </a:lnTo>
                  <a:lnTo>
                    <a:pt x="33000" y="0"/>
                  </a:lnTo>
                  <a:lnTo>
                    <a:pt x="851441" y="0"/>
                  </a:lnTo>
                  <a:lnTo>
                    <a:pt x="883490" y="28143"/>
                  </a:lnTo>
                  <a:lnTo>
                    <a:pt x="884441" y="32996"/>
                  </a:lnTo>
                  <a:lnTo>
                    <a:pt x="884441" y="280837"/>
                  </a:lnTo>
                  <a:lnTo>
                    <a:pt x="856291" y="312868"/>
                  </a:lnTo>
                  <a:lnTo>
                    <a:pt x="851441" y="313834"/>
                  </a:lnTo>
                  <a:close/>
                </a:path>
              </a:pathLst>
            </a:custGeom>
            <a:solidFill>
              <a:srgbClr val="005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5442" y="709905"/>
              <a:ext cx="117474" cy="1365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984737" y="665513"/>
            <a:ext cx="450215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v14.6+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5458" y="525855"/>
            <a:ext cx="7992745" cy="646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50" spc="-305" dirty="0">
                <a:solidFill>
                  <a:srgbClr val="1A1A1A"/>
                </a:solidFill>
              </a:rPr>
              <a:t>PSM</a:t>
            </a:r>
            <a:r>
              <a:rPr sz="4050" spc="-409" dirty="0">
                <a:solidFill>
                  <a:srgbClr val="1A1A1A"/>
                </a:solidFill>
              </a:rPr>
              <a:t> </a:t>
            </a:r>
            <a:r>
              <a:rPr sz="4050" spc="-270" dirty="0">
                <a:solidFill>
                  <a:srgbClr val="1A1A1A"/>
                </a:solidFill>
              </a:rPr>
              <a:t>Connector</a:t>
            </a:r>
            <a:r>
              <a:rPr sz="4050" spc="-405" dirty="0">
                <a:solidFill>
                  <a:srgbClr val="1A1A1A"/>
                </a:solidFill>
              </a:rPr>
              <a:t> </a:t>
            </a:r>
            <a:r>
              <a:rPr sz="4050" spc="-195" dirty="0">
                <a:solidFill>
                  <a:srgbClr val="1A1A1A"/>
                </a:solidFill>
              </a:rPr>
              <a:t>for</a:t>
            </a:r>
            <a:r>
              <a:rPr sz="4050" spc="-405" dirty="0">
                <a:solidFill>
                  <a:srgbClr val="1A1A1A"/>
                </a:solidFill>
              </a:rPr>
              <a:t> </a:t>
            </a:r>
            <a:r>
              <a:rPr sz="4050" spc="-260" dirty="0">
                <a:solidFill>
                  <a:srgbClr val="1A1A1A"/>
                </a:solidFill>
              </a:rPr>
              <a:t>Web</a:t>
            </a:r>
            <a:r>
              <a:rPr sz="4050" spc="-405" dirty="0">
                <a:solidFill>
                  <a:srgbClr val="1A1A1A"/>
                </a:solidFill>
              </a:rPr>
              <a:t> </a:t>
            </a:r>
            <a:r>
              <a:rPr sz="4050" spc="-270" dirty="0">
                <a:solidFill>
                  <a:srgbClr val="1A1A1A"/>
                </a:solidFill>
              </a:rPr>
              <a:t>Applications</a:t>
            </a:r>
            <a:endParaRPr sz="4050"/>
          </a:p>
        </p:txBody>
      </p:sp>
      <p:sp>
        <p:nvSpPr>
          <p:cNvPr id="8" name="object 8"/>
          <p:cNvSpPr txBox="1"/>
          <p:nvPr/>
        </p:nvSpPr>
        <p:spPr>
          <a:xfrm>
            <a:off x="605458" y="1298508"/>
            <a:ext cx="707072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Configuration</a:t>
            </a:r>
            <a:r>
              <a:rPr sz="1700" spc="-25" dirty="0">
                <a:solidFill>
                  <a:srgbClr val="666666"/>
                </a:solidFill>
                <a:latin typeface="Britannic Bold"/>
                <a:cs typeface="Britannic Bold"/>
              </a:rPr>
              <a:t>,</a:t>
            </a:r>
            <a:r>
              <a:rPr sz="1700" spc="-85" dirty="0">
                <a:solidFill>
                  <a:srgbClr val="666666"/>
                </a:solidFill>
                <a:latin typeface="Britannic Bold"/>
                <a:cs typeface="Britannic Bold"/>
              </a:rPr>
              <a:t> </a:t>
            </a:r>
            <a:r>
              <a:rPr sz="1650" spc="-40" dirty="0">
                <a:solidFill>
                  <a:srgbClr val="666666"/>
                </a:solidFill>
                <a:latin typeface="Microsoft Sans Serif"/>
                <a:cs typeface="Microsoft Sans Serif"/>
              </a:rPr>
              <a:t>hardening</a:t>
            </a:r>
            <a:r>
              <a:rPr sz="1700" spc="-40" dirty="0">
                <a:solidFill>
                  <a:srgbClr val="666666"/>
                </a:solidFill>
                <a:latin typeface="Britannic Bold"/>
                <a:cs typeface="Britannic Bold"/>
              </a:rPr>
              <a:t>,</a:t>
            </a:r>
            <a:r>
              <a:rPr sz="1700" spc="-85" dirty="0">
                <a:solidFill>
                  <a:srgbClr val="666666"/>
                </a:solidFill>
                <a:latin typeface="Britannic Bold"/>
                <a:cs typeface="Britannic Bold"/>
              </a:rPr>
              <a:t> </a:t>
            </a:r>
            <a:r>
              <a:rPr sz="16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browser </a:t>
            </a:r>
            <a:r>
              <a:rPr sz="1650" spc="-30" dirty="0">
                <a:solidFill>
                  <a:srgbClr val="666666"/>
                </a:solidFill>
                <a:latin typeface="Microsoft Sans Serif"/>
                <a:cs typeface="Microsoft Sans Serif"/>
              </a:rPr>
              <a:t>setup</a:t>
            </a:r>
            <a:r>
              <a:rPr sz="1700" spc="-30" dirty="0">
                <a:solidFill>
                  <a:srgbClr val="666666"/>
                </a:solidFill>
                <a:latin typeface="Britannic Bold"/>
                <a:cs typeface="Britannic Bold"/>
              </a:rPr>
              <a:t>,</a:t>
            </a:r>
            <a:r>
              <a:rPr sz="1700" spc="-85" dirty="0">
                <a:solidFill>
                  <a:srgbClr val="666666"/>
                </a:solidFill>
                <a:latin typeface="Britannic Bold"/>
                <a:cs typeface="Britannic Bold"/>
              </a:rPr>
              <a:t> </a:t>
            </a:r>
            <a:r>
              <a:rPr sz="1650" spc="-60" dirty="0">
                <a:solidFill>
                  <a:srgbClr val="666666"/>
                </a:solidFill>
                <a:latin typeface="Microsoft Sans Serif"/>
                <a:cs typeface="Microsoft Sans Serif"/>
              </a:rPr>
              <a:t>WebFormFields</a:t>
            </a:r>
            <a:r>
              <a:rPr sz="1700" spc="-60" dirty="0">
                <a:solidFill>
                  <a:srgbClr val="666666"/>
                </a:solidFill>
                <a:latin typeface="Britannic Bold"/>
                <a:cs typeface="Britannic Bold"/>
              </a:rPr>
              <a:t>,</a:t>
            </a:r>
            <a:r>
              <a:rPr sz="1700" spc="-80" dirty="0">
                <a:solidFill>
                  <a:srgbClr val="666666"/>
                </a:solidFill>
                <a:latin typeface="Britannic Bold"/>
                <a:cs typeface="Britannic Bold"/>
              </a:rPr>
              <a:t> </a:t>
            </a:r>
            <a:r>
              <a:rPr sz="165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sz="165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troubleshooting</a:t>
            </a:r>
            <a:endParaRPr sz="1650" dirty="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158" y="5439628"/>
            <a:ext cx="133349" cy="1111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85489" y="5385526"/>
            <a:ext cx="6197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spc="-45" dirty="0">
                <a:solidFill>
                  <a:srgbClr val="005DB8"/>
                </a:solidFill>
                <a:latin typeface="Arial"/>
                <a:cs typeface="Arial"/>
              </a:rPr>
              <a:t>AGENDA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8158" y="5687055"/>
            <a:ext cx="1331595" cy="408940"/>
            <a:chOff x="618158" y="5687055"/>
            <a:chExt cx="1331595" cy="408940"/>
          </a:xfrm>
        </p:grpSpPr>
        <p:sp>
          <p:nvSpPr>
            <p:cNvPr id="12" name="object 12"/>
            <p:cNvSpPr/>
            <p:nvPr/>
          </p:nvSpPr>
          <p:spPr>
            <a:xfrm>
              <a:off x="622913" y="5691810"/>
              <a:ext cx="1322070" cy="400050"/>
            </a:xfrm>
            <a:custGeom>
              <a:avLst/>
              <a:gdLst/>
              <a:ahLst/>
              <a:cxnLst/>
              <a:rect l="l" t="t" r="r" b="b"/>
              <a:pathLst>
                <a:path w="1322070" h="400050">
                  <a:moveTo>
                    <a:pt x="1273034" y="399425"/>
                  </a:moveTo>
                  <a:lnTo>
                    <a:pt x="48871" y="399425"/>
                  </a:lnTo>
                  <a:lnTo>
                    <a:pt x="45469" y="399092"/>
                  </a:lnTo>
                  <a:lnTo>
                    <a:pt x="10722" y="379035"/>
                  </a:lnTo>
                  <a:lnTo>
                    <a:pt x="0" y="350552"/>
                  </a:lnTo>
                  <a:lnTo>
                    <a:pt x="0" y="347119"/>
                  </a:lnTo>
                  <a:lnTo>
                    <a:pt x="0" y="48872"/>
                  </a:lnTo>
                  <a:lnTo>
                    <a:pt x="17748" y="12895"/>
                  </a:lnTo>
                  <a:lnTo>
                    <a:pt x="48871" y="0"/>
                  </a:lnTo>
                  <a:lnTo>
                    <a:pt x="1273034" y="0"/>
                  </a:lnTo>
                  <a:lnTo>
                    <a:pt x="1309011" y="17745"/>
                  </a:lnTo>
                  <a:lnTo>
                    <a:pt x="1321907" y="48872"/>
                  </a:lnTo>
                  <a:lnTo>
                    <a:pt x="1321907" y="350552"/>
                  </a:lnTo>
                  <a:lnTo>
                    <a:pt x="1304161" y="386529"/>
                  </a:lnTo>
                  <a:lnTo>
                    <a:pt x="1276439" y="399092"/>
                  </a:lnTo>
                  <a:lnTo>
                    <a:pt x="1273034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2913" y="5691810"/>
              <a:ext cx="1322070" cy="400050"/>
            </a:xfrm>
            <a:custGeom>
              <a:avLst/>
              <a:gdLst/>
              <a:ahLst/>
              <a:cxnLst/>
              <a:rect l="l" t="t" r="r" b="b"/>
              <a:pathLst>
                <a:path w="1322070" h="400050">
                  <a:moveTo>
                    <a:pt x="0" y="347119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6" y="35463"/>
                  </a:lnTo>
                  <a:lnTo>
                    <a:pt x="15319" y="15320"/>
                  </a:lnTo>
                  <a:lnTo>
                    <a:pt x="17748" y="12895"/>
                  </a:lnTo>
                  <a:lnTo>
                    <a:pt x="20390" y="10717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1269601" y="0"/>
                  </a:lnTo>
                  <a:lnTo>
                    <a:pt x="1273034" y="0"/>
                  </a:lnTo>
                  <a:lnTo>
                    <a:pt x="1276439" y="332"/>
                  </a:lnTo>
                  <a:lnTo>
                    <a:pt x="1279806" y="1008"/>
                  </a:lnTo>
                  <a:lnTo>
                    <a:pt x="1283172" y="1673"/>
                  </a:lnTo>
                  <a:lnTo>
                    <a:pt x="1286444" y="2662"/>
                  </a:lnTo>
                  <a:lnTo>
                    <a:pt x="1289620" y="3984"/>
                  </a:lnTo>
                  <a:lnTo>
                    <a:pt x="1292787" y="5297"/>
                  </a:lnTo>
                  <a:lnTo>
                    <a:pt x="1295802" y="6904"/>
                  </a:lnTo>
                  <a:lnTo>
                    <a:pt x="1298664" y="8815"/>
                  </a:lnTo>
                  <a:lnTo>
                    <a:pt x="1301517" y="10717"/>
                  </a:lnTo>
                  <a:lnTo>
                    <a:pt x="1317922" y="32286"/>
                  </a:lnTo>
                  <a:lnTo>
                    <a:pt x="1319244" y="35463"/>
                  </a:lnTo>
                  <a:lnTo>
                    <a:pt x="1320233" y="38734"/>
                  </a:lnTo>
                  <a:lnTo>
                    <a:pt x="1320899" y="42101"/>
                  </a:lnTo>
                  <a:lnTo>
                    <a:pt x="1321574" y="45467"/>
                  </a:lnTo>
                  <a:lnTo>
                    <a:pt x="1321907" y="48872"/>
                  </a:lnTo>
                  <a:lnTo>
                    <a:pt x="1321907" y="52305"/>
                  </a:lnTo>
                  <a:lnTo>
                    <a:pt x="1321907" y="347119"/>
                  </a:lnTo>
                  <a:lnTo>
                    <a:pt x="1321907" y="350552"/>
                  </a:lnTo>
                  <a:lnTo>
                    <a:pt x="1321574" y="353957"/>
                  </a:lnTo>
                  <a:lnTo>
                    <a:pt x="1320899" y="357323"/>
                  </a:lnTo>
                  <a:lnTo>
                    <a:pt x="1320233" y="360690"/>
                  </a:lnTo>
                  <a:lnTo>
                    <a:pt x="1319244" y="363962"/>
                  </a:lnTo>
                  <a:lnTo>
                    <a:pt x="1317922" y="367138"/>
                  </a:lnTo>
                  <a:lnTo>
                    <a:pt x="1316610" y="370305"/>
                  </a:lnTo>
                  <a:lnTo>
                    <a:pt x="1286444" y="396752"/>
                  </a:lnTo>
                  <a:lnTo>
                    <a:pt x="1279806" y="398417"/>
                  </a:lnTo>
                  <a:lnTo>
                    <a:pt x="1276439" y="399092"/>
                  </a:lnTo>
                  <a:lnTo>
                    <a:pt x="1273034" y="399425"/>
                  </a:lnTo>
                  <a:lnTo>
                    <a:pt x="1269601" y="399425"/>
                  </a:lnTo>
                  <a:lnTo>
                    <a:pt x="52305" y="399425"/>
                  </a:lnTo>
                  <a:lnTo>
                    <a:pt x="48871" y="399425"/>
                  </a:lnTo>
                  <a:lnTo>
                    <a:pt x="45469" y="399092"/>
                  </a:lnTo>
                  <a:lnTo>
                    <a:pt x="42101" y="398417"/>
                  </a:lnTo>
                  <a:lnTo>
                    <a:pt x="38732" y="397751"/>
                  </a:lnTo>
                  <a:lnTo>
                    <a:pt x="23246" y="390609"/>
                  </a:lnTo>
                  <a:lnTo>
                    <a:pt x="20390" y="388697"/>
                  </a:lnTo>
                  <a:lnTo>
                    <a:pt x="17748" y="386529"/>
                  </a:lnTo>
                  <a:lnTo>
                    <a:pt x="15319" y="384104"/>
                  </a:lnTo>
                  <a:lnTo>
                    <a:pt x="12890" y="381679"/>
                  </a:lnTo>
                  <a:lnTo>
                    <a:pt x="1005" y="357323"/>
                  </a:lnTo>
                  <a:lnTo>
                    <a:pt x="334" y="353957"/>
                  </a:lnTo>
                  <a:lnTo>
                    <a:pt x="0" y="350552"/>
                  </a:lnTo>
                  <a:lnTo>
                    <a:pt x="0" y="34711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830" y="5832703"/>
              <a:ext cx="152399" cy="12064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92995" y="5781961"/>
            <a:ext cx="810895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Architecture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01737" y="5687055"/>
            <a:ext cx="1274445" cy="408940"/>
            <a:chOff x="2101737" y="5687055"/>
            <a:chExt cx="1274445" cy="408940"/>
          </a:xfrm>
        </p:grpSpPr>
        <p:sp>
          <p:nvSpPr>
            <p:cNvPr id="17" name="object 17"/>
            <p:cNvSpPr/>
            <p:nvPr/>
          </p:nvSpPr>
          <p:spPr>
            <a:xfrm>
              <a:off x="2106492" y="5691810"/>
              <a:ext cx="1264920" cy="400050"/>
            </a:xfrm>
            <a:custGeom>
              <a:avLst/>
              <a:gdLst/>
              <a:ahLst/>
              <a:cxnLst/>
              <a:rect l="l" t="t" r="r" b="b"/>
              <a:pathLst>
                <a:path w="1264920" h="400050">
                  <a:moveTo>
                    <a:pt x="1215974" y="399425"/>
                  </a:moveTo>
                  <a:lnTo>
                    <a:pt x="48872" y="399425"/>
                  </a:lnTo>
                  <a:lnTo>
                    <a:pt x="45467" y="399092"/>
                  </a:lnTo>
                  <a:lnTo>
                    <a:pt x="10727" y="379035"/>
                  </a:lnTo>
                  <a:lnTo>
                    <a:pt x="0" y="350552"/>
                  </a:lnTo>
                  <a:lnTo>
                    <a:pt x="0" y="347119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1215974" y="0"/>
                  </a:lnTo>
                  <a:lnTo>
                    <a:pt x="1251951" y="17745"/>
                  </a:lnTo>
                  <a:lnTo>
                    <a:pt x="1264846" y="48872"/>
                  </a:lnTo>
                  <a:lnTo>
                    <a:pt x="1264846" y="350552"/>
                  </a:lnTo>
                  <a:lnTo>
                    <a:pt x="1247100" y="386529"/>
                  </a:lnTo>
                  <a:lnTo>
                    <a:pt x="1219378" y="399092"/>
                  </a:lnTo>
                  <a:lnTo>
                    <a:pt x="1215974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06492" y="5691810"/>
              <a:ext cx="1264920" cy="400050"/>
            </a:xfrm>
            <a:custGeom>
              <a:avLst/>
              <a:gdLst/>
              <a:ahLst/>
              <a:cxnLst/>
              <a:rect l="l" t="t" r="r" b="b"/>
              <a:pathLst>
                <a:path w="1264920" h="400050">
                  <a:moveTo>
                    <a:pt x="0" y="347119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1212541" y="0"/>
                  </a:lnTo>
                  <a:lnTo>
                    <a:pt x="1215974" y="0"/>
                  </a:lnTo>
                  <a:lnTo>
                    <a:pt x="1219378" y="332"/>
                  </a:lnTo>
                  <a:lnTo>
                    <a:pt x="1222745" y="1008"/>
                  </a:lnTo>
                  <a:lnTo>
                    <a:pt x="1226112" y="1673"/>
                  </a:lnTo>
                  <a:lnTo>
                    <a:pt x="1229383" y="2662"/>
                  </a:lnTo>
                  <a:lnTo>
                    <a:pt x="1232559" y="3984"/>
                  </a:lnTo>
                  <a:lnTo>
                    <a:pt x="1235726" y="5297"/>
                  </a:lnTo>
                  <a:lnTo>
                    <a:pt x="1238741" y="6904"/>
                  </a:lnTo>
                  <a:lnTo>
                    <a:pt x="1241604" y="8815"/>
                  </a:lnTo>
                  <a:lnTo>
                    <a:pt x="1244457" y="10717"/>
                  </a:lnTo>
                  <a:lnTo>
                    <a:pt x="1247100" y="12895"/>
                  </a:lnTo>
                  <a:lnTo>
                    <a:pt x="1249525" y="15320"/>
                  </a:lnTo>
                  <a:lnTo>
                    <a:pt x="1251951" y="17745"/>
                  </a:lnTo>
                  <a:lnTo>
                    <a:pt x="1260862" y="32286"/>
                  </a:lnTo>
                  <a:lnTo>
                    <a:pt x="1262183" y="35463"/>
                  </a:lnTo>
                  <a:lnTo>
                    <a:pt x="1263172" y="38734"/>
                  </a:lnTo>
                  <a:lnTo>
                    <a:pt x="1263838" y="42101"/>
                  </a:lnTo>
                  <a:lnTo>
                    <a:pt x="1264513" y="45467"/>
                  </a:lnTo>
                  <a:lnTo>
                    <a:pt x="1264846" y="48872"/>
                  </a:lnTo>
                  <a:lnTo>
                    <a:pt x="1264846" y="52305"/>
                  </a:lnTo>
                  <a:lnTo>
                    <a:pt x="1264846" y="347119"/>
                  </a:lnTo>
                  <a:lnTo>
                    <a:pt x="1264846" y="350552"/>
                  </a:lnTo>
                  <a:lnTo>
                    <a:pt x="1264513" y="353957"/>
                  </a:lnTo>
                  <a:lnTo>
                    <a:pt x="1263838" y="357323"/>
                  </a:lnTo>
                  <a:lnTo>
                    <a:pt x="1263172" y="360690"/>
                  </a:lnTo>
                  <a:lnTo>
                    <a:pt x="1262183" y="363962"/>
                  </a:lnTo>
                  <a:lnTo>
                    <a:pt x="1260862" y="367138"/>
                  </a:lnTo>
                  <a:lnTo>
                    <a:pt x="1259549" y="370305"/>
                  </a:lnTo>
                  <a:lnTo>
                    <a:pt x="1249525" y="384104"/>
                  </a:lnTo>
                  <a:lnTo>
                    <a:pt x="1247100" y="386529"/>
                  </a:lnTo>
                  <a:lnTo>
                    <a:pt x="1222745" y="398417"/>
                  </a:lnTo>
                  <a:lnTo>
                    <a:pt x="1219378" y="399092"/>
                  </a:lnTo>
                  <a:lnTo>
                    <a:pt x="1215974" y="399425"/>
                  </a:lnTo>
                  <a:lnTo>
                    <a:pt x="1212541" y="399425"/>
                  </a:lnTo>
                  <a:lnTo>
                    <a:pt x="52305" y="399425"/>
                  </a:lnTo>
                  <a:lnTo>
                    <a:pt x="48872" y="399425"/>
                  </a:lnTo>
                  <a:lnTo>
                    <a:pt x="45467" y="399092"/>
                  </a:lnTo>
                  <a:lnTo>
                    <a:pt x="42101" y="398417"/>
                  </a:lnTo>
                  <a:lnTo>
                    <a:pt x="38734" y="397751"/>
                  </a:lnTo>
                  <a:lnTo>
                    <a:pt x="6904" y="373320"/>
                  </a:lnTo>
                  <a:lnTo>
                    <a:pt x="3984" y="367138"/>
                  </a:lnTo>
                  <a:lnTo>
                    <a:pt x="2662" y="363962"/>
                  </a:lnTo>
                  <a:lnTo>
                    <a:pt x="1673" y="360690"/>
                  </a:lnTo>
                  <a:lnTo>
                    <a:pt x="1008" y="357323"/>
                  </a:lnTo>
                  <a:lnTo>
                    <a:pt x="332" y="353957"/>
                  </a:lnTo>
                  <a:lnTo>
                    <a:pt x="0" y="350552"/>
                  </a:lnTo>
                  <a:lnTo>
                    <a:pt x="0" y="34711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9856" y="5826353"/>
              <a:ext cx="126999" cy="1365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463204" y="5781961"/>
            <a:ext cx="763270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Preparation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28256" y="5687055"/>
            <a:ext cx="1483995" cy="408940"/>
            <a:chOff x="3528256" y="5687055"/>
            <a:chExt cx="1483995" cy="408940"/>
          </a:xfrm>
        </p:grpSpPr>
        <p:sp>
          <p:nvSpPr>
            <p:cNvPr id="22" name="object 22"/>
            <p:cNvSpPr/>
            <p:nvPr/>
          </p:nvSpPr>
          <p:spPr>
            <a:xfrm>
              <a:off x="3533011" y="5691810"/>
              <a:ext cx="1474470" cy="400050"/>
            </a:xfrm>
            <a:custGeom>
              <a:avLst/>
              <a:gdLst/>
              <a:ahLst/>
              <a:cxnLst/>
              <a:rect l="l" t="t" r="r" b="b"/>
              <a:pathLst>
                <a:path w="1474470" h="400050">
                  <a:moveTo>
                    <a:pt x="1425197" y="399425"/>
                  </a:moveTo>
                  <a:lnTo>
                    <a:pt x="48872" y="399425"/>
                  </a:lnTo>
                  <a:lnTo>
                    <a:pt x="45467" y="399092"/>
                  </a:lnTo>
                  <a:lnTo>
                    <a:pt x="10717" y="379035"/>
                  </a:lnTo>
                  <a:lnTo>
                    <a:pt x="0" y="350552"/>
                  </a:lnTo>
                  <a:lnTo>
                    <a:pt x="0" y="347119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1425197" y="0"/>
                  </a:lnTo>
                  <a:lnTo>
                    <a:pt x="1461173" y="17745"/>
                  </a:lnTo>
                  <a:lnTo>
                    <a:pt x="1474069" y="48872"/>
                  </a:lnTo>
                  <a:lnTo>
                    <a:pt x="1474069" y="350552"/>
                  </a:lnTo>
                  <a:lnTo>
                    <a:pt x="1456323" y="386529"/>
                  </a:lnTo>
                  <a:lnTo>
                    <a:pt x="1428601" y="399092"/>
                  </a:lnTo>
                  <a:lnTo>
                    <a:pt x="1425197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33011" y="5691810"/>
              <a:ext cx="1474470" cy="400050"/>
            </a:xfrm>
            <a:custGeom>
              <a:avLst/>
              <a:gdLst/>
              <a:ahLst/>
              <a:cxnLst/>
              <a:rect l="l" t="t" r="r" b="b"/>
              <a:pathLst>
                <a:path w="1474470" h="400050">
                  <a:moveTo>
                    <a:pt x="0" y="347119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95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1421763" y="0"/>
                  </a:lnTo>
                  <a:lnTo>
                    <a:pt x="1425197" y="0"/>
                  </a:lnTo>
                  <a:lnTo>
                    <a:pt x="1428601" y="332"/>
                  </a:lnTo>
                  <a:lnTo>
                    <a:pt x="1431968" y="1008"/>
                  </a:lnTo>
                  <a:lnTo>
                    <a:pt x="1435334" y="1673"/>
                  </a:lnTo>
                  <a:lnTo>
                    <a:pt x="1438606" y="2662"/>
                  </a:lnTo>
                  <a:lnTo>
                    <a:pt x="1441782" y="3984"/>
                  </a:lnTo>
                  <a:lnTo>
                    <a:pt x="1444949" y="5297"/>
                  </a:lnTo>
                  <a:lnTo>
                    <a:pt x="1447964" y="6904"/>
                  </a:lnTo>
                  <a:lnTo>
                    <a:pt x="1450826" y="8815"/>
                  </a:lnTo>
                  <a:lnTo>
                    <a:pt x="1453679" y="10717"/>
                  </a:lnTo>
                  <a:lnTo>
                    <a:pt x="1456323" y="12895"/>
                  </a:lnTo>
                  <a:lnTo>
                    <a:pt x="1458748" y="15320"/>
                  </a:lnTo>
                  <a:lnTo>
                    <a:pt x="1461173" y="17745"/>
                  </a:lnTo>
                  <a:lnTo>
                    <a:pt x="1463342" y="20389"/>
                  </a:lnTo>
                  <a:lnTo>
                    <a:pt x="1473061" y="42101"/>
                  </a:lnTo>
                  <a:lnTo>
                    <a:pt x="1473736" y="45467"/>
                  </a:lnTo>
                  <a:lnTo>
                    <a:pt x="1474069" y="48872"/>
                  </a:lnTo>
                  <a:lnTo>
                    <a:pt x="1474069" y="52305"/>
                  </a:lnTo>
                  <a:lnTo>
                    <a:pt x="1474069" y="347119"/>
                  </a:lnTo>
                  <a:lnTo>
                    <a:pt x="1474069" y="350552"/>
                  </a:lnTo>
                  <a:lnTo>
                    <a:pt x="1473736" y="353957"/>
                  </a:lnTo>
                  <a:lnTo>
                    <a:pt x="1473061" y="357323"/>
                  </a:lnTo>
                  <a:lnTo>
                    <a:pt x="1472395" y="360690"/>
                  </a:lnTo>
                  <a:lnTo>
                    <a:pt x="1458748" y="384104"/>
                  </a:lnTo>
                  <a:lnTo>
                    <a:pt x="1456323" y="386529"/>
                  </a:lnTo>
                  <a:lnTo>
                    <a:pt x="1431968" y="398417"/>
                  </a:lnTo>
                  <a:lnTo>
                    <a:pt x="1428601" y="399092"/>
                  </a:lnTo>
                  <a:lnTo>
                    <a:pt x="1425197" y="399425"/>
                  </a:lnTo>
                  <a:lnTo>
                    <a:pt x="1421763" y="399425"/>
                  </a:lnTo>
                  <a:lnTo>
                    <a:pt x="52305" y="399425"/>
                  </a:lnTo>
                  <a:lnTo>
                    <a:pt x="48872" y="399425"/>
                  </a:lnTo>
                  <a:lnTo>
                    <a:pt x="45467" y="399092"/>
                  </a:lnTo>
                  <a:lnTo>
                    <a:pt x="42101" y="398417"/>
                  </a:lnTo>
                  <a:lnTo>
                    <a:pt x="38734" y="397751"/>
                  </a:lnTo>
                  <a:lnTo>
                    <a:pt x="15320" y="384104"/>
                  </a:lnTo>
                  <a:lnTo>
                    <a:pt x="12895" y="381679"/>
                  </a:lnTo>
                  <a:lnTo>
                    <a:pt x="10717" y="379035"/>
                  </a:lnTo>
                  <a:lnTo>
                    <a:pt x="8815" y="376182"/>
                  </a:lnTo>
                  <a:lnTo>
                    <a:pt x="6904" y="373320"/>
                  </a:lnTo>
                  <a:lnTo>
                    <a:pt x="5297" y="370305"/>
                  </a:lnTo>
                  <a:lnTo>
                    <a:pt x="3984" y="367138"/>
                  </a:lnTo>
                  <a:lnTo>
                    <a:pt x="2662" y="363962"/>
                  </a:lnTo>
                  <a:lnTo>
                    <a:pt x="1673" y="360690"/>
                  </a:lnTo>
                  <a:lnTo>
                    <a:pt x="1008" y="357323"/>
                  </a:lnTo>
                  <a:lnTo>
                    <a:pt x="332" y="353957"/>
                  </a:lnTo>
                  <a:lnTo>
                    <a:pt x="0" y="350552"/>
                  </a:lnTo>
                  <a:lnTo>
                    <a:pt x="0" y="34711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89034" y="5826353"/>
              <a:ext cx="101599" cy="13652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852272" y="5781961"/>
            <a:ext cx="1010285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Chrome</a:t>
            </a:r>
            <a:r>
              <a:rPr sz="1150" spc="-3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50" spc="-90" dirty="0">
                <a:solidFill>
                  <a:srgbClr val="1A1A1A"/>
                </a:solidFill>
                <a:latin typeface="Microsoft Sans Serif"/>
                <a:cs typeface="Microsoft Sans Serif"/>
              </a:rPr>
              <a:t>&amp;</a:t>
            </a:r>
            <a:r>
              <a:rPr sz="11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Edge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63998" y="5687055"/>
            <a:ext cx="1816735" cy="408940"/>
            <a:chOff x="5163998" y="5687055"/>
            <a:chExt cx="1816735" cy="408940"/>
          </a:xfrm>
        </p:grpSpPr>
        <p:sp>
          <p:nvSpPr>
            <p:cNvPr id="27" name="object 27"/>
            <p:cNvSpPr/>
            <p:nvPr/>
          </p:nvSpPr>
          <p:spPr>
            <a:xfrm>
              <a:off x="5168753" y="5691810"/>
              <a:ext cx="1807210" cy="400050"/>
            </a:xfrm>
            <a:custGeom>
              <a:avLst/>
              <a:gdLst/>
              <a:ahLst/>
              <a:cxnLst/>
              <a:rect l="l" t="t" r="r" b="b"/>
              <a:pathLst>
                <a:path w="1807209" h="400050">
                  <a:moveTo>
                    <a:pt x="1758051" y="399425"/>
                  </a:moveTo>
                  <a:lnTo>
                    <a:pt x="48872" y="399425"/>
                  </a:lnTo>
                  <a:lnTo>
                    <a:pt x="45467" y="399092"/>
                  </a:lnTo>
                  <a:lnTo>
                    <a:pt x="10717" y="379035"/>
                  </a:lnTo>
                  <a:lnTo>
                    <a:pt x="0" y="350552"/>
                  </a:lnTo>
                  <a:lnTo>
                    <a:pt x="0" y="347119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1758051" y="0"/>
                  </a:lnTo>
                  <a:lnTo>
                    <a:pt x="1794028" y="17745"/>
                  </a:lnTo>
                  <a:lnTo>
                    <a:pt x="1806923" y="48872"/>
                  </a:lnTo>
                  <a:lnTo>
                    <a:pt x="1806923" y="350552"/>
                  </a:lnTo>
                  <a:lnTo>
                    <a:pt x="1789178" y="386529"/>
                  </a:lnTo>
                  <a:lnTo>
                    <a:pt x="1761456" y="399092"/>
                  </a:lnTo>
                  <a:lnTo>
                    <a:pt x="1758051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68753" y="5691810"/>
              <a:ext cx="1807210" cy="400050"/>
            </a:xfrm>
            <a:custGeom>
              <a:avLst/>
              <a:gdLst/>
              <a:ahLst/>
              <a:cxnLst/>
              <a:rect l="l" t="t" r="r" b="b"/>
              <a:pathLst>
                <a:path w="1807209" h="400050">
                  <a:moveTo>
                    <a:pt x="0" y="347119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1754618" y="0"/>
                  </a:lnTo>
                  <a:lnTo>
                    <a:pt x="1758051" y="0"/>
                  </a:lnTo>
                  <a:lnTo>
                    <a:pt x="1761456" y="332"/>
                  </a:lnTo>
                  <a:lnTo>
                    <a:pt x="1764822" y="1008"/>
                  </a:lnTo>
                  <a:lnTo>
                    <a:pt x="1768189" y="1673"/>
                  </a:lnTo>
                  <a:lnTo>
                    <a:pt x="1771460" y="2662"/>
                  </a:lnTo>
                  <a:lnTo>
                    <a:pt x="1774637" y="3984"/>
                  </a:lnTo>
                  <a:lnTo>
                    <a:pt x="1777803" y="5297"/>
                  </a:lnTo>
                  <a:lnTo>
                    <a:pt x="1780818" y="6904"/>
                  </a:lnTo>
                  <a:lnTo>
                    <a:pt x="1783681" y="8815"/>
                  </a:lnTo>
                  <a:lnTo>
                    <a:pt x="1786534" y="10717"/>
                  </a:lnTo>
                  <a:lnTo>
                    <a:pt x="1789178" y="12895"/>
                  </a:lnTo>
                  <a:lnTo>
                    <a:pt x="1791603" y="15320"/>
                  </a:lnTo>
                  <a:lnTo>
                    <a:pt x="1794028" y="17745"/>
                  </a:lnTo>
                  <a:lnTo>
                    <a:pt x="1796196" y="20389"/>
                  </a:lnTo>
                  <a:lnTo>
                    <a:pt x="1805915" y="42101"/>
                  </a:lnTo>
                  <a:lnTo>
                    <a:pt x="1806591" y="45467"/>
                  </a:lnTo>
                  <a:lnTo>
                    <a:pt x="1806923" y="48872"/>
                  </a:lnTo>
                  <a:lnTo>
                    <a:pt x="1806923" y="52305"/>
                  </a:lnTo>
                  <a:lnTo>
                    <a:pt x="1806923" y="347119"/>
                  </a:lnTo>
                  <a:lnTo>
                    <a:pt x="1806923" y="350552"/>
                  </a:lnTo>
                  <a:lnTo>
                    <a:pt x="1806591" y="353957"/>
                  </a:lnTo>
                  <a:lnTo>
                    <a:pt x="1805915" y="357323"/>
                  </a:lnTo>
                  <a:lnTo>
                    <a:pt x="1805250" y="360690"/>
                  </a:lnTo>
                  <a:lnTo>
                    <a:pt x="1791603" y="384104"/>
                  </a:lnTo>
                  <a:lnTo>
                    <a:pt x="1789178" y="386529"/>
                  </a:lnTo>
                  <a:lnTo>
                    <a:pt x="1764822" y="398417"/>
                  </a:lnTo>
                  <a:lnTo>
                    <a:pt x="1761456" y="399092"/>
                  </a:lnTo>
                  <a:lnTo>
                    <a:pt x="1758051" y="399425"/>
                  </a:lnTo>
                  <a:lnTo>
                    <a:pt x="1754618" y="399425"/>
                  </a:lnTo>
                  <a:lnTo>
                    <a:pt x="52305" y="399425"/>
                  </a:lnTo>
                  <a:lnTo>
                    <a:pt x="48872" y="399425"/>
                  </a:lnTo>
                  <a:lnTo>
                    <a:pt x="45467" y="399092"/>
                  </a:lnTo>
                  <a:lnTo>
                    <a:pt x="42101" y="398417"/>
                  </a:lnTo>
                  <a:lnTo>
                    <a:pt x="38734" y="397751"/>
                  </a:lnTo>
                  <a:lnTo>
                    <a:pt x="15320" y="384104"/>
                  </a:lnTo>
                  <a:lnTo>
                    <a:pt x="12886" y="381679"/>
                  </a:lnTo>
                  <a:lnTo>
                    <a:pt x="10717" y="379035"/>
                  </a:lnTo>
                  <a:lnTo>
                    <a:pt x="8815" y="376182"/>
                  </a:lnTo>
                  <a:lnTo>
                    <a:pt x="6904" y="373320"/>
                  </a:lnTo>
                  <a:lnTo>
                    <a:pt x="5297" y="370305"/>
                  </a:lnTo>
                  <a:lnTo>
                    <a:pt x="3984" y="367138"/>
                  </a:lnTo>
                  <a:lnTo>
                    <a:pt x="2662" y="363962"/>
                  </a:lnTo>
                  <a:lnTo>
                    <a:pt x="1673" y="360690"/>
                  </a:lnTo>
                  <a:lnTo>
                    <a:pt x="1008" y="357323"/>
                  </a:lnTo>
                  <a:lnTo>
                    <a:pt x="332" y="353957"/>
                  </a:lnTo>
                  <a:lnTo>
                    <a:pt x="0" y="350552"/>
                  </a:lnTo>
                  <a:lnTo>
                    <a:pt x="0" y="34711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25375" y="5826353"/>
              <a:ext cx="165099" cy="13652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555183" y="5781961"/>
            <a:ext cx="1273810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70" dirty="0">
                <a:solidFill>
                  <a:srgbClr val="1A1A1A"/>
                </a:solidFill>
                <a:latin typeface="Microsoft Sans Serif"/>
                <a:cs typeface="Microsoft Sans Serif"/>
              </a:rPr>
              <a:t>PVWA</a:t>
            </a:r>
            <a:r>
              <a:rPr sz="11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Components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132594" y="5687055"/>
            <a:ext cx="1541145" cy="408940"/>
            <a:chOff x="7132594" y="5687055"/>
            <a:chExt cx="1541145" cy="408940"/>
          </a:xfrm>
        </p:grpSpPr>
        <p:sp>
          <p:nvSpPr>
            <p:cNvPr id="32" name="object 32"/>
            <p:cNvSpPr/>
            <p:nvPr/>
          </p:nvSpPr>
          <p:spPr>
            <a:xfrm>
              <a:off x="7137349" y="5691810"/>
              <a:ext cx="1531620" cy="400050"/>
            </a:xfrm>
            <a:custGeom>
              <a:avLst/>
              <a:gdLst/>
              <a:ahLst/>
              <a:cxnLst/>
              <a:rect l="l" t="t" r="r" b="b"/>
              <a:pathLst>
                <a:path w="1531620" h="400050">
                  <a:moveTo>
                    <a:pt x="1482257" y="399425"/>
                  </a:moveTo>
                  <a:lnTo>
                    <a:pt x="48872" y="399425"/>
                  </a:lnTo>
                  <a:lnTo>
                    <a:pt x="45467" y="399092"/>
                  </a:lnTo>
                  <a:lnTo>
                    <a:pt x="10717" y="379035"/>
                  </a:lnTo>
                  <a:lnTo>
                    <a:pt x="0" y="350552"/>
                  </a:lnTo>
                  <a:lnTo>
                    <a:pt x="0" y="347119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1482257" y="0"/>
                  </a:lnTo>
                  <a:lnTo>
                    <a:pt x="1518234" y="17745"/>
                  </a:lnTo>
                  <a:lnTo>
                    <a:pt x="1531130" y="48872"/>
                  </a:lnTo>
                  <a:lnTo>
                    <a:pt x="1531130" y="350552"/>
                  </a:lnTo>
                  <a:lnTo>
                    <a:pt x="1513384" y="386529"/>
                  </a:lnTo>
                  <a:lnTo>
                    <a:pt x="1485662" y="399092"/>
                  </a:lnTo>
                  <a:lnTo>
                    <a:pt x="1482257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37349" y="5691810"/>
              <a:ext cx="1531620" cy="400050"/>
            </a:xfrm>
            <a:custGeom>
              <a:avLst/>
              <a:gdLst/>
              <a:ahLst/>
              <a:cxnLst/>
              <a:rect l="l" t="t" r="r" b="b"/>
              <a:pathLst>
                <a:path w="1531620" h="400050">
                  <a:moveTo>
                    <a:pt x="0" y="347119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95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1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1478824" y="0"/>
                  </a:lnTo>
                  <a:lnTo>
                    <a:pt x="1482257" y="0"/>
                  </a:lnTo>
                  <a:lnTo>
                    <a:pt x="1485662" y="332"/>
                  </a:lnTo>
                  <a:lnTo>
                    <a:pt x="1489028" y="1008"/>
                  </a:lnTo>
                  <a:lnTo>
                    <a:pt x="1492395" y="1673"/>
                  </a:lnTo>
                  <a:lnTo>
                    <a:pt x="1495667" y="2662"/>
                  </a:lnTo>
                  <a:lnTo>
                    <a:pt x="1498843" y="3984"/>
                  </a:lnTo>
                  <a:lnTo>
                    <a:pt x="1502010" y="5297"/>
                  </a:lnTo>
                  <a:lnTo>
                    <a:pt x="1505025" y="6904"/>
                  </a:lnTo>
                  <a:lnTo>
                    <a:pt x="1507887" y="8815"/>
                  </a:lnTo>
                  <a:lnTo>
                    <a:pt x="1510740" y="10717"/>
                  </a:lnTo>
                  <a:lnTo>
                    <a:pt x="1513384" y="12895"/>
                  </a:lnTo>
                  <a:lnTo>
                    <a:pt x="1515809" y="15320"/>
                  </a:lnTo>
                  <a:lnTo>
                    <a:pt x="1518234" y="17745"/>
                  </a:lnTo>
                  <a:lnTo>
                    <a:pt x="1520402" y="20389"/>
                  </a:lnTo>
                  <a:lnTo>
                    <a:pt x="1530122" y="42101"/>
                  </a:lnTo>
                  <a:lnTo>
                    <a:pt x="1530797" y="45467"/>
                  </a:lnTo>
                  <a:lnTo>
                    <a:pt x="1531130" y="48872"/>
                  </a:lnTo>
                  <a:lnTo>
                    <a:pt x="1531130" y="52305"/>
                  </a:lnTo>
                  <a:lnTo>
                    <a:pt x="1531130" y="347119"/>
                  </a:lnTo>
                  <a:lnTo>
                    <a:pt x="1531130" y="350552"/>
                  </a:lnTo>
                  <a:lnTo>
                    <a:pt x="1530797" y="353957"/>
                  </a:lnTo>
                  <a:lnTo>
                    <a:pt x="1530122" y="357323"/>
                  </a:lnTo>
                  <a:lnTo>
                    <a:pt x="1529456" y="360690"/>
                  </a:lnTo>
                  <a:lnTo>
                    <a:pt x="1515809" y="384104"/>
                  </a:lnTo>
                  <a:lnTo>
                    <a:pt x="1513384" y="386529"/>
                  </a:lnTo>
                  <a:lnTo>
                    <a:pt x="1489028" y="398417"/>
                  </a:lnTo>
                  <a:lnTo>
                    <a:pt x="1485662" y="399092"/>
                  </a:lnTo>
                  <a:lnTo>
                    <a:pt x="1482257" y="399425"/>
                  </a:lnTo>
                  <a:lnTo>
                    <a:pt x="1478824" y="399425"/>
                  </a:lnTo>
                  <a:lnTo>
                    <a:pt x="52305" y="399425"/>
                  </a:lnTo>
                  <a:lnTo>
                    <a:pt x="48872" y="399425"/>
                  </a:lnTo>
                  <a:lnTo>
                    <a:pt x="45467" y="399092"/>
                  </a:lnTo>
                  <a:lnTo>
                    <a:pt x="42101" y="398417"/>
                  </a:lnTo>
                  <a:lnTo>
                    <a:pt x="38734" y="397751"/>
                  </a:lnTo>
                  <a:lnTo>
                    <a:pt x="15320" y="384104"/>
                  </a:lnTo>
                  <a:lnTo>
                    <a:pt x="12895" y="381679"/>
                  </a:lnTo>
                  <a:lnTo>
                    <a:pt x="10717" y="379035"/>
                  </a:lnTo>
                  <a:lnTo>
                    <a:pt x="8815" y="376182"/>
                  </a:lnTo>
                  <a:lnTo>
                    <a:pt x="6904" y="373320"/>
                  </a:lnTo>
                  <a:lnTo>
                    <a:pt x="5297" y="370305"/>
                  </a:lnTo>
                  <a:lnTo>
                    <a:pt x="3984" y="367138"/>
                  </a:lnTo>
                  <a:lnTo>
                    <a:pt x="2662" y="363962"/>
                  </a:lnTo>
                  <a:lnTo>
                    <a:pt x="1673" y="360690"/>
                  </a:lnTo>
                  <a:lnTo>
                    <a:pt x="1008" y="357323"/>
                  </a:lnTo>
                  <a:lnTo>
                    <a:pt x="332" y="353957"/>
                  </a:lnTo>
                  <a:lnTo>
                    <a:pt x="0" y="350552"/>
                  </a:lnTo>
                  <a:lnTo>
                    <a:pt x="0" y="34711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91737" y="5842228"/>
              <a:ext cx="152399" cy="10159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504902" y="5781961"/>
            <a:ext cx="1016635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WebFormFields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25396" y="5687055"/>
            <a:ext cx="1226820" cy="408940"/>
            <a:chOff x="8825396" y="5687055"/>
            <a:chExt cx="1226820" cy="408940"/>
          </a:xfrm>
        </p:grpSpPr>
        <p:sp>
          <p:nvSpPr>
            <p:cNvPr id="37" name="object 37"/>
            <p:cNvSpPr/>
            <p:nvPr/>
          </p:nvSpPr>
          <p:spPr>
            <a:xfrm>
              <a:off x="8830152" y="5691810"/>
              <a:ext cx="1217295" cy="400050"/>
            </a:xfrm>
            <a:custGeom>
              <a:avLst/>
              <a:gdLst/>
              <a:ahLst/>
              <a:cxnLst/>
              <a:rect l="l" t="t" r="r" b="b"/>
              <a:pathLst>
                <a:path w="1217295" h="400050">
                  <a:moveTo>
                    <a:pt x="1168414" y="399425"/>
                  </a:moveTo>
                  <a:lnTo>
                    <a:pt x="48872" y="399425"/>
                  </a:lnTo>
                  <a:lnTo>
                    <a:pt x="45467" y="399092"/>
                  </a:lnTo>
                  <a:lnTo>
                    <a:pt x="10717" y="379035"/>
                  </a:lnTo>
                  <a:lnTo>
                    <a:pt x="0" y="350552"/>
                  </a:lnTo>
                  <a:lnTo>
                    <a:pt x="0" y="347119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1168414" y="0"/>
                  </a:lnTo>
                  <a:lnTo>
                    <a:pt x="1204362" y="17745"/>
                  </a:lnTo>
                  <a:lnTo>
                    <a:pt x="1217296" y="48872"/>
                  </a:lnTo>
                  <a:lnTo>
                    <a:pt x="1217296" y="350552"/>
                  </a:lnTo>
                  <a:lnTo>
                    <a:pt x="1199512" y="386529"/>
                  </a:lnTo>
                  <a:lnTo>
                    <a:pt x="1171837" y="399092"/>
                  </a:lnTo>
                  <a:lnTo>
                    <a:pt x="1168414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30152" y="5691810"/>
              <a:ext cx="1217295" cy="400050"/>
            </a:xfrm>
            <a:custGeom>
              <a:avLst/>
              <a:gdLst/>
              <a:ahLst/>
              <a:cxnLst/>
              <a:rect l="l" t="t" r="r" b="b"/>
              <a:pathLst>
                <a:path w="1217295" h="400050">
                  <a:moveTo>
                    <a:pt x="0" y="347119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1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1164990" y="0"/>
                  </a:lnTo>
                  <a:lnTo>
                    <a:pt x="1168414" y="0"/>
                  </a:lnTo>
                  <a:lnTo>
                    <a:pt x="1171837" y="332"/>
                  </a:lnTo>
                  <a:lnTo>
                    <a:pt x="1175166" y="1008"/>
                  </a:lnTo>
                  <a:lnTo>
                    <a:pt x="1178589" y="1673"/>
                  </a:lnTo>
                  <a:lnTo>
                    <a:pt x="1181823" y="2662"/>
                  </a:lnTo>
                  <a:lnTo>
                    <a:pt x="1184961" y="3984"/>
                  </a:lnTo>
                  <a:lnTo>
                    <a:pt x="1188195" y="5297"/>
                  </a:lnTo>
                  <a:lnTo>
                    <a:pt x="1191238" y="6904"/>
                  </a:lnTo>
                  <a:lnTo>
                    <a:pt x="1194091" y="8815"/>
                  </a:lnTo>
                  <a:lnTo>
                    <a:pt x="1196944" y="10717"/>
                  </a:lnTo>
                  <a:lnTo>
                    <a:pt x="1199512" y="12895"/>
                  </a:lnTo>
                  <a:lnTo>
                    <a:pt x="1217296" y="48872"/>
                  </a:lnTo>
                  <a:lnTo>
                    <a:pt x="1217296" y="52305"/>
                  </a:lnTo>
                  <a:lnTo>
                    <a:pt x="1217296" y="347119"/>
                  </a:lnTo>
                  <a:lnTo>
                    <a:pt x="1217296" y="350552"/>
                  </a:lnTo>
                  <a:lnTo>
                    <a:pt x="1216915" y="353957"/>
                  </a:lnTo>
                  <a:lnTo>
                    <a:pt x="1196944" y="388697"/>
                  </a:lnTo>
                  <a:lnTo>
                    <a:pt x="1194091" y="390609"/>
                  </a:lnTo>
                  <a:lnTo>
                    <a:pt x="1191238" y="392520"/>
                  </a:lnTo>
                  <a:lnTo>
                    <a:pt x="1188195" y="394128"/>
                  </a:lnTo>
                  <a:lnTo>
                    <a:pt x="1184961" y="395440"/>
                  </a:lnTo>
                  <a:lnTo>
                    <a:pt x="1181823" y="396752"/>
                  </a:lnTo>
                  <a:lnTo>
                    <a:pt x="1178589" y="397751"/>
                  </a:lnTo>
                  <a:lnTo>
                    <a:pt x="1175166" y="398417"/>
                  </a:lnTo>
                  <a:lnTo>
                    <a:pt x="1171837" y="399092"/>
                  </a:lnTo>
                  <a:lnTo>
                    <a:pt x="1168414" y="399425"/>
                  </a:lnTo>
                  <a:lnTo>
                    <a:pt x="1164990" y="399425"/>
                  </a:lnTo>
                  <a:lnTo>
                    <a:pt x="52305" y="399425"/>
                  </a:lnTo>
                  <a:lnTo>
                    <a:pt x="48872" y="399425"/>
                  </a:lnTo>
                  <a:lnTo>
                    <a:pt x="45467" y="399092"/>
                  </a:lnTo>
                  <a:lnTo>
                    <a:pt x="42101" y="398417"/>
                  </a:lnTo>
                  <a:lnTo>
                    <a:pt x="38734" y="397751"/>
                  </a:lnTo>
                  <a:lnTo>
                    <a:pt x="15320" y="384104"/>
                  </a:lnTo>
                  <a:lnTo>
                    <a:pt x="12886" y="381679"/>
                  </a:lnTo>
                  <a:lnTo>
                    <a:pt x="10717" y="379035"/>
                  </a:lnTo>
                  <a:lnTo>
                    <a:pt x="8815" y="376182"/>
                  </a:lnTo>
                  <a:lnTo>
                    <a:pt x="6904" y="373320"/>
                  </a:lnTo>
                  <a:lnTo>
                    <a:pt x="5297" y="370305"/>
                  </a:lnTo>
                  <a:lnTo>
                    <a:pt x="3984" y="367138"/>
                  </a:lnTo>
                  <a:lnTo>
                    <a:pt x="2662" y="363962"/>
                  </a:lnTo>
                  <a:lnTo>
                    <a:pt x="1673" y="360690"/>
                  </a:lnTo>
                  <a:lnTo>
                    <a:pt x="1008" y="357323"/>
                  </a:lnTo>
                  <a:lnTo>
                    <a:pt x="332" y="353957"/>
                  </a:lnTo>
                  <a:lnTo>
                    <a:pt x="0" y="350552"/>
                  </a:lnTo>
                  <a:lnTo>
                    <a:pt x="0" y="34711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83797" y="5826353"/>
              <a:ext cx="133349" cy="13652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180320" y="5781961"/>
            <a:ext cx="723265" cy="20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Debugging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12194" y="6460174"/>
            <a:ext cx="38747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solidFill>
                  <a:srgbClr val="878787"/>
                </a:solidFill>
                <a:latin typeface="Microsoft Sans Serif"/>
                <a:cs typeface="Microsoft Sans Serif"/>
              </a:rPr>
              <a:t>Based</a:t>
            </a:r>
            <a:r>
              <a:rPr sz="1000" spc="-1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878787"/>
                </a:solidFill>
                <a:latin typeface="Microsoft Sans Serif"/>
                <a:cs typeface="Microsoft Sans Serif"/>
              </a:rPr>
              <a:t>on</a:t>
            </a:r>
            <a:r>
              <a:rPr sz="1000" spc="-1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878787"/>
                </a:solidFill>
                <a:latin typeface="Microsoft Sans Serif"/>
                <a:cs typeface="Microsoft Sans Serif"/>
              </a:rPr>
              <a:t>CyberArk</a:t>
            </a:r>
            <a:r>
              <a:rPr sz="1000" spc="-1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878787"/>
                </a:solidFill>
                <a:latin typeface="Microsoft Sans Serif"/>
                <a:cs typeface="Microsoft Sans Serif"/>
              </a:rPr>
              <a:t>documentation</a:t>
            </a:r>
            <a:r>
              <a:rPr sz="1000" spc="-1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878787"/>
                </a:solidFill>
                <a:latin typeface="Microsoft Sans Serif"/>
                <a:cs typeface="Microsoft Sans Serif"/>
              </a:rPr>
              <a:t>and</a:t>
            </a:r>
            <a:r>
              <a:rPr sz="1000" spc="-1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878787"/>
                </a:solidFill>
                <a:latin typeface="Microsoft Sans Serif"/>
                <a:cs typeface="Microsoft Sans Serif"/>
              </a:rPr>
              <a:t>uploaded</a:t>
            </a:r>
            <a:r>
              <a:rPr sz="1000" spc="-1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878787"/>
                </a:solidFill>
                <a:latin typeface="Microsoft Sans Serif"/>
                <a:cs typeface="Microsoft Sans Serif"/>
              </a:rPr>
              <a:t>implementation</a:t>
            </a:r>
            <a:r>
              <a:rPr sz="1000" spc="-10" dirty="0">
                <a:solidFill>
                  <a:srgbClr val="878787"/>
                </a:solidFill>
                <a:latin typeface="Microsoft Sans Serif"/>
                <a:cs typeface="Microsoft Sans Serif"/>
              </a:rPr>
              <a:t> guide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0" y="239310"/>
            <a:ext cx="12172961" cy="68472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214" y="189713"/>
            <a:ext cx="7787157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55" dirty="0">
                <a:solidFill>
                  <a:srgbClr val="2562EB"/>
                </a:solidFill>
              </a:rPr>
              <a:t>PSM</a:t>
            </a:r>
            <a:r>
              <a:rPr sz="3200" spc="-114" dirty="0">
                <a:solidFill>
                  <a:srgbClr val="2562EB"/>
                </a:solidFill>
              </a:rPr>
              <a:t> </a:t>
            </a:r>
            <a:r>
              <a:rPr sz="3200" spc="-145" dirty="0"/>
              <a:t>WebApp</a:t>
            </a:r>
            <a:r>
              <a:rPr sz="3200" spc="-114" dirty="0"/>
              <a:t> </a:t>
            </a:r>
            <a:r>
              <a:rPr sz="3200" spc="-95" dirty="0"/>
              <a:t>Architecture</a:t>
            </a:r>
            <a:r>
              <a:rPr sz="3200" spc="-114" dirty="0"/>
              <a:t> </a:t>
            </a:r>
            <a:r>
              <a:rPr sz="3200" spc="-65" dirty="0"/>
              <a:t>Overview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377215" y="862006"/>
            <a:ext cx="47872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</a:t>
            </a:r>
            <a:r>
              <a:rPr sz="1200" spc="-35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65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flow</a:t>
            </a:r>
            <a:r>
              <a:rPr sz="1200" spc="-2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65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key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requirements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secure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application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access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12438" y="629226"/>
            <a:ext cx="589915" cy="247650"/>
          </a:xfrm>
          <a:custGeom>
            <a:avLst/>
            <a:gdLst/>
            <a:ahLst/>
            <a:cxnLst/>
            <a:rect l="l" t="t" r="r" b="b"/>
            <a:pathLst>
              <a:path w="589915" h="247650">
                <a:moveTo>
                  <a:pt x="556627" y="247263"/>
                </a:moveTo>
                <a:lnTo>
                  <a:pt x="33000" y="247263"/>
                </a:lnTo>
                <a:lnTo>
                  <a:pt x="28149" y="246298"/>
                </a:lnTo>
                <a:lnTo>
                  <a:pt x="951" y="219119"/>
                </a:lnTo>
                <a:lnTo>
                  <a:pt x="0" y="214266"/>
                </a:lnTo>
                <a:lnTo>
                  <a:pt x="0" y="20922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214266"/>
                </a:lnTo>
                <a:lnTo>
                  <a:pt x="561477" y="246298"/>
                </a:lnTo>
                <a:lnTo>
                  <a:pt x="556627" y="247263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11482" y="650340"/>
            <a:ext cx="389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519" y="1159440"/>
            <a:ext cx="2743200" cy="1877695"/>
            <a:chOff x="350519" y="929639"/>
            <a:chExt cx="2743200" cy="1877695"/>
          </a:xfrm>
        </p:grpSpPr>
        <p:sp>
          <p:nvSpPr>
            <p:cNvPr id="9" name="object 9"/>
            <p:cNvSpPr/>
            <p:nvPr/>
          </p:nvSpPr>
          <p:spPr>
            <a:xfrm>
              <a:off x="350519" y="929639"/>
              <a:ext cx="2743200" cy="1877695"/>
            </a:xfrm>
            <a:custGeom>
              <a:avLst/>
              <a:gdLst/>
              <a:ahLst/>
              <a:cxnLst/>
              <a:rect l="l" t="t" r="r" b="b"/>
              <a:pathLst>
                <a:path w="2743200" h="1877695">
                  <a:moveTo>
                    <a:pt x="2743199" y="1877567"/>
                  </a:moveTo>
                  <a:lnTo>
                    <a:pt x="0" y="1877567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40395"/>
                  </a:lnTo>
                  <a:lnTo>
                    <a:pt x="115476" y="40395"/>
                  </a:lnTo>
                  <a:lnTo>
                    <a:pt x="108919" y="40711"/>
                  </a:lnTo>
                  <a:lnTo>
                    <a:pt x="73264" y="55479"/>
                  </a:lnTo>
                  <a:lnTo>
                    <a:pt x="51755" y="87668"/>
                  </a:lnTo>
                  <a:lnTo>
                    <a:pt x="48905" y="106966"/>
                  </a:lnTo>
                  <a:lnTo>
                    <a:pt x="48905" y="1752218"/>
                  </a:lnTo>
                  <a:lnTo>
                    <a:pt x="60114" y="1789211"/>
                  </a:lnTo>
                  <a:lnTo>
                    <a:pt x="90001" y="1813721"/>
                  </a:lnTo>
                  <a:lnTo>
                    <a:pt x="115476" y="1818790"/>
                  </a:lnTo>
                  <a:lnTo>
                    <a:pt x="2743199" y="1818790"/>
                  </a:lnTo>
                  <a:lnTo>
                    <a:pt x="2743199" y="1877567"/>
                  </a:lnTo>
                  <a:close/>
                </a:path>
                <a:path w="2743200" h="1877695">
                  <a:moveTo>
                    <a:pt x="2743199" y="1818790"/>
                  </a:moveTo>
                  <a:lnTo>
                    <a:pt x="2626153" y="1818790"/>
                  </a:lnTo>
                  <a:lnTo>
                    <a:pt x="2632711" y="1818473"/>
                  </a:lnTo>
                  <a:lnTo>
                    <a:pt x="2639142" y="1817523"/>
                  </a:lnTo>
                  <a:lnTo>
                    <a:pt x="2673226" y="1799292"/>
                  </a:lnTo>
                  <a:lnTo>
                    <a:pt x="2691458" y="1765208"/>
                  </a:lnTo>
                  <a:lnTo>
                    <a:pt x="2692725" y="1752218"/>
                  </a:lnTo>
                  <a:lnTo>
                    <a:pt x="2692725" y="106966"/>
                  </a:lnTo>
                  <a:lnTo>
                    <a:pt x="2681516" y="69974"/>
                  </a:lnTo>
                  <a:lnTo>
                    <a:pt x="2651628" y="45460"/>
                  </a:lnTo>
                  <a:lnTo>
                    <a:pt x="2626153" y="40395"/>
                  </a:lnTo>
                  <a:lnTo>
                    <a:pt x="2743199" y="40395"/>
                  </a:lnTo>
                  <a:lnTo>
                    <a:pt x="2743199" y="181879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670" y="965277"/>
              <a:ext cx="2653665" cy="1788160"/>
            </a:xfrm>
            <a:custGeom>
              <a:avLst/>
              <a:gdLst/>
              <a:ahLst/>
              <a:cxnLst/>
              <a:rect l="l" t="t" r="r" b="b"/>
              <a:pathLst>
                <a:path w="2653665" h="1788160">
                  <a:moveTo>
                    <a:pt x="2586678" y="1787903"/>
                  </a:moveTo>
                  <a:lnTo>
                    <a:pt x="66642" y="1787903"/>
                  </a:lnTo>
                  <a:lnTo>
                    <a:pt x="62004" y="1787447"/>
                  </a:lnTo>
                  <a:lnTo>
                    <a:pt x="24202" y="1770328"/>
                  </a:lnTo>
                  <a:lnTo>
                    <a:pt x="2284" y="1735084"/>
                  </a:lnTo>
                  <a:lnTo>
                    <a:pt x="0" y="1721256"/>
                  </a:lnTo>
                  <a:lnTo>
                    <a:pt x="0" y="1716577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2586678" y="0"/>
                  </a:lnTo>
                  <a:lnTo>
                    <a:pt x="2625517" y="14626"/>
                  </a:lnTo>
                  <a:lnTo>
                    <a:pt x="2649682" y="48358"/>
                  </a:lnTo>
                  <a:lnTo>
                    <a:pt x="2653325" y="66646"/>
                  </a:lnTo>
                  <a:lnTo>
                    <a:pt x="2653325" y="1721256"/>
                  </a:lnTo>
                  <a:lnTo>
                    <a:pt x="2638698" y="1760096"/>
                  </a:lnTo>
                  <a:lnTo>
                    <a:pt x="2604966" y="1784261"/>
                  </a:lnTo>
                  <a:lnTo>
                    <a:pt x="2591319" y="1787447"/>
                  </a:lnTo>
                  <a:lnTo>
                    <a:pt x="2586678" y="17879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4670" y="965277"/>
              <a:ext cx="2653665" cy="1788160"/>
            </a:xfrm>
            <a:custGeom>
              <a:avLst/>
              <a:gdLst/>
              <a:ahLst/>
              <a:cxnLst/>
              <a:rect l="l" t="t" r="r" b="b"/>
              <a:pathLst>
                <a:path w="2653665" h="1788160">
                  <a:moveTo>
                    <a:pt x="0" y="1716577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78" y="0"/>
                  </a:lnTo>
                  <a:lnTo>
                    <a:pt x="2591319" y="456"/>
                  </a:lnTo>
                  <a:lnTo>
                    <a:pt x="2595912" y="1369"/>
                  </a:lnTo>
                  <a:lnTo>
                    <a:pt x="2600505" y="2282"/>
                  </a:lnTo>
                  <a:lnTo>
                    <a:pt x="2604966" y="3632"/>
                  </a:lnTo>
                  <a:lnTo>
                    <a:pt x="2609293" y="5430"/>
                  </a:lnTo>
                  <a:lnTo>
                    <a:pt x="2613620" y="7218"/>
                  </a:lnTo>
                  <a:lnTo>
                    <a:pt x="2632431" y="20893"/>
                  </a:lnTo>
                  <a:lnTo>
                    <a:pt x="2635740" y="24203"/>
                  </a:lnTo>
                  <a:lnTo>
                    <a:pt x="2647894" y="44031"/>
                  </a:lnTo>
                  <a:lnTo>
                    <a:pt x="2649682" y="48358"/>
                  </a:lnTo>
                  <a:lnTo>
                    <a:pt x="2651042" y="52819"/>
                  </a:lnTo>
                  <a:lnTo>
                    <a:pt x="2651955" y="57412"/>
                  </a:lnTo>
                  <a:lnTo>
                    <a:pt x="2652868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716577"/>
                  </a:lnTo>
                  <a:lnTo>
                    <a:pt x="2653325" y="1721256"/>
                  </a:lnTo>
                  <a:lnTo>
                    <a:pt x="2652868" y="1725897"/>
                  </a:lnTo>
                  <a:lnTo>
                    <a:pt x="2651955" y="1730491"/>
                  </a:lnTo>
                  <a:lnTo>
                    <a:pt x="2651042" y="1735084"/>
                  </a:lnTo>
                  <a:lnTo>
                    <a:pt x="2649682" y="1739544"/>
                  </a:lnTo>
                  <a:lnTo>
                    <a:pt x="2647894" y="1743871"/>
                  </a:lnTo>
                  <a:lnTo>
                    <a:pt x="2646107" y="1748198"/>
                  </a:lnTo>
                  <a:lnTo>
                    <a:pt x="2632431" y="1767009"/>
                  </a:lnTo>
                  <a:lnTo>
                    <a:pt x="2629121" y="1770328"/>
                  </a:lnTo>
                  <a:lnTo>
                    <a:pt x="2609293" y="1782473"/>
                  </a:lnTo>
                  <a:lnTo>
                    <a:pt x="2604966" y="1784261"/>
                  </a:lnTo>
                  <a:lnTo>
                    <a:pt x="2600505" y="1785621"/>
                  </a:lnTo>
                  <a:lnTo>
                    <a:pt x="2595912" y="1786534"/>
                  </a:lnTo>
                  <a:lnTo>
                    <a:pt x="2591319" y="1787447"/>
                  </a:lnTo>
                  <a:lnTo>
                    <a:pt x="2586678" y="1787903"/>
                  </a:lnTo>
                  <a:lnTo>
                    <a:pt x="2581999" y="1787903"/>
                  </a:lnTo>
                  <a:lnTo>
                    <a:pt x="71325" y="1787903"/>
                  </a:lnTo>
                  <a:lnTo>
                    <a:pt x="66642" y="1787903"/>
                  </a:lnTo>
                  <a:lnTo>
                    <a:pt x="62004" y="1787447"/>
                  </a:lnTo>
                  <a:lnTo>
                    <a:pt x="57410" y="1786534"/>
                  </a:lnTo>
                  <a:lnTo>
                    <a:pt x="52817" y="1785621"/>
                  </a:lnTo>
                  <a:lnTo>
                    <a:pt x="48357" y="1784261"/>
                  </a:lnTo>
                  <a:lnTo>
                    <a:pt x="44030" y="1782473"/>
                  </a:lnTo>
                  <a:lnTo>
                    <a:pt x="39703" y="1780685"/>
                  </a:lnTo>
                  <a:lnTo>
                    <a:pt x="20890" y="1767009"/>
                  </a:lnTo>
                  <a:lnTo>
                    <a:pt x="17579" y="1763700"/>
                  </a:lnTo>
                  <a:lnTo>
                    <a:pt x="5429" y="1743871"/>
                  </a:lnTo>
                  <a:lnTo>
                    <a:pt x="3636" y="1739544"/>
                  </a:lnTo>
                  <a:lnTo>
                    <a:pt x="2284" y="1735084"/>
                  </a:lnTo>
                  <a:lnTo>
                    <a:pt x="1370" y="1730491"/>
                  </a:lnTo>
                  <a:lnTo>
                    <a:pt x="456" y="1725897"/>
                  </a:lnTo>
                  <a:lnTo>
                    <a:pt x="0" y="1721256"/>
                  </a:lnTo>
                  <a:lnTo>
                    <a:pt x="0" y="1716577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37" y="1153706"/>
              <a:ext cx="136524" cy="1396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64752" y="1341468"/>
            <a:ext cx="119126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Core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Components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0519" y="1713380"/>
            <a:ext cx="2743200" cy="2637790"/>
            <a:chOff x="350519" y="1483579"/>
            <a:chExt cx="2743200" cy="263779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87" y="1483579"/>
              <a:ext cx="76081" cy="760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1730842"/>
              <a:ext cx="76081" cy="760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1978105"/>
              <a:ext cx="76081" cy="760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2225369"/>
              <a:ext cx="76081" cy="760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2472632"/>
              <a:ext cx="76081" cy="760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0519" y="2880359"/>
              <a:ext cx="2743200" cy="1240790"/>
            </a:xfrm>
            <a:custGeom>
              <a:avLst/>
              <a:gdLst/>
              <a:ahLst/>
              <a:cxnLst/>
              <a:rect l="l" t="t" r="r" b="b"/>
              <a:pathLst>
                <a:path w="2743200" h="1240789">
                  <a:moveTo>
                    <a:pt x="2743199" y="1240535"/>
                  </a:moveTo>
                  <a:lnTo>
                    <a:pt x="0" y="1240535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39252"/>
                  </a:lnTo>
                  <a:lnTo>
                    <a:pt x="115476" y="39252"/>
                  </a:lnTo>
                  <a:lnTo>
                    <a:pt x="108919" y="39568"/>
                  </a:lnTo>
                  <a:lnTo>
                    <a:pt x="73264" y="54337"/>
                  </a:lnTo>
                  <a:lnTo>
                    <a:pt x="51755" y="86528"/>
                  </a:lnTo>
                  <a:lnTo>
                    <a:pt x="48905" y="105823"/>
                  </a:lnTo>
                  <a:lnTo>
                    <a:pt x="48905" y="1113891"/>
                  </a:lnTo>
                  <a:lnTo>
                    <a:pt x="60114" y="1150898"/>
                  </a:lnTo>
                  <a:lnTo>
                    <a:pt x="90001" y="1175400"/>
                  </a:lnTo>
                  <a:lnTo>
                    <a:pt x="115476" y="1180459"/>
                  </a:lnTo>
                  <a:lnTo>
                    <a:pt x="2743199" y="1180459"/>
                  </a:lnTo>
                  <a:lnTo>
                    <a:pt x="2743199" y="1240535"/>
                  </a:lnTo>
                  <a:close/>
                </a:path>
                <a:path w="2743200" h="1240789">
                  <a:moveTo>
                    <a:pt x="2743199" y="1180459"/>
                  </a:moveTo>
                  <a:lnTo>
                    <a:pt x="2626153" y="1180459"/>
                  </a:lnTo>
                  <a:lnTo>
                    <a:pt x="2632711" y="1180145"/>
                  </a:lnTo>
                  <a:lnTo>
                    <a:pt x="2639142" y="1179198"/>
                  </a:lnTo>
                  <a:lnTo>
                    <a:pt x="2673226" y="1160983"/>
                  </a:lnTo>
                  <a:lnTo>
                    <a:pt x="2691458" y="1126883"/>
                  </a:lnTo>
                  <a:lnTo>
                    <a:pt x="2692725" y="1113891"/>
                  </a:lnTo>
                  <a:lnTo>
                    <a:pt x="2692725" y="105823"/>
                  </a:lnTo>
                  <a:lnTo>
                    <a:pt x="2681516" y="68831"/>
                  </a:lnTo>
                  <a:lnTo>
                    <a:pt x="2651628" y="44320"/>
                  </a:lnTo>
                  <a:lnTo>
                    <a:pt x="2626153" y="39252"/>
                  </a:lnTo>
                  <a:lnTo>
                    <a:pt x="2743199" y="39252"/>
                  </a:lnTo>
                  <a:lnTo>
                    <a:pt x="2743199" y="118045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4670" y="2914853"/>
              <a:ext cx="2653665" cy="1151255"/>
            </a:xfrm>
            <a:custGeom>
              <a:avLst/>
              <a:gdLst/>
              <a:ahLst/>
              <a:cxnLst/>
              <a:rect l="l" t="t" r="r" b="b"/>
              <a:pathLst>
                <a:path w="2653665" h="1151254">
                  <a:moveTo>
                    <a:pt x="2586678" y="1150725"/>
                  </a:moveTo>
                  <a:lnTo>
                    <a:pt x="66642" y="1150725"/>
                  </a:lnTo>
                  <a:lnTo>
                    <a:pt x="62004" y="1150268"/>
                  </a:lnTo>
                  <a:lnTo>
                    <a:pt x="24202" y="1133141"/>
                  </a:lnTo>
                  <a:lnTo>
                    <a:pt x="2284" y="1097906"/>
                  </a:lnTo>
                  <a:lnTo>
                    <a:pt x="0" y="1084078"/>
                  </a:lnTo>
                  <a:lnTo>
                    <a:pt x="0" y="1079399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2586678" y="0"/>
                  </a:lnTo>
                  <a:lnTo>
                    <a:pt x="2625517" y="14626"/>
                  </a:lnTo>
                  <a:lnTo>
                    <a:pt x="2649682" y="48358"/>
                  </a:lnTo>
                  <a:lnTo>
                    <a:pt x="2653325" y="66646"/>
                  </a:lnTo>
                  <a:lnTo>
                    <a:pt x="2653325" y="1084078"/>
                  </a:lnTo>
                  <a:lnTo>
                    <a:pt x="2638698" y="1122917"/>
                  </a:lnTo>
                  <a:lnTo>
                    <a:pt x="2604966" y="1147092"/>
                  </a:lnTo>
                  <a:lnTo>
                    <a:pt x="2591319" y="1150268"/>
                  </a:lnTo>
                  <a:lnTo>
                    <a:pt x="2586678" y="1150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4670" y="2914853"/>
              <a:ext cx="2653665" cy="1151255"/>
            </a:xfrm>
            <a:custGeom>
              <a:avLst/>
              <a:gdLst/>
              <a:ahLst/>
              <a:cxnLst/>
              <a:rect l="l" t="t" r="r" b="b"/>
              <a:pathLst>
                <a:path w="2653665" h="1151254">
                  <a:moveTo>
                    <a:pt x="0" y="1079399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78" y="0"/>
                  </a:lnTo>
                  <a:lnTo>
                    <a:pt x="2591319" y="456"/>
                  </a:lnTo>
                  <a:lnTo>
                    <a:pt x="2595912" y="1369"/>
                  </a:lnTo>
                  <a:lnTo>
                    <a:pt x="2600505" y="2282"/>
                  </a:lnTo>
                  <a:lnTo>
                    <a:pt x="2604966" y="3632"/>
                  </a:lnTo>
                  <a:lnTo>
                    <a:pt x="2609293" y="5430"/>
                  </a:lnTo>
                  <a:lnTo>
                    <a:pt x="2613620" y="7218"/>
                  </a:lnTo>
                  <a:lnTo>
                    <a:pt x="2632431" y="20893"/>
                  </a:lnTo>
                  <a:lnTo>
                    <a:pt x="2635740" y="24203"/>
                  </a:lnTo>
                  <a:lnTo>
                    <a:pt x="2647894" y="44031"/>
                  </a:lnTo>
                  <a:lnTo>
                    <a:pt x="2649682" y="48358"/>
                  </a:lnTo>
                  <a:lnTo>
                    <a:pt x="2651042" y="52819"/>
                  </a:lnTo>
                  <a:lnTo>
                    <a:pt x="2651955" y="57412"/>
                  </a:lnTo>
                  <a:lnTo>
                    <a:pt x="2652868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079399"/>
                  </a:lnTo>
                  <a:lnTo>
                    <a:pt x="2653325" y="1084078"/>
                  </a:lnTo>
                  <a:lnTo>
                    <a:pt x="2652868" y="1088719"/>
                  </a:lnTo>
                  <a:lnTo>
                    <a:pt x="2651955" y="1093312"/>
                  </a:lnTo>
                  <a:lnTo>
                    <a:pt x="2651042" y="1097906"/>
                  </a:lnTo>
                  <a:lnTo>
                    <a:pt x="2649682" y="1102366"/>
                  </a:lnTo>
                  <a:lnTo>
                    <a:pt x="2647894" y="1106693"/>
                  </a:lnTo>
                  <a:lnTo>
                    <a:pt x="2646107" y="1111020"/>
                  </a:lnTo>
                  <a:lnTo>
                    <a:pt x="2632431" y="1129831"/>
                  </a:lnTo>
                  <a:lnTo>
                    <a:pt x="2629121" y="1133141"/>
                  </a:lnTo>
                  <a:lnTo>
                    <a:pt x="2609293" y="1145294"/>
                  </a:lnTo>
                  <a:lnTo>
                    <a:pt x="2604966" y="1147092"/>
                  </a:lnTo>
                  <a:lnTo>
                    <a:pt x="2600505" y="1148442"/>
                  </a:lnTo>
                  <a:lnTo>
                    <a:pt x="2595912" y="1149355"/>
                  </a:lnTo>
                  <a:lnTo>
                    <a:pt x="2591319" y="1150268"/>
                  </a:lnTo>
                  <a:lnTo>
                    <a:pt x="2586678" y="1150725"/>
                  </a:lnTo>
                  <a:lnTo>
                    <a:pt x="2581999" y="1150725"/>
                  </a:lnTo>
                  <a:lnTo>
                    <a:pt x="71325" y="1150725"/>
                  </a:lnTo>
                  <a:lnTo>
                    <a:pt x="66642" y="1150725"/>
                  </a:lnTo>
                  <a:lnTo>
                    <a:pt x="62004" y="1150268"/>
                  </a:lnTo>
                  <a:lnTo>
                    <a:pt x="57410" y="1149355"/>
                  </a:lnTo>
                  <a:lnTo>
                    <a:pt x="52817" y="1148442"/>
                  </a:lnTo>
                  <a:lnTo>
                    <a:pt x="48357" y="1147092"/>
                  </a:lnTo>
                  <a:lnTo>
                    <a:pt x="44030" y="1145294"/>
                  </a:lnTo>
                  <a:lnTo>
                    <a:pt x="39703" y="1143507"/>
                  </a:lnTo>
                  <a:lnTo>
                    <a:pt x="9418" y="1115128"/>
                  </a:lnTo>
                  <a:lnTo>
                    <a:pt x="1370" y="1093312"/>
                  </a:lnTo>
                  <a:lnTo>
                    <a:pt x="456" y="1088719"/>
                  </a:lnTo>
                  <a:lnTo>
                    <a:pt x="0" y="1084078"/>
                  </a:lnTo>
                  <a:lnTo>
                    <a:pt x="0" y="107939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1587" y="3385604"/>
              <a:ext cx="2339975" cy="523240"/>
            </a:xfrm>
            <a:custGeom>
              <a:avLst/>
              <a:gdLst/>
              <a:ahLst/>
              <a:cxnLst/>
              <a:rect l="l" t="t" r="r" b="b"/>
              <a:pathLst>
                <a:path w="2339975" h="523239">
                  <a:moveTo>
                    <a:pt x="2306490" y="523056"/>
                  </a:moveTo>
                  <a:lnTo>
                    <a:pt x="32996" y="523056"/>
                  </a:lnTo>
                  <a:lnTo>
                    <a:pt x="28143" y="522086"/>
                  </a:lnTo>
                  <a:lnTo>
                    <a:pt x="965" y="494916"/>
                  </a:lnTo>
                  <a:lnTo>
                    <a:pt x="0" y="490056"/>
                  </a:lnTo>
                  <a:lnTo>
                    <a:pt x="0" y="485016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2306490" y="0"/>
                  </a:lnTo>
                  <a:lnTo>
                    <a:pt x="2338520" y="28140"/>
                  </a:lnTo>
                  <a:lnTo>
                    <a:pt x="2339491" y="33000"/>
                  </a:lnTo>
                  <a:lnTo>
                    <a:pt x="2339491" y="490056"/>
                  </a:lnTo>
                  <a:lnTo>
                    <a:pt x="2311350" y="522086"/>
                  </a:lnTo>
                  <a:lnTo>
                    <a:pt x="2306490" y="52305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587" y="3106457"/>
              <a:ext cx="165099" cy="13652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1049" y="1649608"/>
            <a:ext cx="3619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PVWA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4433" y="1660204"/>
            <a:ext cx="71945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Interface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049" y="1896872"/>
            <a:ext cx="6629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Server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22172" y="1907468"/>
            <a:ext cx="88201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Session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Manager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1049" y="2144135"/>
            <a:ext cx="10674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WebAppDispatcher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54881" y="2154731"/>
            <a:ext cx="34925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Bridge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1049" y="2391398"/>
            <a:ext cx="13277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(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9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/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9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)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4263" y="2401994"/>
            <a:ext cx="30988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Client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1049" y="2638662"/>
            <a:ext cx="6546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WebDrivers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23233" y="2649258"/>
            <a:ext cx="480695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Selenium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1395" y="3291043"/>
            <a:ext cx="74739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Framework</a:t>
            </a:r>
            <a:endParaRPr sz="11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4968" y="3611393"/>
            <a:ext cx="1998980" cy="4400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Secure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Application Connectors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Automated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form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interaction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40023" y="1159440"/>
            <a:ext cx="6089903" cy="521512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468006" y="1379508"/>
            <a:ext cx="110617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Connection</a:t>
            </a:r>
            <a:r>
              <a:rPr sz="1150" b="1" spc="-1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Flow</a:t>
            </a:r>
            <a:endParaRPr sz="11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04327" y="1392835"/>
            <a:ext cx="12001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Step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by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step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process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64372" y="1819675"/>
            <a:ext cx="808990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900" b="1" spc="-40" dirty="0">
                <a:solidFill>
                  <a:srgbClr val="1D293B"/>
                </a:solidFill>
                <a:latin typeface="Arial"/>
                <a:cs typeface="Arial"/>
              </a:rPr>
              <a:t>Target</a:t>
            </a:r>
            <a:r>
              <a:rPr sz="900" b="1" spc="-20" dirty="0">
                <a:solidFill>
                  <a:srgbClr val="1D293B"/>
                </a:solidFill>
                <a:latin typeface="Arial"/>
                <a:cs typeface="Arial"/>
              </a:rPr>
              <a:t> WebApp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Login</a:t>
            </a:r>
            <a:r>
              <a:rPr sz="8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Page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601162" y="1159440"/>
            <a:ext cx="8581390" cy="2371725"/>
            <a:chOff x="3601162" y="929639"/>
            <a:chExt cx="8581390" cy="2371725"/>
          </a:xfrm>
        </p:grpSpPr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1162" y="2437588"/>
              <a:ext cx="139699" cy="12064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479279" y="929639"/>
              <a:ext cx="2703830" cy="2371725"/>
            </a:xfrm>
            <a:custGeom>
              <a:avLst/>
              <a:gdLst/>
              <a:ahLst/>
              <a:cxnLst/>
              <a:rect l="l" t="t" r="r" b="b"/>
              <a:pathLst>
                <a:path w="2703829" h="2371725">
                  <a:moveTo>
                    <a:pt x="2703210" y="2371343"/>
                  </a:moveTo>
                  <a:lnTo>
                    <a:pt x="0" y="2371343"/>
                  </a:lnTo>
                  <a:lnTo>
                    <a:pt x="0" y="0"/>
                  </a:lnTo>
                  <a:lnTo>
                    <a:pt x="2703210" y="0"/>
                  </a:lnTo>
                  <a:lnTo>
                    <a:pt x="2703210" y="40395"/>
                  </a:lnTo>
                  <a:lnTo>
                    <a:pt x="116464" y="40395"/>
                  </a:lnTo>
                  <a:lnTo>
                    <a:pt x="109898" y="40711"/>
                  </a:lnTo>
                  <a:lnTo>
                    <a:pt x="74236" y="55479"/>
                  </a:lnTo>
                  <a:lnTo>
                    <a:pt x="52737" y="87668"/>
                  </a:lnTo>
                  <a:lnTo>
                    <a:pt x="49895" y="106966"/>
                  </a:lnTo>
                  <a:lnTo>
                    <a:pt x="49895" y="2246741"/>
                  </a:lnTo>
                  <a:lnTo>
                    <a:pt x="61089" y="2283748"/>
                  </a:lnTo>
                  <a:lnTo>
                    <a:pt x="90982" y="2308250"/>
                  </a:lnTo>
                  <a:lnTo>
                    <a:pt x="116464" y="2313310"/>
                  </a:lnTo>
                  <a:lnTo>
                    <a:pt x="2703210" y="2313310"/>
                  </a:lnTo>
                  <a:lnTo>
                    <a:pt x="2703210" y="2371343"/>
                  </a:lnTo>
                  <a:close/>
                </a:path>
                <a:path w="2703829" h="2371725">
                  <a:moveTo>
                    <a:pt x="2703210" y="2313310"/>
                  </a:moveTo>
                  <a:lnTo>
                    <a:pt x="2627132" y="2313310"/>
                  </a:lnTo>
                  <a:lnTo>
                    <a:pt x="2633680" y="2312995"/>
                  </a:lnTo>
                  <a:lnTo>
                    <a:pt x="2640112" y="2312048"/>
                  </a:lnTo>
                  <a:lnTo>
                    <a:pt x="2674193" y="2293833"/>
                  </a:lnTo>
                  <a:lnTo>
                    <a:pt x="2692439" y="2259733"/>
                  </a:lnTo>
                  <a:lnTo>
                    <a:pt x="2693700" y="2246741"/>
                  </a:lnTo>
                  <a:lnTo>
                    <a:pt x="2693700" y="106966"/>
                  </a:lnTo>
                  <a:lnTo>
                    <a:pt x="2682491" y="69974"/>
                  </a:lnTo>
                  <a:lnTo>
                    <a:pt x="2652613" y="45460"/>
                  </a:lnTo>
                  <a:lnTo>
                    <a:pt x="2627132" y="40395"/>
                  </a:lnTo>
                  <a:lnTo>
                    <a:pt x="2703210" y="40395"/>
                  </a:lnTo>
                  <a:lnTo>
                    <a:pt x="2703210" y="231331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24391" y="965277"/>
              <a:ext cx="2653665" cy="2282825"/>
            </a:xfrm>
            <a:custGeom>
              <a:avLst/>
              <a:gdLst/>
              <a:ahLst/>
              <a:cxnLst/>
              <a:rect l="l" t="t" r="r" b="b"/>
              <a:pathLst>
                <a:path w="2653665" h="2282825">
                  <a:moveTo>
                    <a:pt x="2586659" y="2282430"/>
                  </a:moveTo>
                  <a:lnTo>
                    <a:pt x="66665" y="2282430"/>
                  </a:lnTo>
                  <a:lnTo>
                    <a:pt x="62006" y="2281973"/>
                  </a:lnTo>
                  <a:lnTo>
                    <a:pt x="24155" y="2264846"/>
                  </a:lnTo>
                  <a:lnTo>
                    <a:pt x="2282" y="2229611"/>
                  </a:lnTo>
                  <a:lnTo>
                    <a:pt x="0" y="2215783"/>
                  </a:lnTo>
                  <a:lnTo>
                    <a:pt x="0" y="2211104"/>
                  </a:lnTo>
                  <a:lnTo>
                    <a:pt x="0" y="66646"/>
                  </a:lnTo>
                  <a:lnTo>
                    <a:pt x="14645" y="27807"/>
                  </a:lnTo>
                  <a:lnTo>
                    <a:pt x="48311" y="3632"/>
                  </a:lnTo>
                  <a:lnTo>
                    <a:pt x="66665" y="0"/>
                  </a:lnTo>
                  <a:lnTo>
                    <a:pt x="2586659" y="0"/>
                  </a:lnTo>
                  <a:lnTo>
                    <a:pt x="2625555" y="14626"/>
                  </a:lnTo>
                  <a:lnTo>
                    <a:pt x="2649711" y="48358"/>
                  </a:lnTo>
                  <a:lnTo>
                    <a:pt x="2653325" y="66646"/>
                  </a:lnTo>
                  <a:lnTo>
                    <a:pt x="2653325" y="2215783"/>
                  </a:lnTo>
                  <a:lnTo>
                    <a:pt x="2638679" y="2254622"/>
                  </a:lnTo>
                  <a:lnTo>
                    <a:pt x="2605013" y="2278787"/>
                  </a:lnTo>
                  <a:lnTo>
                    <a:pt x="2591319" y="2281973"/>
                  </a:lnTo>
                  <a:lnTo>
                    <a:pt x="2586659" y="22824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524391" y="965277"/>
              <a:ext cx="2653665" cy="2282825"/>
            </a:xfrm>
            <a:custGeom>
              <a:avLst/>
              <a:gdLst/>
              <a:ahLst/>
              <a:cxnLst/>
              <a:rect l="l" t="t" r="r" b="b"/>
              <a:pathLst>
                <a:path w="2653665" h="2282825">
                  <a:moveTo>
                    <a:pt x="0" y="2211104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75" y="62006"/>
                  </a:lnTo>
                  <a:lnTo>
                    <a:pt x="1331" y="57412"/>
                  </a:lnTo>
                  <a:lnTo>
                    <a:pt x="2282" y="52819"/>
                  </a:lnTo>
                  <a:lnTo>
                    <a:pt x="3613" y="48358"/>
                  </a:lnTo>
                  <a:lnTo>
                    <a:pt x="5420" y="44031"/>
                  </a:lnTo>
                  <a:lnTo>
                    <a:pt x="7227" y="39704"/>
                  </a:lnTo>
                  <a:lnTo>
                    <a:pt x="20922" y="20893"/>
                  </a:lnTo>
                  <a:lnTo>
                    <a:pt x="24155" y="17574"/>
                  </a:lnTo>
                  <a:lnTo>
                    <a:pt x="27769" y="14626"/>
                  </a:lnTo>
                  <a:lnTo>
                    <a:pt x="31668" y="12020"/>
                  </a:lnTo>
                  <a:lnTo>
                    <a:pt x="35567" y="9415"/>
                  </a:lnTo>
                  <a:lnTo>
                    <a:pt x="39657" y="7218"/>
                  </a:lnTo>
                  <a:lnTo>
                    <a:pt x="44031" y="5430"/>
                  </a:lnTo>
                  <a:lnTo>
                    <a:pt x="48311" y="3632"/>
                  </a:lnTo>
                  <a:lnTo>
                    <a:pt x="52781" y="2282"/>
                  </a:lnTo>
                  <a:lnTo>
                    <a:pt x="57441" y="1369"/>
                  </a:lnTo>
                  <a:lnTo>
                    <a:pt x="62006" y="456"/>
                  </a:lnTo>
                  <a:lnTo>
                    <a:pt x="66665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59" y="0"/>
                  </a:lnTo>
                  <a:lnTo>
                    <a:pt x="2591319" y="456"/>
                  </a:lnTo>
                  <a:lnTo>
                    <a:pt x="2595884" y="1369"/>
                  </a:lnTo>
                  <a:lnTo>
                    <a:pt x="2600543" y="2282"/>
                  </a:lnTo>
                  <a:lnTo>
                    <a:pt x="2605013" y="3632"/>
                  </a:lnTo>
                  <a:lnTo>
                    <a:pt x="2609293" y="5430"/>
                  </a:lnTo>
                  <a:lnTo>
                    <a:pt x="2613572" y="7218"/>
                  </a:lnTo>
                  <a:lnTo>
                    <a:pt x="2632402" y="20893"/>
                  </a:lnTo>
                  <a:lnTo>
                    <a:pt x="2635731" y="24203"/>
                  </a:lnTo>
                  <a:lnTo>
                    <a:pt x="2647904" y="44031"/>
                  </a:lnTo>
                  <a:lnTo>
                    <a:pt x="2649711" y="48358"/>
                  </a:lnTo>
                  <a:lnTo>
                    <a:pt x="2651042" y="52819"/>
                  </a:lnTo>
                  <a:lnTo>
                    <a:pt x="2651993" y="57412"/>
                  </a:lnTo>
                  <a:lnTo>
                    <a:pt x="2652849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2211104"/>
                  </a:lnTo>
                  <a:lnTo>
                    <a:pt x="2653325" y="2215783"/>
                  </a:lnTo>
                  <a:lnTo>
                    <a:pt x="2652849" y="2220424"/>
                  </a:lnTo>
                  <a:lnTo>
                    <a:pt x="2651993" y="2225017"/>
                  </a:lnTo>
                  <a:lnTo>
                    <a:pt x="2651042" y="2229611"/>
                  </a:lnTo>
                  <a:lnTo>
                    <a:pt x="2649711" y="2234071"/>
                  </a:lnTo>
                  <a:lnTo>
                    <a:pt x="2647904" y="2238398"/>
                  </a:lnTo>
                  <a:lnTo>
                    <a:pt x="2646097" y="2242725"/>
                  </a:lnTo>
                  <a:lnTo>
                    <a:pt x="2632402" y="2261536"/>
                  </a:lnTo>
                  <a:lnTo>
                    <a:pt x="2629074" y="2264846"/>
                  </a:lnTo>
                  <a:lnTo>
                    <a:pt x="2609293" y="2276999"/>
                  </a:lnTo>
                  <a:lnTo>
                    <a:pt x="2605013" y="2278787"/>
                  </a:lnTo>
                  <a:lnTo>
                    <a:pt x="2600543" y="2280147"/>
                  </a:lnTo>
                  <a:lnTo>
                    <a:pt x="2595884" y="2281060"/>
                  </a:lnTo>
                  <a:lnTo>
                    <a:pt x="2591319" y="2281973"/>
                  </a:lnTo>
                  <a:lnTo>
                    <a:pt x="2586659" y="2282430"/>
                  </a:lnTo>
                  <a:lnTo>
                    <a:pt x="2581999" y="2282430"/>
                  </a:lnTo>
                  <a:lnTo>
                    <a:pt x="71325" y="2282430"/>
                  </a:lnTo>
                  <a:lnTo>
                    <a:pt x="66665" y="2282430"/>
                  </a:lnTo>
                  <a:lnTo>
                    <a:pt x="62006" y="2281973"/>
                  </a:lnTo>
                  <a:lnTo>
                    <a:pt x="57441" y="2281060"/>
                  </a:lnTo>
                  <a:lnTo>
                    <a:pt x="52781" y="2280147"/>
                  </a:lnTo>
                  <a:lnTo>
                    <a:pt x="48311" y="2278787"/>
                  </a:lnTo>
                  <a:lnTo>
                    <a:pt x="44031" y="2276999"/>
                  </a:lnTo>
                  <a:lnTo>
                    <a:pt x="39657" y="2275212"/>
                  </a:lnTo>
                  <a:lnTo>
                    <a:pt x="35567" y="2273015"/>
                  </a:lnTo>
                  <a:lnTo>
                    <a:pt x="31668" y="2270409"/>
                  </a:lnTo>
                  <a:lnTo>
                    <a:pt x="27769" y="2267803"/>
                  </a:lnTo>
                  <a:lnTo>
                    <a:pt x="24155" y="2264846"/>
                  </a:lnTo>
                  <a:lnTo>
                    <a:pt x="20922" y="2261536"/>
                  </a:lnTo>
                  <a:lnTo>
                    <a:pt x="17593" y="2258226"/>
                  </a:lnTo>
                  <a:lnTo>
                    <a:pt x="5420" y="2238398"/>
                  </a:lnTo>
                  <a:lnTo>
                    <a:pt x="3613" y="2234071"/>
                  </a:lnTo>
                  <a:lnTo>
                    <a:pt x="2282" y="2229611"/>
                  </a:lnTo>
                  <a:lnTo>
                    <a:pt x="1331" y="2225017"/>
                  </a:lnTo>
                  <a:lnTo>
                    <a:pt x="475" y="2220424"/>
                  </a:lnTo>
                  <a:lnTo>
                    <a:pt x="0" y="2215783"/>
                  </a:lnTo>
                  <a:lnTo>
                    <a:pt x="0" y="221110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81308" y="1156881"/>
              <a:ext cx="133349" cy="13652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800860" y="2628446"/>
            <a:ext cx="23685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Driver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must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match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800860" y="2839460"/>
            <a:ext cx="420116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Ensure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chromedriver.exe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or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msedgedriver.exe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matches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installed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877831" y="1341468"/>
            <a:ext cx="119316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75" dirty="0">
                <a:solidFill>
                  <a:srgbClr val="1D293B"/>
                </a:solidFill>
                <a:latin typeface="Arial"/>
                <a:cs typeface="Arial"/>
              </a:rPr>
              <a:t>Key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Requirements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681308" y="1665829"/>
            <a:ext cx="2339975" cy="504190"/>
          </a:xfrm>
          <a:custGeom>
            <a:avLst/>
            <a:gdLst/>
            <a:ahLst/>
            <a:cxnLst/>
            <a:rect l="l" t="t" r="r" b="b"/>
            <a:pathLst>
              <a:path w="2339975" h="504189">
                <a:moveTo>
                  <a:pt x="2306490" y="504036"/>
                </a:moveTo>
                <a:lnTo>
                  <a:pt x="33000" y="504036"/>
                </a:lnTo>
                <a:lnTo>
                  <a:pt x="28149" y="503066"/>
                </a:lnTo>
                <a:lnTo>
                  <a:pt x="951" y="475896"/>
                </a:lnTo>
                <a:lnTo>
                  <a:pt x="0" y="471036"/>
                </a:lnTo>
                <a:lnTo>
                  <a:pt x="0" y="465996"/>
                </a:lnTo>
                <a:lnTo>
                  <a:pt x="0" y="33000"/>
                </a:lnTo>
                <a:lnTo>
                  <a:pt x="28149" y="960"/>
                </a:lnTo>
                <a:lnTo>
                  <a:pt x="33000" y="0"/>
                </a:lnTo>
                <a:lnTo>
                  <a:pt x="2306490" y="0"/>
                </a:lnTo>
                <a:lnTo>
                  <a:pt x="2338540" y="28140"/>
                </a:lnTo>
                <a:lnTo>
                  <a:pt x="2339491" y="33000"/>
                </a:lnTo>
                <a:lnTo>
                  <a:pt x="2339491" y="471036"/>
                </a:lnTo>
                <a:lnTo>
                  <a:pt x="2311341" y="503066"/>
                </a:lnTo>
                <a:lnTo>
                  <a:pt x="2306490" y="504036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9744688" y="1682681"/>
            <a:ext cx="1273810" cy="40005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Browser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Support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100+,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103+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681308" y="2245947"/>
            <a:ext cx="2339975" cy="494665"/>
          </a:xfrm>
          <a:custGeom>
            <a:avLst/>
            <a:gdLst/>
            <a:ahLst/>
            <a:cxnLst/>
            <a:rect l="l" t="t" r="r" b="b"/>
            <a:pathLst>
              <a:path w="2339975" h="494664">
                <a:moveTo>
                  <a:pt x="2306490" y="494526"/>
                </a:moveTo>
                <a:lnTo>
                  <a:pt x="33000" y="494526"/>
                </a:lnTo>
                <a:lnTo>
                  <a:pt x="28149" y="493556"/>
                </a:lnTo>
                <a:lnTo>
                  <a:pt x="951" y="466386"/>
                </a:lnTo>
                <a:lnTo>
                  <a:pt x="0" y="461526"/>
                </a:lnTo>
                <a:lnTo>
                  <a:pt x="0" y="456486"/>
                </a:lnTo>
                <a:lnTo>
                  <a:pt x="0" y="33000"/>
                </a:lnTo>
                <a:lnTo>
                  <a:pt x="28149" y="960"/>
                </a:lnTo>
                <a:lnTo>
                  <a:pt x="33000" y="0"/>
                </a:lnTo>
                <a:lnTo>
                  <a:pt x="2306490" y="0"/>
                </a:lnTo>
                <a:lnTo>
                  <a:pt x="2338540" y="28140"/>
                </a:lnTo>
                <a:lnTo>
                  <a:pt x="2339491" y="33000"/>
                </a:lnTo>
                <a:lnTo>
                  <a:pt x="2339491" y="461526"/>
                </a:lnTo>
                <a:lnTo>
                  <a:pt x="2311341" y="493556"/>
                </a:lnTo>
                <a:lnTo>
                  <a:pt x="2306490" y="494526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744688" y="2262798"/>
            <a:ext cx="1430655" cy="40005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Driver</a:t>
            </a:r>
            <a:r>
              <a:rPr sz="1000" spc="-5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Matching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Must</a:t>
            </a:r>
            <a:r>
              <a:rPr sz="9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match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version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681308" y="2816555"/>
            <a:ext cx="2339975" cy="504190"/>
          </a:xfrm>
          <a:custGeom>
            <a:avLst/>
            <a:gdLst/>
            <a:ahLst/>
            <a:cxnLst/>
            <a:rect l="l" t="t" r="r" b="b"/>
            <a:pathLst>
              <a:path w="2339975" h="504189">
                <a:moveTo>
                  <a:pt x="2306490" y="504036"/>
                </a:moveTo>
                <a:lnTo>
                  <a:pt x="33000" y="504036"/>
                </a:lnTo>
                <a:lnTo>
                  <a:pt x="28149" y="503066"/>
                </a:lnTo>
                <a:lnTo>
                  <a:pt x="951" y="475896"/>
                </a:lnTo>
                <a:lnTo>
                  <a:pt x="0" y="471036"/>
                </a:lnTo>
                <a:lnTo>
                  <a:pt x="0" y="465996"/>
                </a:lnTo>
                <a:lnTo>
                  <a:pt x="0" y="33000"/>
                </a:lnTo>
                <a:lnTo>
                  <a:pt x="28149" y="960"/>
                </a:lnTo>
                <a:lnTo>
                  <a:pt x="33000" y="0"/>
                </a:lnTo>
                <a:lnTo>
                  <a:pt x="2306490" y="0"/>
                </a:lnTo>
                <a:lnTo>
                  <a:pt x="2338540" y="28140"/>
                </a:lnTo>
                <a:lnTo>
                  <a:pt x="2339491" y="33000"/>
                </a:lnTo>
                <a:lnTo>
                  <a:pt x="2339491" y="471036"/>
                </a:lnTo>
                <a:lnTo>
                  <a:pt x="2311341" y="503066"/>
                </a:lnTo>
                <a:lnTo>
                  <a:pt x="2306490" y="504036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9744688" y="2833407"/>
            <a:ext cx="1487170" cy="40005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Validation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Certificate</a:t>
            </a:r>
            <a:r>
              <a:rPr sz="9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</a:t>
            </a:r>
            <a:r>
              <a:rPr sz="900" spc="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required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479279" y="3603936"/>
            <a:ext cx="2703830" cy="1411605"/>
            <a:chOff x="9479279" y="3374135"/>
            <a:chExt cx="2703830" cy="1411605"/>
          </a:xfrm>
        </p:grpSpPr>
        <p:sp>
          <p:nvSpPr>
            <p:cNvPr id="57" name="object 57"/>
            <p:cNvSpPr/>
            <p:nvPr/>
          </p:nvSpPr>
          <p:spPr>
            <a:xfrm>
              <a:off x="9479279" y="3374135"/>
              <a:ext cx="2703830" cy="1411605"/>
            </a:xfrm>
            <a:custGeom>
              <a:avLst/>
              <a:gdLst/>
              <a:ahLst/>
              <a:cxnLst/>
              <a:rect l="l" t="t" r="r" b="b"/>
              <a:pathLst>
                <a:path w="2703829" h="1411604">
                  <a:moveTo>
                    <a:pt x="2703210" y="1411223"/>
                  </a:moveTo>
                  <a:lnTo>
                    <a:pt x="0" y="1411223"/>
                  </a:lnTo>
                  <a:lnTo>
                    <a:pt x="0" y="0"/>
                  </a:lnTo>
                  <a:lnTo>
                    <a:pt x="2703210" y="0"/>
                  </a:lnTo>
                  <a:lnTo>
                    <a:pt x="2703210" y="39989"/>
                  </a:lnTo>
                  <a:lnTo>
                    <a:pt x="116464" y="39989"/>
                  </a:lnTo>
                  <a:lnTo>
                    <a:pt x="109898" y="40309"/>
                  </a:lnTo>
                  <a:lnTo>
                    <a:pt x="74236" y="55084"/>
                  </a:lnTo>
                  <a:lnTo>
                    <a:pt x="52737" y="87279"/>
                  </a:lnTo>
                  <a:lnTo>
                    <a:pt x="49895" y="106588"/>
                  </a:lnTo>
                  <a:lnTo>
                    <a:pt x="49895" y="1285829"/>
                  </a:lnTo>
                  <a:lnTo>
                    <a:pt x="61089" y="1322820"/>
                  </a:lnTo>
                  <a:lnTo>
                    <a:pt x="90982" y="1347337"/>
                  </a:lnTo>
                  <a:lnTo>
                    <a:pt x="116464" y="1352397"/>
                  </a:lnTo>
                  <a:lnTo>
                    <a:pt x="2703210" y="1352397"/>
                  </a:lnTo>
                  <a:lnTo>
                    <a:pt x="2703210" y="1411223"/>
                  </a:lnTo>
                  <a:close/>
                </a:path>
                <a:path w="2703829" h="1411604">
                  <a:moveTo>
                    <a:pt x="2703210" y="1352397"/>
                  </a:moveTo>
                  <a:lnTo>
                    <a:pt x="2627132" y="1352397"/>
                  </a:lnTo>
                  <a:lnTo>
                    <a:pt x="2633680" y="1352082"/>
                  </a:lnTo>
                  <a:lnTo>
                    <a:pt x="2640112" y="1351136"/>
                  </a:lnTo>
                  <a:lnTo>
                    <a:pt x="2674193" y="1332890"/>
                  </a:lnTo>
                  <a:lnTo>
                    <a:pt x="2692439" y="1298821"/>
                  </a:lnTo>
                  <a:lnTo>
                    <a:pt x="2693700" y="1285829"/>
                  </a:lnTo>
                  <a:lnTo>
                    <a:pt x="2693700" y="106588"/>
                  </a:lnTo>
                  <a:lnTo>
                    <a:pt x="2682491" y="69582"/>
                  </a:lnTo>
                  <a:lnTo>
                    <a:pt x="2652613" y="45079"/>
                  </a:lnTo>
                  <a:lnTo>
                    <a:pt x="2627132" y="39989"/>
                  </a:lnTo>
                  <a:lnTo>
                    <a:pt x="2703210" y="39989"/>
                  </a:lnTo>
                  <a:lnTo>
                    <a:pt x="2703210" y="135239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524391" y="3409380"/>
              <a:ext cx="2653665" cy="1322070"/>
            </a:xfrm>
            <a:custGeom>
              <a:avLst/>
              <a:gdLst/>
              <a:ahLst/>
              <a:cxnLst/>
              <a:rect l="l" t="t" r="r" b="b"/>
              <a:pathLst>
                <a:path w="2653665" h="1322070">
                  <a:moveTo>
                    <a:pt x="2586659" y="1321907"/>
                  </a:moveTo>
                  <a:lnTo>
                    <a:pt x="66665" y="1321907"/>
                  </a:lnTo>
                  <a:lnTo>
                    <a:pt x="62006" y="1321451"/>
                  </a:lnTo>
                  <a:lnTo>
                    <a:pt x="24155" y="1304323"/>
                  </a:lnTo>
                  <a:lnTo>
                    <a:pt x="2282" y="1269088"/>
                  </a:lnTo>
                  <a:lnTo>
                    <a:pt x="0" y="1255260"/>
                  </a:lnTo>
                  <a:lnTo>
                    <a:pt x="0" y="1250581"/>
                  </a:lnTo>
                  <a:lnTo>
                    <a:pt x="0" y="66646"/>
                  </a:lnTo>
                  <a:lnTo>
                    <a:pt x="14645" y="27807"/>
                  </a:lnTo>
                  <a:lnTo>
                    <a:pt x="48311" y="3632"/>
                  </a:lnTo>
                  <a:lnTo>
                    <a:pt x="66665" y="0"/>
                  </a:lnTo>
                  <a:lnTo>
                    <a:pt x="2586659" y="0"/>
                  </a:lnTo>
                  <a:lnTo>
                    <a:pt x="2625555" y="14626"/>
                  </a:lnTo>
                  <a:lnTo>
                    <a:pt x="2649711" y="48358"/>
                  </a:lnTo>
                  <a:lnTo>
                    <a:pt x="2653325" y="66646"/>
                  </a:lnTo>
                  <a:lnTo>
                    <a:pt x="2653325" y="1255260"/>
                  </a:lnTo>
                  <a:lnTo>
                    <a:pt x="2638679" y="1294099"/>
                  </a:lnTo>
                  <a:lnTo>
                    <a:pt x="2605013" y="1318265"/>
                  </a:lnTo>
                  <a:lnTo>
                    <a:pt x="2591319" y="1321451"/>
                  </a:lnTo>
                  <a:lnTo>
                    <a:pt x="2586659" y="1321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524391" y="3409380"/>
              <a:ext cx="2653665" cy="1322070"/>
            </a:xfrm>
            <a:custGeom>
              <a:avLst/>
              <a:gdLst/>
              <a:ahLst/>
              <a:cxnLst/>
              <a:rect l="l" t="t" r="r" b="b"/>
              <a:pathLst>
                <a:path w="2653665" h="1322070">
                  <a:moveTo>
                    <a:pt x="0" y="125058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75" y="62006"/>
                  </a:lnTo>
                  <a:lnTo>
                    <a:pt x="17593" y="24203"/>
                  </a:lnTo>
                  <a:lnTo>
                    <a:pt x="20922" y="20893"/>
                  </a:lnTo>
                  <a:lnTo>
                    <a:pt x="24155" y="17574"/>
                  </a:lnTo>
                  <a:lnTo>
                    <a:pt x="27769" y="14626"/>
                  </a:lnTo>
                  <a:lnTo>
                    <a:pt x="31668" y="12020"/>
                  </a:lnTo>
                  <a:lnTo>
                    <a:pt x="35567" y="9415"/>
                  </a:lnTo>
                  <a:lnTo>
                    <a:pt x="39657" y="7218"/>
                  </a:lnTo>
                  <a:lnTo>
                    <a:pt x="44031" y="5430"/>
                  </a:lnTo>
                  <a:lnTo>
                    <a:pt x="48311" y="3632"/>
                  </a:lnTo>
                  <a:lnTo>
                    <a:pt x="52781" y="2282"/>
                  </a:lnTo>
                  <a:lnTo>
                    <a:pt x="57441" y="1369"/>
                  </a:lnTo>
                  <a:lnTo>
                    <a:pt x="62006" y="456"/>
                  </a:lnTo>
                  <a:lnTo>
                    <a:pt x="66665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59" y="0"/>
                  </a:lnTo>
                  <a:lnTo>
                    <a:pt x="2591319" y="456"/>
                  </a:lnTo>
                  <a:lnTo>
                    <a:pt x="2595884" y="1369"/>
                  </a:lnTo>
                  <a:lnTo>
                    <a:pt x="2600543" y="2282"/>
                  </a:lnTo>
                  <a:lnTo>
                    <a:pt x="2605013" y="3632"/>
                  </a:lnTo>
                  <a:lnTo>
                    <a:pt x="2609293" y="5430"/>
                  </a:lnTo>
                  <a:lnTo>
                    <a:pt x="2613572" y="7218"/>
                  </a:lnTo>
                  <a:lnTo>
                    <a:pt x="2632402" y="20893"/>
                  </a:lnTo>
                  <a:lnTo>
                    <a:pt x="2635731" y="24203"/>
                  </a:lnTo>
                  <a:lnTo>
                    <a:pt x="2652849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250581"/>
                  </a:lnTo>
                  <a:lnTo>
                    <a:pt x="2653325" y="1255260"/>
                  </a:lnTo>
                  <a:lnTo>
                    <a:pt x="2652849" y="1259901"/>
                  </a:lnTo>
                  <a:lnTo>
                    <a:pt x="2635731" y="1297704"/>
                  </a:lnTo>
                  <a:lnTo>
                    <a:pt x="2632402" y="1301013"/>
                  </a:lnTo>
                  <a:lnTo>
                    <a:pt x="2629074" y="1304323"/>
                  </a:lnTo>
                  <a:lnTo>
                    <a:pt x="2609293" y="1316477"/>
                  </a:lnTo>
                  <a:lnTo>
                    <a:pt x="2605013" y="1318265"/>
                  </a:lnTo>
                  <a:lnTo>
                    <a:pt x="2600543" y="1319625"/>
                  </a:lnTo>
                  <a:lnTo>
                    <a:pt x="2595884" y="1320538"/>
                  </a:lnTo>
                  <a:lnTo>
                    <a:pt x="2591319" y="1321451"/>
                  </a:lnTo>
                  <a:lnTo>
                    <a:pt x="2586659" y="1321907"/>
                  </a:lnTo>
                  <a:lnTo>
                    <a:pt x="2581999" y="1321907"/>
                  </a:lnTo>
                  <a:lnTo>
                    <a:pt x="71325" y="1321907"/>
                  </a:lnTo>
                  <a:lnTo>
                    <a:pt x="66665" y="1321907"/>
                  </a:lnTo>
                  <a:lnTo>
                    <a:pt x="62006" y="1321451"/>
                  </a:lnTo>
                  <a:lnTo>
                    <a:pt x="57441" y="1320538"/>
                  </a:lnTo>
                  <a:lnTo>
                    <a:pt x="52781" y="1319625"/>
                  </a:lnTo>
                  <a:lnTo>
                    <a:pt x="48311" y="1318265"/>
                  </a:lnTo>
                  <a:lnTo>
                    <a:pt x="44031" y="1316477"/>
                  </a:lnTo>
                  <a:lnTo>
                    <a:pt x="39657" y="1314689"/>
                  </a:lnTo>
                  <a:lnTo>
                    <a:pt x="35567" y="1312492"/>
                  </a:lnTo>
                  <a:lnTo>
                    <a:pt x="31668" y="1309886"/>
                  </a:lnTo>
                  <a:lnTo>
                    <a:pt x="27769" y="1307280"/>
                  </a:lnTo>
                  <a:lnTo>
                    <a:pt x="24155" y="1304323"/>
                  </a:lnTo>
                  <a:lnTo>
                    <a:pt x="20922" y="1301013"/>
                  </a:lnTo>
                  <a:lnTo>
                    <a:pt x="17593" y="1297704"/>
                  </a:lnTo>
                  <a:lnTo>
                    <a:pt x="475" y="1259901"/>
                  </a:lnTo>
                  <a:lnTo>
                    <a:pt x="0" y="1255260"/>
                  </a:lnTo>
                  <a:lnTo>
                    <a:pt x="0" y="125058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81307" y="3591473"/>
              <a:ext cx="133349" cy="136524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9877831" y="3785570"/>
            <a:ext cx="40513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Notes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68608" y="4103221"/>
            <a:ext cx="2258060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WebAppDispatcher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runs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 on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server</a:t>
            </a:r>
            <a:endParaRPr sz="1000">
              <a:latin typeface="Microsoft Sans Serif"/>
              <a:cs typeface="Microsoft Sans Serif"/>
            </a:endParaRPr>
          </a:p>
          <a:p>
            <a:pPr marL="109855" indent="-97155">
              <a:lnSpc>
                <a:spcPct val="100000"/>
              </a:lnSpc>
              <a:spcBef>
                <a:spcPts val="819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Supports</a:t>
            </a:r>
            <a:r>
              <a:rPr sz="10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32-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bit</a:t>
            </a:r>
            <a:r>
              <a:rPr sz="10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000" spc="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64738B"/>
                </a:solidFill>
                <a:latin typeface="Microsoft Sans Serif"/>
                <a:cs typeface="Microsoft Sans Serif"/>
              </a:rPr>
              <a:t>64-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bit</a:t>
            </a:r>
            <a:r>
              <a:rPr sz="10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dispatchers</a:t>
            </a:r>
            <a:endParaRPr sz="1000">
              <a:latin typeface="Microsoft Sans Serif"/>
              <a:cs typeface="Microsoft Sans Serif"/>
            </a:endParaRPr>
          </a:p>
          <a:p>
            <a:pPr marL="109855" indent="-97155">
              <a:lnSpc>
                <a:spcPct val="100000"/>
              </a:lnSpc>
              <a:spcBef>
                <a:spcPts val="825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Automatic</a:t>
            </a:r>
            <a:r>
              <a:rPr sz="100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fallback</a:t>
            </a:r>
            <a:r>
              <a:rPr sz="10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0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32-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bit</a:t>
            </a:r>
            <a:r>
              <a:rPr sz="10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if</a:t>
            </a:r>
            <a:r>
              <a:rPr sz="10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needed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88222" y="1819675"/>
            <a:ext cx="631190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900" b="1" spc="-20" dirty="0">
                <a:solidFill>
                  <a:srgbClr val="1D293B"/>
                </a:solidFill>
                <a:latin typeface="Arial"/>
                <a:cs typeface="Arial"/>
              </a:rPr>
              <a:t>PVWA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User</a:t>
            </a:r>
            <a:r>
              <a:rPr sz="8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Request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569622" y="2027083"/>
            <a:ext cx="1243330" cy="85725"/>
            <a:chOff x="4569622" y="1797282"/>
            <a:chExt cx="1243330" cy="85725"/>
          </a:xfrm>
        </p:grpSpPr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69622" y="1797282"/>
              <a:ext cx="101599" cy="8572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10854" y="1797282"/>
              <a:ext cx="101599" cy="85724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4743104" y="1819675"/>
            <a:ext cx="803910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900" b="1" spc="-50" dirty="0">
                <a:solidFill>
                  <a:srgbClr val="1D293B"/>
                </a:solidFill>
                <a:latin typeface="Arial"/>
                <a:cs typeface="Arial"/>
              </a:rPr>
              <a:t>PSM</a:t>
            </a:r>
            <a:r>
              <a:rPr sz="900" b="1" spc="-4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D293B"/>
                </a:solidFill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Session Manager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874067" y="1819675"/>
            <a:ext cx="1008380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900" b="1" spc="-40" dirty="0">
                <a:solidFill>
                  <a:srgbClr val="1D293B"/>
                </a:solidFill>
                <a:latin typeface="Arial"/>
                <a:cs typeface="Arial"/>
              </a:rPr>
              <a:t>WebAppDispatcher</a:t>
            </a:r>
            <a:endParaRPr sz="9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515"/>
              </a:spcBef>
            </a:pP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Bridge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852056" y="2027083"/>
            <a:ext cx="1243330" cy="85725"/>
            <a:chOff x="6852056" y="1797282"/>
            <a:chExt cx="1243330" cy="85725"/>
          </a:xfrm>
        </p:grpSpPr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52056" y="1797282"/>
              <a:ext cx="101599" cy="857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93257" y="1797282"/>
              <a:ext cx="101599" cy="85724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7105029" y="1826418"/>
            <a:ext cx="645160" cy="41655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900" b="1" spc="-10" dirty="0">
                <a:solidFill>
                  <a:srgbClr val="1D293B"/>
                </a:solidFill>
                <a:latin typeface="Arial"/>
                <a:cs typeface="Arial"/>
              </a:rPr>
              <a:t>Browser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850" spc="-10" dirty="0">
                <a:solidFill>
                  <a:srgbClr val="64738B"/>
                </a:solidFill>
                <a:latin typeface="Maiandra GD"/>
                <a:cs typeface="Maiandra GD"/>
              </a:rPr>
              <a:t>/</a:t>
            </a: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77215" y="6400800"/>
            <a:ext cx="19818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562EB"/>
                </a:solidFill>
                <a:latin typeface="Microsoft Sans Serif"/>
                <a:cs typeface="Microsoft Sans Serif"/>
              </a:rPr>
              <a:t>CyberArk</a:t>
            </a:r>
            <a:r>
              <a:rPr sz="1000" spc="28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950" spc="175" dirty="0">
                <a:solidFill>
                  <a:srgbClr val="64738B"/>
                </a:solidFill>
                <a:latin typeface="Microsoft Sans Serif"/>
                <a:cs typeface="Microsoft Sans Serif"/>
              </a:rPr>
              <a:t>•</a:t>
            </a:r>
            <a:r>
              <a:rPr sz="950" spc="3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101974" y="6477000"/>
            <a:ext cx="7131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Page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2</a:t>
            </a:r>
            <a:r>
              <a:rPr sz="95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of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25</a:t>
            </a:r>
            <a:endParaRPr sz="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37323"/>
            <a:ext cx="5165090" cy="773288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800" spc="85" dirty="0"/>
              <a:t>32-</a:t>
            </a:r>
            <a:r>
              <a:rPr sz="3200" spc="-85" dirty="0"/>
              <a:t>bit</a:t>
            </a:r>
            <a:r>
              <a:rPr sz="3200" spc="-75" dirty="0"/>
              <a:t> </a:t>
            </a:r>
            <a:r>
              <a:rPr sz="3200" spc="-110" dirty="0"/>
              <a:t>vs</a:t>
            </a:r>
            <a:r>
              <a:rPr sz="3200" spc="-75" dirty="0"/>
              <a:t> </a:t>
            </a:r>
            <a:r>
              <a:rPr sz="2800" spc="114" dirty="0"/>
              <a:t>64-</a:t>
            </a:r>
            <a:r>
              <a:rPr sz="3200" spc="-85" dirty="0"/>
              <a:t>bit</a:t>
            </a:r>
            <a:r>
              <a:rPr sz="3200" spc="-75" dirty="0"/>
              <a:t> </a:t>
            </a:r>
            <a:r>
              <a:rPr sz="3200" spc="-10" dirty="0"/>
              <a:t>Dispatcher</a:t>
            </a:r>
            <a:endParaRPr sz="2800" dirty="0"/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Architecture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comparison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configuration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options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 for </a:t>
            </a:r>
            <a:r>
              <a:rPr sz="1150" b="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b="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WebApp</a:t>
            </a:r>
            <a:endParaRPr sz="115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542559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554163"/>
            <a:ext cx="389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1075118"/>
            <a:ext cx="11412220" cy="400050"/>
            <a:chOff x="389907" y="770313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9"/>
              <a:ext cx="133349" cy="136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9560" y="906459"/>
              <a:ext cx="126999" cy="1238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8110" y="1170413"/>
            <a:ext cx="38538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26895" algn="l"/>
              </a:tabLst>
            </a:pPr>
            <a:r>
              <a:rPr sz="105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14.6+</a:t>
            </a:r>
            <a:r>
              <a:rPr sz="1050" spc="-1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defaults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to</a:t>
            </a:r>
            <a:r>
              <a:rPr sz="105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b="1" spc="70" dirty="0">
                <a:solidFill>
                  <a:srgbClr val="2562EB"/>
                </a:solidFill>
                <a:latin typeface="Arial"/>
                <a:cs typeface="Arial"/>
              </a:rPr>
              <a:t>64-</a:t>
            </a:r>
            <a:r>
              <a:rPr sz="1100" b="1" spc="-25" dirty="0">
                <a:solidFill>
                  <a:srgbClr val="2562EB"/>
                </a:solidFill>
                <a:latin typeface="Arial"/>
                <a:cs typeface="Arial"/>
              </a:rPr>
              <a:t>bit</a:t>
            </a:r>
            <a:r>
              <a:rPr sz="1100" b="1" dirty="0">
                <a:solidFill>
                  <a:srgbClr val="2562EB"/>
                </a:solidFill>
                <a:latin typeface="Arial"/>
                <a:cs typeface="Arial"/>
              </a:rPr>
              <a:t>	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Fallback</a:t>
            </a:r>
            <a:r>
              <a:rPr sz="1050" spc="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to</a:t>
            </a:r>
            <a:r>
              <a:rPr sz="1050" spc="1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b="1" spc="55" dirty="0">
                <a:solidFill>
                  <a:srgbClr val="2562EB"/>
                </a:solidFill>
                <a:latin typeface="Arial"/>
                <a:cs typeface="Arial"/>
              </a:rPr>
              <a:t>32-</a:t>
            </a:r>
            <a:r>
              <a:rPr sz="1100" b="1" spc="-50" dirty="0">
                <a:solidFill>
                  <a:srgbClr val="2562EB"/>
                </a:solidFill>
                <a:latin typeface="Arial"/>
                <a:cs typeface="Arial"/>
              </a:rPr>
              <a:t>bit</a:t>
            </a:r>
            <a:r>
              <a:rPr sz="1100" b="1" spc="-20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for</a:t>
            </a:r>
            <a:r>
              <a:rPr sz="1050" spc="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compatibility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7468" y="1204914"/>
            <a:ext cx="133349" cy="1365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013991" y="1170413"/>
            <a:ext cx="1815464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Manual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 path</a:t>
            </a:r>
            <a:r>
              <a:rPr sz="1050" spc="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60" dirty="0">
                <a:solidFill>
                  <a:srgbClr val="2562EB"/>
                </a:solidFill>
                <a:latin typeface="Arial"/>
                <a:cs typeface="Arial"/>
              </a:rPr>
              <a:t>override</a:t>
            </a:r>
            <a:r>
              <a:rPr sz="1100" b="1" spc="-5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2562EB"/>
                </a:solidFill>
                <a:latin typeface="Arial"/>
                <a:cs typeface="Arial"/>
              </a:rPr>
              <a:t>possible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9907" y="1626705"/>
            <a:ext cx="5630545" cy="2919730"/>
            <a:chOff x="389907" y="1321900"/>
            <a:chExt cx="5630545" cy="2919730"/>
          </a:xfrm>
        </p:grpSpPr>
        <p:sp>
          <p:nvSpPr>
            <p:cNvPr id="14" name="object 14"/>
            <p:cNvSpPr/>
            <p:nvPr/>
          </p:nvSpPr>
          <p:spPr>
            <a:xfrm>
              <a:off x="394670" y="1326663"/>
              <a:ext cx="5621020" cy="2910205"/>
            </a:xfrm>
            <a:custGeom>
              <a:avLst/>
              <a:gdLst/>
              <a:ahLst/>
              <a:cxnLst/>
              <a:rect l="l" t="t" r="r" b="b"/>
              <a:pathLst>
                <a:path w="5621020" h="2910204">
                  <a:moveTo>
                    <a:pt x="0" y="2838772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2838772"/>
                  </a:lnTo>
                  <a:lnTo>
                    <a:pt x="5620484" y="2843451"/>
                  </a:lnTo>
                  <a:lnTo>
                    <a:pt x="5620028" y="2848092"/>
                  </a:lnTo>
                  <a:lnTo>
                    <a:pt x="5619115" y="2852685"/>
                  </a:lnTo>
                  <a:lnTo>
                    <a:pt x="5618202" y="2857279"/>
                  </a:lnTo>
                  <a:lnTo>
                    <a:pt x="5599590" y="2889204"/>
                  </a:lnTo>
                  <a:lnTo>
                    <a:pt x="5596281" y="2892514"/>
                  </a:lnTo>
                  <a:lnTo>
                    <a:pt x="5563071" y="2908729"/>
                  </a:lnTo>
                  <a:lnTo>
                    <a:pt x="5558478" y="2909642"/>
                  </a:lnTo>
                  <a:lnTo>
                    <a:pt x="5553837" y="2910098"/>
                  </a:lnTo>
                  <a:lnTo>
                    <a:pt x="5549158" y="2910098"/>
                  </a:lnTo>
                  <a:lnTo>
                    <a:pt x="71325" y="2910098"/>
                  </a:lnTo>
                  <a:lnTo>
                    <a:pt x="66642" y="2910098"/>
                  </a:lnTo>
                  <a:lnTo>
                    <a:pt x="62004" y="2909642"/>
                  </a:lnTo>
                  <a:lnTo>
                    <a:pt x="57410" y="2908729"/>
                  </a:lnTo>
                  <a:lnTo>
                    <a:pt x="52817" y="2907816"/>
                  </a:lnTo>
                  <a:lnTo>
                    <a:pt x="48357" y="2906456"/>
                  </a:lnTo>
                  <a:lnTo>
                    <a:pt x="44030" y="2904668"/>
                  </a:lnTo>
                  <a:lnTo>
                    <a:pt x="39703" y="2902880"/>
                  </a:lnTo>
                  <a:lnTo>
                    <a:pt x="9418" y="2874502"/>
                  </a:lnTo>
                  <a:lnTo>
                    <a:pt x="1370" y="2852685"/>
                  </a:lnTo>
                  <a:lnTo>
                    <a:pt x="456" y="2848092"/>
                  </a:lnTo>
                  <a:lnTo>
                    <a:pt x="0" y="2843451"/>
                  </a:lnTo>
                  <a:lnTo>
                    <a:pt x="0" y="2838772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1587" y="1721333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1492882"/>
              <a:ext cx="152399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7130" y="1758838"/>
            <a:ext cx="115506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dirty="0">
                <a:solidFill>
                  <a:srgbClr val="1D293B"/>
                </a:solidFill>
                <a:latin typeface="Arial"/>
                <a:cs typeface="Arial"/>
              </a:rPr>
              <a:t>32-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bit</a:t>
            </a:r>
            <a:r>
              <a:rPr sz="1150" b="1" spc="9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Dispatcher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1587" y="2149770"/>
            <a:ext cx="5306695" cy="475615"/>
            <a:chOff x="551587" y="1844965"/>
            <a:chExt cx="5306695" cy="475615"/>
          </a:xfrm>
        </p:grpSpPr>
        <p:sp>
          <p:nvSpPr>
            <p:cNvPr id="19" name="object 19"/>
            <p:cNvSpPr/>
            <p:nvPr/>
          </p:nvSpPr>
          <p:spPr>
            <a:xfrm>
              <a:off x="551587" y="1844965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2996" y="475506"/>
                  </a:lnTo>
                  <a:lnTo>
                    <a:pt x="28143" y="474536"/>
                  </a:lnTo>
                  <a:lnTo>
                    <a:pt x="965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9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800" y="1955792"/>
              <a:ext cx="101599" cy="7302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05170" y="2190417"/>
            <a:ext cx="280543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Legacy</a:t>
            </a:r>
            <a:r>
              <a:rPr sz="1000" spc="-3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Support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Compatible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older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applications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and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plugins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1587" y="2701357"/>
            <a:ext cx="5306695" cy="466090"/>
            <a:chOff x="551587" y="2396552"/>
            <a:chExt cx="5306695" cy="466090"/>
          </a:xfrm>
        </p:grpSpPr>
        <p:sp>
          <p:nvSpPr>
            <p:cNvPr id="23" name="object 23"/>
            <p:cNvSpPr/>
            <p:nvPr/>
          </p:nvSpPr>
          <p:spPr>
            <a:xfrm>
              <a:off x="551587" y="2396552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2996" y="465996"/>
                  </a:lnTo>
                  <a:lnTo>
                    <a:pt x="28143" y="465026"/>
                  </a:lnTo>
                  <a:lnTo>
                    <a:pt x="965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9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800" y="2507380"/>
              <a:ext cx="101599" cy="7302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05170" y="2751002"/>
            <a:ext cx="18700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105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Marketplace</a:t>
            </a:r>
            <a:r>
              <a:rPr sz="1000" spc="-5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Connectors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Still</a:t>
            </a:r>
            <a:r>
              <a:rPr sz="100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uses</a:t>
            </a:r>
            <a:r>
              <a:rPr sz="10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32-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r>
              <a:rPr sz="10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Connector</a:t>
            </a:r>
            <a:r>
              <a:rPr sz="10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folders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1587" y="3243434"/>
            <a:ext cx="5306695" cy="475615"/>
            <a:chOff x="551587" y="2938629"/>
            <a:chExt cx="5306695" cy="475615"/>
          </a:xfrm>
        </p:grpSpPr>
        <p:sp>
          <p:nvSpPr>
            <p:cNvPr id="27" name="object 27"/>
            <p:cNvSpPr/>
            <p:nvPr/>
          </p:nvSpPr>
          <p:spPr>
            <a:xfrm>
              <a:off x="551587" y="2938629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2996" y="475506"/>
                  </a:lnTo>
                  <a:lnTo>
                    <a:pt x="28143" y="474536"/>
                  </a:lnTo>
                  <a:lnTo>
                    <a:pt x="965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9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668" y="3027232"/>
              <a:ext cx="114299" cy="1174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05170" y="3284081"/>
            <a:ext cx="232410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solidFill>
                  <a:srgbClr val="1D293B"/>
                </a:solidFill>
                <a:latin typeface="Microsoft Sans Serif"/>
                <a:cs typeface="Microsoft Sans Serif"/>
              </a:rPr>
              <a:t>Path</a:t>
            </a:r>
            <a:r>
              <a:rPr sz="1000" spc="-3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Override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00" spc="4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{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PSMComponentsFolder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32}</a:t>
            </a:r>
            <a:r>
              <a:rPr sz="950" spc="6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00" spc="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32-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1587" y="3795022"/>
            <a:ext cx="5306695" cy="466090"/>
            <a:chOff x="551587" y="3490217"/>
            <a:chExt cx="5306695" cy="466090"/>
          </a:xfrm>
        </p:grpSpPr>
        <p:sp>
          <p:nvSpPr>
            <p:cNvPr id="31" name="object 31"/>
            <p:cNvSpPr/>
            <p:nvPr/>
          </p:nvSpPr>
          <p:spPr>
            <a:xfrm>
              <a:off x="551587" y="3490217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2996" y="465996"/>
                  </a:lnTo>
                  <a:lnTo>
                    <a:pt x="28143" y="465026"/>
                  </a:lnTo>
                  <a:lnTo>
                    <a:pt x="965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9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493" y="3585169"/>
              <a:ext cx="120649" cy="10477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05170" y="3835669"/>
            <a:ext cx="201930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Compatibility</a:t>
            </a:r>
            <a:r>
              <a:rPr sz="1000" spc="1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Mode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System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reverts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if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34054"/>
                </a:solidFill>
                <a:latin typeface="Microsoft Sans Serif"/>
                <a:cs typeface="Microsoft Sans Serif"/>
              </a:rPr>
              <a:t>64-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bit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unsupported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172064" y="1626705"/>
            <a:ext cx="5630545" cy="2919730"/>
            <a:chOff x="6172064" y="1321900"/>
            <a:chExt cx="5630545" cy="2919730"/>
          </a:xfrm>
        </p:grpSpPr>
        <p:sp>
          <p:nvSpPr>
            <p:cNvPr id="35" name="object 35"/>
            <p:cNvSpPr/>
            <p:nvPr/>
          </p:nvSpPr>
          <p:spPr>
            <a:xfrm>
              <a:off x="6176826" y="1326663"/>
              <a:ext cx="5621020" cy="2910205"/>
            </a:xfrm>
            <a:custGeom>
              <a:avLst/>
              <a:gdLst/>
              <a:ahLst/>
              <a:cxnLst/>
              <a:rect l="l" t="t" r="r" b="b"/>
              <a:pathLst>
                <a:path w="5621020" h="2910204">
                  <a:moveTo>
                    <a:pt x="0" y="2838772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2838772"/>
                  </a:lnTo>
                  <a:lnTo>
                    <a:pt x="5620484" y="2843451"/>
                  </a:lnTo>
                  <a:lnTo>
                    <a:pt x="5620009" y="2848092"/>
                  </a:lnTo>
                  <a:lnTo>
                    <a:pt x="5602890" y="2885895"/>
                  </a:lnTo>
                  <a:lnTo>
                    <a:pt x="5599562" y="2889204"/>
                  </a:lnTo>
                  <a:lnTo>
                    <a:pt x="5596328" y="2892514"/>
                  </a:lnTo>
                  <a:lnTo>
                    <a:pt x="5576452" y="2904668"/>
                  </a:lnTo>
                  <a:lnTo>
                    <a:pt x="5572173" y="2906456"/>
                  </a:lnTo>
                  <a:lnTo>
                    <a:pt x="5567703" y="2907816"/>
                  </a:lnTo>
                  <a:lnTo>
                    <a:pt x="5563043" y="2908729"/>
                  </a:lnTo>
                  <a:lnTo>
                    <a:pt x="5558478" y="2909642"/>
                  </a:lnTo>
                  <a:lnTo>
                    <a:pt x="5553818" y="2910098"/>
                  </a:lnTo>
                  <a:lnTo>
                    <a:pt x="5549158" y="2910098"/>
                  </a:lnTo>
                  <a:lnTo>
                    <a:pt x="71325" y="2910098"/>
                  </a:lnTo>
                  <a:lnTo>
                    <a:pt x="66646" y="2910098"/>
                  </a:lnTo>
                  <a:lnTo>
                    <a:pt x="62006" y="2909642"/>
                  </a:lnTo>
                  <a:lnTo>
                    <a:pt x="57412" y="2908729"/>
                  </a:lnTo>
                  <a:lnTo>
                    <a:pt x="52819" y="2907816"/>
                  </a:lnTo>
                  <a:lnTo>
                    <a:pt x="20893" y="2889204"/>
                  </a:lnTo>
                  <a:lnTo>
                    <a:pt x="17574" y="2885895"/>
                  </a:lnTo>
                  <a:lnTo>
                    <a:pt x="14617" y="2882290"/>
                  </a:lnTo>
                  <a:lnTo>
                    <a:pt x="12020" y="2878401"/>
                  </a:lnTo>
                  <a:lnTo>
                    <a:pt x="9415" y="2874502"/>
                  </a:lnTo>
                  <a:lnTo>
                    <a:pt x="7218" y="2870393"/>
                  </a:lnTo>
                  <a:lnTo>
                    <a:pt x="5430" y="2866066"/>
                  </a:lnTo>
                  <a:lnTo>
                    <a:pt x="3632" y="2861739"/>
                  </a:lnTo>
                  <a:lnTo>
                    <a:pt x="2282" y="2857279"/>
                  </a:lnTo>
                  <a:lnTo>
                    <a:pt x="1369" y="2852685"/>
                  </a:lnTo>
                  <a:lnTo>
                    <a:pt x="456" y="2848092"/>
                  </a:lnTo>
                  <a:lnTo>
                    <a:pt x="0" y="2843451"/>
                  </a:lnTo>
                  <a:lnTo>
                    <a:pt x="0" y="2838772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33743" y="1721333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3743" y="1502407"/>
              <a:ext cx="152399" cy="13334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549287" y="1758838"/>
            <a:ext cx="116141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60" dirty="0">
                <a:solidFill>
                  <a:srgbClr val="1D293B"/>
                </a:solidFill>
                <a:latin typeface="Arial"/>
                <a:cs typeface="Arial"/>
              </a:rPr>
              <a:t>64-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bit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Dispatcher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33744" y="2149770"/>
            <a:ext cx="5306695" cy="475615"/>
            <a:chOff x="6333744" y="1844965"/>
            <a:chExt cx="5306695" cy="475615"/>
          </a:xfrm>
        </p:grpSpPr>
        <p:sp>
          <p:nvSpPr>
            <p:cNvPr id="40" name="object 40"/>
            <p:cNvSpPr/>
            <p:nvPr/>
          </p:nvSpPr>
          <p:spPr>
            <a:xfrm>
              <a:off x="6333744" y="1844965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3000" y="475506"/>
                  </a:lnTo>
                  <a:lnTo>
                    <a:pt x="28140" y="474536"/>
                  </a:lnTo>
                  <a:lnTo>
                    <a:pt x="960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0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1955792"/>
              <a:ext cx="101599" cy="7302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587327" y="2190417"/>
            <a:ext cx="180340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Default</a:t>
            </a:r>
            <a:r>
              <a:rPr sz="1000" spc="-5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(14.6+)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All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90" dirty="0">
                <a:solidFill>
                  <a:srgbClr val="334054"/>
                </a:solidFill>
                <a:latin typeface="Microsoft Sans Serif"/>
                <a:cs typeface="Microsoft Sans Serif"/>
              </a:rPr>
              <a:t>OOTB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components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34054"/>
                </a:solidFill>
                <a:latin typeface="Microsoft Sans Serif"/>
                <a:cs typeface="Microsoft Sans Serif"/>
              </a:rPr>
              <a:t>64-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333744" y="2701357"/>
            <a:ext cx="5306695" cy="466090"/>
            <a:chOff x="6333744" y="2396552"/>
            <a:chExt cx="5306695" cy="466090"/>
          </a:xfrm>
        </p:grpSpPr>
        <p:sp>
          <p:nvSpPr>
            <p:cNvPr id="44" name="object 44"/>
            <p:cNvSpPr/>
            <p:nvPr/>
          </p:nvSpPr>
          <p:spPr>
            <a:xfrm>
              <a:off x="6333744" y="2396552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3000" y="465996"/>
                  </a:lnTo>
                  <a:lnTo>
                    <a:pt x="28140" y="465026"/>
                  </a:lnTo>
                  <a:lnTo>
                    <a:pt x="960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0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2507380"/>
              <a:ext cx="101599" cy="7302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587327" y="2751002"/>
            <a:ext cx="15011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105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Performance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Improved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memory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handling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33744" y="3243434"/>
            <a:ext cx="5306695" cy="475615"/>
            <a:chOff x="6333744" y="2938629"/>
            <a:chExt cx="5306695" cy="475615"/>
          </a:xfrm>
        </p:grpSpPr>
        <p:sp>
          <p:nvSpPr>
            <p:cNvPr id="48" name="object 48"/>
            <p:cNvSpPr/>
            <p:nvPr/>
          </p:nvSpPr>
          <p:spPr>
            <a:xfrm>
              <a:off x="6333744" y="2938629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3000" y="475506"/>
                  </a:lnTo>
                  <a:lnTo>
                    <a:pt x="28140" y="474536"/>
                  </a:lnTo>
                  <a:lnTo>
                    <a:pt x="960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0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3049457"/>
              <a:ext cx="101599" cy="7302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587327" y="3284081"/>
            <a:ext cx="1346200" cy="349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5"/>
              </a:spcBef>
            </a:pP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New</a:t>
            </a:r>
            <a:r>
              <a:rPr sz="1000" spc="-3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Components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Automatically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34054"/>
                </a:solidFill>
                <a:latin typeface="Microsoft Sans Serif"/>
                <a:cs typeface="Microsoft Sans Serif"/>
              </a:rPr>
              <a:t>64-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333744" y="3795022"/>
            <a:ext cx="5306695" cy="466090"/>
            <a:chOff x="6333744" y="3490217"/>
            <a:chExt cx="5306695" cy="466090"/>
          </a:xfrm>
        </p:grpSpPr>
        <p:sp>
          <p:nvSpPr>
            <p:cNvPr id="52" name="object 52"/>
            <p:cNvSpPr/>
            <p:nvPr/>
          </p:nvSpPr>
          <p:spPr>
            <a:xfrm>
              <a:off x="6333744" y="3490217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3000" y="465996"/>
                  </a:lnTo>
                  <a:lnTo>
                    <a:pt x="28140" y="465026"/>
                  </a:lnTo>
                  <a:lnTo>
                    <a:pt x="960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0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3601044"/>
              <a:ext cx="101599" cy="73024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6587327" y="3835669"/>
            <a:ext cx="156400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Secure</a:t>
            </a:r>
            <a:r>
              <a:rPr sz="1000" spc="-3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Framework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Application</a:t>
            </a:r>
            <a:r>
              <a:rPr sz="1000" spc="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Connectors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89915" y="4774565"/>
            <a:ext cx="11412220" cy="1626235"/>
            <a:chOff x="389915" y="4469760"/>
            <a:chExt cx="11412220" cy="1626235"/>
          </a:xfrm>
        </p:grpSpPr>
        <p:sp>
          <p:nvSpPr>
            <p:cNvPr id="56" name="object 56"/>
            <p:cNvSpPr/>
            <p:nvPr/>
          </p:nvSpPr>
          <p:spPr>
            <a:xfrm>
              <a:off x="389915" y="4469760"/>
              <a:ext cx="11412220" cy="1626235"/>
            </a:xfrm>
            <a:custGeom>
              <a:avLst/>
              <a:gdLst/>
              <a:ahLst/>
              <a:cxnLst/>
              <a:rect l="l" t="t" r="r" b="b"/>
              <a:pathLst>
                <a:path w="11412220" h="1626235">
                  <a:moveTo>
                    <a:pt x="11341110" y="1626231"/>
                  </a:moveTo>
                  <a:lnTo>
                    <a:pt x="71085" y="1626231"/>
                  </a:lnTo>
                  <a:lnTo>
                    <a:pt x="66138" y="1625746"/>
                  </a:lnTo>
                  <a:lnTo>
                    <a:pt x="29659" y="1610634"/>
                  </a:lnTo>
                  <a:lnTo>
                    <a:pt x="3879" y="1574648"/>
                  </a:lnTo>
                  <a:lnTo>
                    <a:pt x="0" y="1555143"/>
                  </a:lnTo>
                  <a:lnTo>
                    <a:pt x="0" y="1550150"/>
                  </a:lnTo>
                  <a:lnTo>
                    <a:pt x="0" y="71088"/>
                  </a:lnTo>
                  <a:lnTo>
                    <a:pt x="15597" y="29662"/>
                  </a:lnTo>
                  <a:lnTo>
                    <a:pt x="51581" y="3880"/>
                  </a:lnTo>
                  <a:lnTo>
                    <a:pt x="71085" y="0"/>
                  </a:lnTo>
                  <a:lnTo>
                    <a:pt x="11341110" y="0"/>
                  </a:lnTo>
                  <a:lnTo>
                    <a:pt x="11382479" y="15596"/>
                  </a:lnTo>
                  <a:lnTo>
                    <a:pt x="11408252" y="51582"/>
                  </a:lnTo>
                  <a:lnTo>
                    <a:pt x="11412151" y="71088"/>
                  </a:lnTo>
                  <a:lnTo>
                    <a:pt x="11412151" y="1555143"/>
                  </a:lnTo>
                  <a:lnTo>
                    <a:pt x="11396554" y="1596569"/>
                  </a:lnTo>
                  <a:lnTo>
                    <a:pt x="11360606" y="1622351"/>
                  </a:lnTo>
                  <a:lnTo>
                    <a:pt x="11346055" y="1625746"/>
                  </a:lnTo>
                  <a:lnTo>
                    <a:pt x="11341110" y="1626231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2077" y="4596402"/>
              <a:ext cx="142874" cy="117474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529377" y="4872657"/>
            <a:ext cx="6555105" cy="140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Configuration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Examples</a:t>
            </a:r>
            <a:endParaRPr sz="10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9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64-</a:t>
            </a:r>
            <a:r>
              <a:rPr sz="900" spc="-45" dirty="0">
                <a:solidFill>
                  <a:srgbClr val="64738B"/>
                </a:solidFill>
                <a:latin typeface="Lucida Console"/>
                <a:cs typeface="Lucida Console"/>
              </a:rPr>
              <a:t>bit</a:t>
            </a:r>
            <a:r>
              <a:rPr sz="9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dispatcher</a:t>
            </a:r>
            <a:r>
              <a:rPr sz="9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Lucida Console"/>
                <a:cs typeface="Lucida Console"/>
              </a:rPr>
              <a:t>(default)</a:t>
            </a:r>
            <a:endParaRPr sz="900">
              <a:latin typeface="Lucida Console"/>
              <a:cs typeface="Lucida Console"/>
            </a:endParaRPr>
          </a:p>
          <a:p>
            <a:pPr marL="12700" marR="255904">
              <a:lnSpc>
                <a:spcPct val="124800"/>
              </a:lnSpc>
            </a:pP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ClientDispatcher</a:t>
            </a:r>
            <a:r>
              <a:rPr sz="900" spc="5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900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6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"{PSMComponentsFolder}\CyberArk.PSM.WebAppDispatcher.exe"</a:t>
            </a:r>
            <a:r>
              <a:rPr sz="900" spc="5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20" dirty="0">
                <a:solidFill>
                  <a:srgbClr val="33D399"/>
                </a:solidFill>
                <a:latin typeface="Lucida Console"/>
                <a:cs typeface="Lucida Console"/>
              </a:rPr>
              <a:t>"{PSMComponentsFolder}" 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9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32-</a:t>
            </a:r>
            <a:r>
              <a:rPr sz="900" spc="-45" dirty="0">
                <a:solidFill>
                  <a:srgbClr val="64738B"/>
                </a:solidFill>
                <a:latin typeface="Lucida Console"/>
                <a:cs typeface="Lucida Console"/>
              </a:rPr>
              <a:t>bit</a:t>
            </a:r>
            <a:r>
              <a:rPr sz="9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dispatcher</a:t>
            </a:r>
            <a:r>
              <a:rPr sz="9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Lucida Console"/>
                <a:cs typeface="Lucida Console"/>
              </a:rPr>
              <a:t>(fallback)</a:t>
            </a:r>
            <a:endParaRPr sz="900">
              <a:latin typeface="Lucida Console"/>
              <a:cs typeface="Lucida Console"/>
            </a:endParaRPr>
          </a:p>
          <a:p>
            <a:pPr marL="12700" marR="5080">
              <a:lnSpc>
                <a:spcPts val="1350"/>
              </a:lnSpc>
              <a:spcBef>
                <a:spcPts val="10"/>
              </a:spcBef>
            </a:pP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ClientDispatcher</a:t>
            </a:r>
            <a:r>
              <a:rPr sz="900" spc="6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900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6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"{PSMComponentsFolder32}\CyberArk.PSM.WebAppDispatcher.exe"</a:t>
            </a:r>
            <a:r>
              <a:rPr sz="900" spc="6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33D399"/>
                </a:solidFill>
                <a:latin typeface="Lucida Console"/>
                <a:cs typeface="Lucida Console"/>
              </a:rPr>
              <a:t>"{PSMComponentsFolder32}" 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9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64-</a:t>
            </a:r>
            <a:r>
              <a:rPr sz="900" spc="-45" dirty="0">
                <a:solidFill>
                  <a:srgbClr val="64738B"/>
                </a:solidFill>
                <a:latin typeface="Lucida Console"/>
                <a:cs typeface="Lucida Console"/>
              </a:rPr>
              <a:t>bit</a:t>
            </a:r>
            <a:r>
              <a:rPr sz="9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connectors</a:t>
            </a:r>
            <a:r>
              <a:rPr sz="9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Lucida Console"/>
                <a:cs typeface="Lucida Console"/>
              </a:rPr>
              <a:t>location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60A5FA"/>
                </a:solidFill>
                <a:latin typeface="Lucida Console"/>
                <a:cs typeface="Lucida Console"/>
              </a:rPr>
              <a:t>PSM\Components\x64\Connectors</a:t>
            </a:r>
            <a:endParaRPr sz="9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0" y="228600"/>
            <a:ext cx="12172961" cy="68472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214" y="189714"/>
            <a:ext cx="549018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14" dirty="0">
                <a:solidFill>
                  <a:srgbClr val="2562EB"/>
                </a:solidFill>
              </a:rPr>
              <a:t>Preparation</a:t>
            </a:r>
            <a:r>
              <a:rPr sz="3200" spc="-120" dirty="0">
                <a:solidFill>
                  <a:srgbClr val="2562EB"/>
                </a:solidFill>
              </a:rPr>
              <a:t> </a:t>
            </a:r>
            <a:r>
              <a:rPr sz="3200" spc="-165" dirty="0">
                <a:latin typeface="Century Gothic"/>
                <a:cs typeface="Century Gothic"/>
              </a:rPr>
              <a:t>&amp;</a:t>
            </a:r>
            <a:r>
              <a:rPr sz="3200" spc="-105" dirty="0">
                <a:latin typeface="Century Gothic"/>
                <a:cs typeface="Century Gothic"/>
              </a:rPr>
              <a:t> </a:t>
            </a:r>
            <a:r>
              <a:rPr sz="3200" spc="-100" dirty="0"/>
              <a:t>Prerequisites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5" y="856896"/>
            <a:ext cx="493014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Required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configuration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 connections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519" y="1148728"/>
            <a:ext cx="2743200" cy="1877695"/>
            <a:chOff x="350519" y="929639"/>
            <a:chExt cx="2743200" cy="1877695"/>
          </a:xfrm>
        </p:grpSpPr>
        <p:sp>
          <p:nvSpPr>
            <p:cNvPr id="9" name="object 9"/>
            <p:cNvSpPr/>
            <p:nvPr/>
          </p:nvSpPr>
          <p:spPr>
            <a:xfrm>
              <a:off x="350519" y="929639"/>
              <a:ext cx="2743200" cy="1877695"/>
            </a:xfrm>
            <a:custGeom>
              <a:avLst/>
              <a:gdLst/>
              <a:ahLst/>
              <a:cxnLst/>
              <a:rect l="l" t="t" r="r" b="b"/>
              <a:pathLst>
                <a:path w="2743200" h="1877695">
                  <a:moveTo>
                    <a:pt x="2743199" y="1877567"/>
                  </a:moveTo>
                  <a:lnTo>
                    <a:pt x="0" y="1877567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40395"/>
                  </a:lnTo>
                  <a:lnTo>
                    <a:pt x="115476" y="40395"/>
                  </a:lnTo>
                  <a:lnTo>
                    <a:pt x="108919" y="40711"/>
                  </a:lnTo>
                  <a:lnTo>
                    <a:pt x="73264" y="55480"/>
                  </a:lnTo>
                  <a:lnTo>
                    <a:pt x="51755" y="87671"/>
                  </a:lnTo>
                  <a:lnTo>
                    <a:pt x="48905" y="106966"/>
                  </a:lnTo>
                  <a:lnTo>
                    <a:pt x="48905" y="1752218"/>
                  </a:lnTo>
                  <a:lnTo>
                    <a:pt x="60114" y="1789211"/>
                  </a:lnTo>
                  <a:lnTo>
                    <a:pt x="90001" y="1813724"/>
                  </a:lnTo>
                  <a:lnTo>
                    <a:pt x="115476" y="1818790"/>
                  </a:lnTo>
                  <a:lnTo>
                    <a:pt x="2743199" y="1818790"/>
                  </a:lnTo>
                  <a:lnTo>
                    <a:pt x="2743199" y="1877567"/>
                  </a:lnTo>
                  <a:close/>
                </a:path>
                <a:path w="2743200" h="1877695">
                  <a:moveTo>
                    <a:pt x="2743199" y="1818790"/>
                  </a:moveTo>
                  <a:lnTo>
                    <a:pt x="2626153" y="1818790"/>
                  </a:lnTo>
                  <a:lnTo>
                    <a:pt x="2632711" y="1818473"/>
                  </a:lnTo>
                  <a:lnTo>
                    <a:pt x="2639142" y="1817523"/>
                  </a:lnTo>
                  <a:lnTo>
                    <a:pt x="2673226" y="1799292"/>
                  </a:lnTo>
                  <a:lnTo>
                    <a:pt x="2691458" y="1765210"/>
                  </a:lnTo>
                  <a:lnTo>
                    <a:pt x="2692725" y="1752218"/>
                  </a:lnTo>
                  <a:lnTo>
                    <a:pt x="2692725" y="106966"/>
                  </a:lnTo>
                  <a:lnTo>
                    <a:pt x="2681516" y="69974"/>
                  </a:lnTo>
                  <a:lnTo>
                    <a:pt x="2651628" y="45463"/>
                  </a:lnTo>
                  <a:lnTo>
                    <a:pt x="2626153" y="40395"/>
                  </a:lnTo>
                  <a:lnTo>
                    <a:pt x="2743199" y="40395"/>
                  </a:lnTo>
                  <a:lnTo>
                    <a:pt x="2743199" y="181879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670" y="965278"/>
              <a:ext cx="2653665" cy="1788160"/>
            </a:xfrm>
            <a:custGeom>
              <a:avLst/>
              <a:gdLst/>
              <a:ahLst/>
              <a:cxnLst/>
              <a:rect l="l" t="t" r="r" b="b"/>
              <a:pathLst>
                <a:path w="2653665" h="1788160">
                  <a:moveTo>
                    <a:pt x="2586678" y="1787903"/>
                  </a:moveTo>
                  <a:lnTo>
                    <a:pt x="66642" y="1787903"/>
                  </a:lnTo>
                  <a:lnTo>
                    <a:pt x="62004" y="1787447"/>
                  </a:lnTo>
                  <a:lnTo>
                    <a:pt x="24202" y="1770328"/>
                  </a:lnTo>
                  <a:lnTo>
                    <a:pt x="2284" y="1735084"/>
                  </a:lnTo>
                  <a:lnTo>
                    <a:pt x="0" y="1721256"/>
                  </a:lnTo>
                  <a:lnTo>
                    <a:pt x="0" y="1716577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2586678" y="0"/>
                  </a:lnTo>
                  <a:lnTo>
                    <a:pt x="2625517" y="14626"/>
                  </a:lnTo>
                  <a:lnTo>
                    <a:pt x="2649682" y="48358"/>
                  </a:lnTo>
                  <a:lnTo>
                    <a:pt x="2653325" y="66646"/>
                  </a:lnTo>
                  <a:lnTo>
                    <a:pt x="2653325" y="1721256"/>
                  </a:lnTo>
                  <a:lnTo>
                    <a:pt x="2638698" y="1760096"/>
                  </a:lnTo>
                  <a:lnTo>
                    <a:pt x="2604966" y="1784261"/>
                  </a:lnTo>
                  <a:lnTo>
                    <a:pt x="2591319" y="1787447"/>
                  </a:lnTo>
                  <a:lnTo>
                    <a:pt x="2586678" y="17879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4670" y="965278"/>
              <a:ext cx="2653665" cy="1788160"/>
            </a:xfrm>
            <a:custGeom>
              <a:avLst/>
              <a:gdLst/>
              <a:ahLst/>
              <a:cxnLst/>
              <a:rect l="l" t="t" r="r" b="b"/>
              <a:pathLst>
                <a:path w="2653665" h="1788160">
                  <a:moveTo>
                    <a:pt x="0" y="1716577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78" y="0"/>
                  </a:lnTo>
                  <a:lnTo>
                    <a:pt x="2591319" y="456"/>
                  </a:lnTo>
                  <a:lnTo>
                    <a:pt x="2595912" y="1369"/>
                  </a:lnTo>
                  <a:lnTo>
                    <a:pt x="2600505" y="2282"/>
                  </a:lnTo>
                  <a:lnTo>
                    <a:pt x="2604966" y="3632"/>
                  </a:lnTo>
                  <a:lnTo>
                    <a:pt x="2609293" y="5430"/>
                  </a:lnTo>
                  <a:lnTo>
                    <a:pt x="2613620" y="7218"/>
                  </a:lnTo>
                  <a:lnTo>
                    <a:pt x="2632431" y="20893"/>
                  </a:lnTo>
                  <a:lnTo>
                    <a:pt x="2635740" y="24203"/>
                  </a:lnTo>
                  <a:lnTo>
                    <a:pt x="2647894" y="44031"/>
                  </a:lnTo>
                  <a:lnTo>
                    <a:pt x="2649682" y="48358"/>
                  </a:lnTo>
                  <a:lnTo>
                    <a:pt x="2651042" y="52819"/>
                  </a:lnTo>
                  <a:lnTo>
                    <a:pt x="2651955" y="57412"/>
                  </a:lnTo>
                  <a:lnTo>
                    <a:pt x="2652868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716577"/>
                  </a:lnTo>
                  <a:lnTo>
                    <a:pt x="2653325" y="1721256"/>
                  </a:lnTo>
                  <a:lnTo>
                    <a:pt x="2652868" y="1725897"/>
                  </a:lnTo>
                  <a:lnTo>
                    <a:pt x="2651955" y="1730491"/>
                  </a:lnTo>
                  <a:lnTo>
                    <a:pt x="2651042" y="1735084"/>
                  </a:lnTo>
                  <a:lnTo>
                    <a:pt x="2649682" y="1739544"/>
                  </a:lnTo>
                  <a:lnTo>
                    <a:pt x="2647894" y="1743871"/>
                  </a:lnTo>
                  <a:lnTo>
                    <a:pt x="2646107" y="1748198"/>
                  </a:lnTo>
                  <a:lnTo>
                    <a:pt x="2632431" y="1767009"/>
                  </a:lnTo>
                  <a:lnTo>
                    <a:pt x="2629121" y="1770328"/>
                  </a:lnTo>
                  <a:lnTo>
                    <a:pt x="2609293" y="1782473"/>
                  </a:lnTo>
                  <a:lnTo>
                    <a:pt x="2604966" y="1784261"/>
                  </a:lnTo>
                  <a:lnTo>
                    <a:pt x="2600505" y="1785621"/>
                  </a:lnTo>
                  <a:lnTo>
                    <a:pt x="2595912" y="1786534"/>
                  </a:lnTo>
                  <a:lnTo>
                    <a:pt x="2591319" y="1787447"/>
                  </a:lnTo>
                  <a:lnTo>
                    <a:pt x="2586678" y="1787903"/>
                  </a:lnTo>
                  <a:lnTo>
                    <a:pt x="2581999" y="1787903"/>
                  </a:lnTo>
                  <a:lnTo>
                    <a:pt x="71325" y="1787903"/>
                  </a:lnTo>
                  <a:lnTo>
                    <a:pt x="66642" y="1787903"/>
                  </a:lnTo>
                  <a:lnTo>
                    <a:pt x="62004" y="1787447"/>
                  </a:lnTo>
                  <a:lnTo>
                    <a:pt x="57410" y="1786534"/>
                  </a:lnTo>
                  <a:lnTo>
                    <a:pt x="52817" y="1785621"/>
                  </a:lnTo>
                  <a:lnTo>
                    <a:pt x="48357" y="1784261"/>
                  </a:lnTo>
                  <a:lnTo>
                    <a:pt x="44030" y="1782473"/>
                  </a:lnTo>
                  <a:lnTo>
                    <a:pt x="39703" y="1780685"/>
                  </a:lnTo>
                  <a:lnTo>
                    <a:pt x="20890" y="1767009"/>
                  </a:lnTo>
                  <a:lnTo>
                    <a:pt x="17579" y="1763700"/>
                  </a:lnTo>
                  <a:lnTo>
                    <a:pt x="5429" y="1743871"/>
                  </a:lnTo>
                  <a:lnTo>
                    <a:pt x="3636" y="1739544"/>
                  </a:lnTo>
                  <a:lnTo>
                    <a:pt x="2284" y="1735084"/>
                  </a:lnTo>
                  <a:lnTo>
                    <a:pt x="1370" y="1730491"/>
                  </a:lnTo>
                  <a:lnTo>
                    <a:pt x="456" y="1725897"/>
                  </a:lnTo>
                  <a:lnTo>
                    <a:pt x="0" y="1721256"/>
                  </a:lnTo>
                  <a:lnTo>
                    <a:pt x="0" y="1716577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87" y="1156882"/>
              <a:ext cx="133349" cy="13652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8110" y="1330757"/>
            <a:ext cx="150876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Prerequisites</a:t>
            </a:r>
            <a:r>
              <a:rPr sz="11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Checklist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0519" y="1702669"/>
            <a:ext cx="2743200" cy="2637790"/>
            <a:chOff x="350519" y="1483580"/>
            <a:chExt cx="2743200" cy="263779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1483580"/>
              <a:ext cx="76081" cy="760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587" y="1730843"/>
              <a:ext cx="76081" cy="760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587" y="1978107"/>
              <a:ext cx="76081" cy="760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587" y="2225370"/>
              <a:ext cx="76081" cy="7608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587" y="2472633"/>
              <a:ext cx="76081" cy="760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0519" y="2880359"/>
              <a:ext cx="2743200" cy="1240790"/>
            </a:xfrm>
            <a:custGeom>
              <a:avLst/>
              <a:gdLst/>
              <a:ahLst/>
              <a:cxnLst/>
              <a:rect l="l" t="t" r="r" b="b"/>
              <a:pathLst>
                <a:path w="2743200" h="1240789">
                  <a:moveTo>
                    <a:pt x="2743199" y="1240535"/>
                  </a:moveTo>
                  <a:lnTo>
                    <a:pt x="0" y="1240535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39255"/>
                  </a:lnTo>
                  <a:lnTo>
                    <a:pt x="115476" y="39255"/>
                  </a:lnTo>
                  <a:lnTo>
                    <a:pt x="108919" y="39571"/>
                  </a:lnTo>
                  <a:lnTo>
                    <a:pt x="73264" y="54339"/>
                  </a:lnTo>
                  <a:lnTo>
                    <a:pt x="51755" y="86528"/>
                  </a:lnTo>
                  <a:lnTo>
                    <a:pt x="48905" y="105823"/>
                  </a:lnTo>
                  <a:lnTo>
                    <a:pt x="48905" y="1113891"/>
                  </a:lnTo>
                  <a:lnTo>
                    <a:pt x="60114" y="1150898"/>
                  </a:lnTo>
                  <a:lnTo>
                    <a:pt x="90001" y="1175400"/>
                  </a:lnTo>
                  <a:lnTo>
                    <a:pt x="115476" y="1180459"/>
                  </a:lnTo>
                  <a:lnTo>
                    <a:pt x="2743199" y="1180459"/>
                  </a:lnTo>
                  <a:lnTo>
                    <a:pt x="2743199" y="1240535"/>
                  </a:lnTo>
                  <a:close/>
                </a:path>
                <a:path w="2743200" h="1240789">
                  <a:moveTo>
                    <a:pt x="2743199" y="1180459"/>
                  </a:moveTo>
                  <a:lnTo>
                    <a:pt x="2626153" y="1180459"/>
                  </a:lnTo>
                  <a:lnTo>
                    <a:pt x="2632711" y="1180145"/>
                  </a:lnTo>
                  <a:lnTo>
                    <a:pt x="2639142" y="1179198"/>
                  </a:lnTo>
                  <a:lnTo>
                    <a:pt x="2673226" y="1160983"/>
                  </a:lnTo>
                  <a:lnTo>
                    <a:pt x="2691458" y="1126895"/>
                  </a:lnTo>
                  <a:lnTo>
                    <a:pt x="2692725" y="1113891"/>
                  </a:lnTo>
                  <a:lnTo>
                    <a:pt x="2692725" y="105823"/>
                  </a:lnTo>
                  <a:lnTo>
                    <a:pt x="2681516" y="68832"/>
                  </a:lnTo>
                  <a:lnTo>
                    <a:pt x="2651628" y="44320"/>
                  </a:lnTo>
                  <a:lnTo>
                    <a:pt x="2626153" y="39255"/>
                  </a:lnTo>
                  <a:lnTo>
                    <a:pt x="2743199" y="39255"/>
                  </a:lnTo>
                  <a:lnTo>
                    <a:pt x="2743199" y="1180459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4670" y="2914854"/>
              <a:ext cx="2653665" cy="1151255"/>
            </a:xfrm>
            <a:custGeom>
              <a:avLst/>
              <a:gdLst/>
              <a:ahLst/>
              <a:cxnLst/>
              <a:rect l="l" t="t" r="r" b="b"/>
              <a:pathLst>
                <a:path w="2653665" h="1151254">
                  <a:moveTo>
                    <a:pt x="2586678" y="1150725"/>
                  </a:moveTo>
                  <a:lnTo>
                    <a:pt x="66642" y="1150725"/>
                  </a:lnTo>
                  <a:lnTo>
                    <a:pt x="62004" y="1150268"/>
                  </a:lnTo>
                  <a:lnTo>
                    <a:pt x="24202" y="1133141"/>
                  </a:lnTo>
                  <a:lnTo>
                    <a:pt x="2284" y="1097906"/>
                  </a:lnTo>
                  <a:lnTo>
                    <a:pt x="0" y="1084078"/>
                  </a:lnTo>
                  <a:lnTo>
                    <a:pt x="0" y="1079399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2586678" y="0"/>
                  </a:lnTo>
                  <a:lnTo>
                    <a:pt x="2625517" y="14626"/>
                  </a:lnTo>
                  <a:lnTo>
                    <a:pt x="2649682" y="48358"/>
                  </a:lnTo>
                  <a:lnTo>
                    <a:pt x="2653325" y="66646"/>
                  </a:lnTo>
                  <a:lnTo>
                    <a:pt x="2653325" y="1084078"/>
                  </a:lnTo>
                  <a:lnTo>
                    <a:pt x="2638698" y="1122917"/>
                  </a:lnTo>
                  <a:lnTo>
                    <a:pt x="2604966" y="1147092"/>
                  </a:lnTo>
                  <a:lnTo>
                    <a:pt x="2591319" y="1150268"/>
                  </a:lnTo>
                  <a:lnTo>
                    <a:pt x="2586678" y="1150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4670" y="2914854"/>
              <a:ext cx="2653665" cy="1151255"/>
            </a:xfrm>
            <a:custGeom>
              <a:avLst/>
              <a:gdLst/>
              <a:ahLst/>
              <a:cxnLst/>
              <a:rect l="l" t="t" r="r" b="b"/>
              <a:pathLst>
                <a:path w="2653665" h="1151254">
                  <a:moveTo>
                    <a:pt x="0" y="1079399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78" y="0"/>
                  </a:lnTo>
                  <a:lnTo>
                    <a:pt x="2591319" y="456"/>
                  </a:lnTo>
                  <a:lnTo>
                    <a:pt x="2595912" y="1369"/>
                  </a:lnTo>
                  <a:lnTo>
                    <a:pt x="2600505" y="2282"/>
                  </a:lnTo>
                  <a:lnTo>
                    <a:pt x="2604966" y="3632"/>
                  </a:lnTo>
                  <a:lnTo>
                    <a:pt x="2609293" y="5430"/>
                  </a:lnTo>
                  <a:lnTo>
                    <a:pt x="2613620" y="7218"/>
                  </a:lnTo>
                  <a:lnTo>
                    <a:pt x="2632431" y="20893"/>
                  </a:lnTo>
                  <a:lnTo>
                    <a:pt x="2635740" y="24203"/>
                  </a:lnTo>
                  <a:lnTo>
                    <a:pt x="2647894" y="44031"/>
                  </a:lnTo>
                  <a:lnTo>
                    <a:pt x="2649682" y="48358"/>
                  </a:lnTo>
                  <a:lnTo>
                    <a:pt x="2651042" y="52819"/>
                  </a:lnTo>
                  <a:lnTo>
                    <a:pt x="2651955" y="57412"/>
                  </a:lnTo>
                  <a:lnTo>
                    <a:pt x="2652868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079399"/>
                  </a:lnTo>
                  <a:lnTo>
                    <a:pt x="2653325" y="1084078"/>
                  </a:lnTo>
                  <a:lnTo>
                    <a:pt x="2652868" y="1088719"/>
                  </a:lnTo>
                  <a:lnTo>
                    <a:pt x="2651955" y="1093312"/>
                  </a:lnTo>
                  <a:lnTo>
                    <a:pt x="2651042" y="1097906"/>
                  </a:lnTo>
                  <a:lnTo>
                    <a:pt x="2649682" y="1102366"/>
                  </a:lnTo>
                  <a:lnTo>
                    <a:pt x="2647894" y="1106693"/>
                  </a:lnTo>
                  <a:lnTo>
                    <a:pt x="2646107" y="1111020"/>
                  </a:lnTo>
                  <a:lnTo>
                    <a:pt x="2632431" y="1129831"/>
                  </a:lnTo>
                  <a:lnTo>
                    <a:pt x="2629121" y="1133141"/>
                  </a:lnTo>
                  <a:lnTo>
                    <a:pt x="2609293" y="1145294"/>
                  </a:lnTo>
                  <a:lnTo>
                    <a:pt x="2604966" y="1147092"/>
                  </a:lnTo>
                  <a:lnTo>
                    <a:pt x="2600505" y="1148442"/>
                  </a:lnTo>
                  <a:lnTo>
                    <a:pt x="2595912" y="1149355"/>
                  </a:lnTo>
                  <a:lnTo>
                    <a:pt x="2591319" y="1150268"/>
                  </a:lnTo>
                  <a:lnTo>
                    <a:pt x="2586678" y="1150725"/>
                  </a:lnTo>
                  <a:lnTo>
                    <a:pt x="2581999" y="1150725"/>
                  </a:lnTo>
                  <a:lnTo>
                    <a:pt x="71325" y="1150725"/>
                  </a:lnTo>
                  <a:lnTo>
                    <a:pt x="66642" y="1150725"/>
                  </a:lnTo>
                  <a:lnTo>
                    <a:pt x="62004" y="1150268"/>
                  </a:lnTo>
                  <a:lnTo>
                    <a:pt x="57410" y="1149355"/>
                  </a:lnTo>
                  <a:lnTo>
                    <a:pt x="52817" y="1148442"/>
                  </a:lnTo>
                  <a:lnTo>
                    <a:pt x="48357" y="1147092"/>
                  </a:lnTo>
                  <a:lnTo>
                    <a:pt x="44030" y="1145294"/>
                  </a:lnTo>
                  <a:lnTo>
                    <a:pt x="39703" y="1143507"/>
                  </a:lnTo>
                  <a:lnTo>
                    <a:pt x="9418" y="1115128"/>
                  </a:lnTo>
                  <a:lnTo>
                    <a:pt x="1370" y="1093312"/>
                  </a:lnTo>
                  <a:lnTo>
                    <a:pt x="456" y="1088719"/>
                  </a:lnTo>
                  <a:lnTo>
                    <a:pt x="0" y="1084078"/>
                  </a:lnTo>
                  <a:lnTo>
                    <a:pt x="0" y="107939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1587" y="3385605"/>
              <a:ext cx="2339975" cy="523240"/>
            </a:xfrm>
            <a:custGeom>
              <a:avLst/>
              <a:gdLst/>
              <a:ahLst/>
              <a:cxnLst/>
              <a:rect l="l" t="t" r="r" b="b"/>
              <a:pathLst>
                <a:path w="2339975" h="523239">
                  <a:moveTo>
                    <a:pt x="2306490" y="523056"/>
                  </a:moveTo>
                  <a:lnTo>
                    <a:pt x="32996" y="523056"/>
                  </a:lnTo>
                  <a:lnTo>
                    <a:pt x="28143" y="522086"/>
                  </a:lnTo>
                  <a:lnTo>
                    <a:pt x="965" y="494916"/>
                  </a:lnTo>
                  <a:lnTo>
                    <a:pt x="0" y="490056"/>
                  </a:lnTo>
                  <a:lnTo>
                    <a:pt x="0" y="485016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2306490" y="0"/>
                  </a:lnTo>
                  <a:lnTo>
                    <a:pt x="2338520" y="28140"/>
                  </a:lnTo>
                  <a:lnTo>
                    <a:pt x="2339491" y="33000"/>
                  </a:lnTo>
                  <a:lnTo>
                    <a:pt x="2339491" y="490056"/>
                  </a:lnTo>
                  <a:lnTo>
                    <a:pt x="2311350" y="522086"/>
                  </a:lnTo>
                  <a:lnTo>
                    <a:pt x="2306490" y="52305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1049" y="1638897"/>
            <a:ext cx="16059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Supported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browsers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1049" y="1886161"/>
            <a:ext cx="14135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Matching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drivers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049" y="2133424"/>
            <a:ext cx="19761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Secure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Application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Connectors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1049" y="2380688"/>
            <a:ext cx="15436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configured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&amp;</a:t>
            </a:r>
            <a:r>
              <a:rPr sz="9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1049" y="2627951"/>
            <a:ext cx="1129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Certificates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installed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4968" y="3280333"/>
            <a:ext cx="134366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Supported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Browsers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3988" y="3600682"/>
            <a:ext cx="1437640" cy="4400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100+</a:t>
            </a:r>
            <a:r>
              <a:rPr sz="9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65" dirty="0">
                <a:solidFill>
                  <a:srgbClr val="334054"/>
                </a:solidFill>
                <a:latin typeface="Microsoft Sans Serif"/>
                <a:cs typeface="Microsoft Sans Serif"/>
              </a:rPr>
              <a:t>/</a:t>
            </a:r>
            <a:r>
              <a:rPr sz="9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103+</a:t>
            </a:r>
            <a:endParaRPr sz="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32-bit</a:t>
            </a:r>
            <a:r>
              <a:rPr sz="900" spc="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900" spc="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64-bit</a:t>
            </a:r>
            <a:r>
              <a:rPr sz="900" spc="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versions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40023" y="1148728"/>
            <a:ext cx="6089903" cy="521512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468006" y="1368797"/>
            <a:ext cx="111125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Preparation</a:t>
            </a:r>
            <a:r>
              <a:rPr sz="1150" b="1" spc="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Flow</a:t>
            </a:r>
            <a:endParaRPr sz="11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56202" y="1382124"/>
            <a:ext cx="8483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70" dirty="0">
                <a:solidFill>
                  <a:srgbClr val="64738B"/>
                </a:solidFill>
                <a:latin typeface="Microsoft Sans Serif"/>
                <a:cs typeface="Microsoft Sans Serif"/>
              </a:rPr>
              <a:t>4-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step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process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70156" y="1808964"/>
            <a:ext cx="911860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900" b="1" dirty="0">
                <a:solidFill>
                  <a:srgbClr val="1D293B"/>
                </a:solidFill>
                <a:latin typeface="Arial"/>
                <a:cs typeface="Arial"/>
              </a:rPr>
              <a:t>4.</a:t>
            </a:r>
            <a:r>
              <a:rPr sz="900" b="1" spc="-3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1D293B"/>
                </a:solidFill>
                <a:latin typeface="Arial"/>
                <a:cs typeface="Arial"/>
              </a:rPr>
              <a:t>Configure</a:t>
            </a:r>
            <a:r>
              <a:rPr sz="900" b="1" spc="-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1D293B"/>
                </a:solidFill>
                <a:latin typeface="Arial"/>
                <a:cs typeface="Arial"/>
              </a:rPr>
              <a:t>PSM</a:t>
            </a:r>
            <a:endParaRPr sz="900">
              <a:latin typeface="Arial"/>
              <a:cs typeface="Arial"/>
            </a:endParaRPr>
          </a:p>
          <a:p>
            <a:pPr marL="222250">
              <a:lnSpc>
                <a:spcPct val="100000"/>
              </a:lnSpc>
              <a:spcBef>
                <a:spcPts val="515"/>
              </a:spcBef>
            </a:pP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601162" y="1148728"/>
            <a:ext cx="8581390" cy="1628775"/>
            <a:chOff x="3601162" y="929639"/>
            <a:chExt cx="8581390" cy="1628775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1162" y="2437589"/>
              <a:ext cx="139699" cy="12064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479279" y="929639"/>
              <a:ext cx="2703830" cy="1515110"/>
            </a:xfrm>
            <a:custGeom>
              <a:avLst/>
              <a:gdLst/>
              <a:ahLst/>
              <a:cxnLst/>
              <a:rect l="l" t="t" r="r" b="b"/>
              <a:pathLst>
                <a:path w="2703829" h="1515110">
                  <a:moveTo>
                    <a:pt x="2703210" y="1514855"/>
                  </a:moveTo>
                  <a:lnTo>
                    <a:pt x="0" y="1514855"/>
                  </a:lnTo>
                  <a:lnTo>
                    <a:pt x="0" y="0"/>
                  </a:lnTo>
                  <a:lnTo>
                    <a:pt x="2703210" y="0"/>
                  </a:lnTo>
                  <a:lnTo>
                    <a:pt x="2703210" y="40395"/>
                  </a:lnTo>
                  <a:lnTo>
                    <a:pt x="116464" y="40395"/>
                  </a:lnTo>
                  <a:lnTo>
                    <a:pt x="109898" y="40711"/>
                  </a:lnTo>
                  <a:lnTo>
                    <a:pt x="74236" y="55480"/>
                  </a:lnTo>
                  <a:lnTo>
                    <a:pt x="52737" y="87671"/>
                  </a:lnTo>
                  <a:lnTo>
                    <a:pt x="49895" y="106966"/>
                  </a:lnTo>
                  <a:lnTo>
                    <a:pt x="49895" y="1390835"/>
                  </a:lnTo>
                  <a:lnTo>
                    <a:pt x="61089" y="1427826"/>
                  </a:lnTo>
                  <a:lnTo>
                    <a:pt x="90982" y="1452338"/>
                  </a:lnTo>
                  <a:lnTo>
                    <a:pt x="116464" y="1457407"/>
                  </a:lnTo>
                  <a:lnTo>
                    <a:pt x="2703210" y="1457407"/>
                  </a:lnTo>
                  <a:lnTo>
                    <a:pt x="2703210" y="1514855"/>
                  </a:lnTo>
                  <a:close/>
                </a:path>
                <a:path w="2703829" h="1515110">
                  <a:moveTo>
                    <a:pt x="2703210" y="1457407"/>
                  </a:moveTo>
                  <a:lnTo>
                    <a:pt x="2627132" y="1457407"/>
                  </a:lnTo>
                  <a:lnTo>
                    <a:pt x="2633680" y="1457090"/>
                  </a:lnTo>
                  <a:lnTo>
                    <a:pt x="2640112" y="1456139"/>
                  </a:lnTo>
                  <a:lnTo>
                    <a:pt x="2674193" y="1437906"/>
                  </a:lnTo>
                  <a:lnTo>
                    <a:pt x="2692439" y="1403824"/>
                  </a:lnTo>
                  <a:lnTo>
                    <a:pt x="2693700" y="1390835"/>
                  </a:lnTo>
                  <a:lnTo>
                    <a:pt x="2693700" y="106966"/>
                  </a:lnTo>
                  <a:lnTo>
                    <a:pt x="2682491" y="69974"/>
                  </a:lnTo>
                  <a:lnTo>
                    <a:pt x="2652613" y="45463"/>
                  </a:lnTo>
                  <a:lnTo>
                    <a:pt x="2627132" y="40395"/>
                  </a:lnTo>
                  <a:lnTo>
                    <a:pt x="2703210" y="40395"/>
                  </a:lnTo>
                  <a:lnTo>
                    <a:pt x="2703210" y="145740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24391" y="965278"/>
              <a:ext cx="2653665" cy="1426845"/>
            </a:xfrm>
            <a:custGeom>
              <a:avLst/>
              <a:gdLst/>
              <a:ahLst/>
              <a:cxnLst/>
              <a:rect l="l" t="t" r="r" b="b"/>
              <a:pathLst>
                <a:path w="2653665" h="1426845">
                  <a:moveTo>
                    <a:pt x="2586659" y="1426518"/>
                  </a:moveTo>
                  <a:lnTo>
                    <a:pt x="66665" y="1426518"/>
                  </a:lnTo>
                  <a:lnTo>
                    <a:pt x="62006" y="1426062"/>
                  </a:lnTo>
                  <a:lnTo>
                    <a:pt x="24155" y="1408934"/>
                  </a:lnTo>
                  <a:lnTo>
                    <a:pt x="2282" y="1373699"/>
                  </a:lnTo>
                  <a:lnTo>
                    <a:pt x="0" y="1359871"/>
                  </a:lnTo>
                  <a:lnTo>
                    <a:pt x="0" y="1355192"/>
                  </a:lnTo>
                  <a:lnTo>
                    <a:pt x="0" y="66646"/>
                  </a:lnTo>
                  <a:lnTo>
                    <a:pt x="14645" y="27807"/>
                  </a:lnTo>
                  <a:lnTo>
                    <a:pt x="48311" y="3632"/>
                  </a:lnTo>
                  <a:lnTo>
                    <a:pt x="66665" y="0"/>
                  </a:lnTo>
                  <a:lnTo>
                    <a:pt x="2586659" y="0"/>
                  </a:lnTo>
                  <a:lnTo>
                    <a:pt x="2625555" y="14626"/>
                  </a:lnTo>
                  <a:lnTo>
                    <a:pt x="2649711" y="48358"/>
                  </a:lnTo>
                  <a:lnTo>
                    <a:pt x="2653325" y="66646"/>
                  </a:lnTo>
                  <a:lnTo>
                    <a:pt x="2653325" y="1359871"/>
                  </a:lnTo>
                  <a:lnTo>
                    <a:pt x="2638679" y="1398711"/>
                  </a:lnTo>
                  <a:lnTo>
                    <a:pt x="2605013" y="1422886"/>
                  </a:lnTo>
                  <a:lnTo>
                    <a:pt x="2591319" y="1426062"/>
                  </a:lnTo>
                  <a:lnTo>
                    <a:pt x="2586659" y="14265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24391" y="965278"/>
              <a:ext cx="2653665" cy="1426845"/>
            </a:xfrm>
            <a:custGeom>
              <a:avLst/>
              <a:gdLst/>
              <a:ahLst/>
              <a:cxnLst/>
              <a:rect l="l" t="t" r="r" b="b"/>
              <a:pathLst>
                <a:path w="2653665" h="1426845">
                  <a:moveTo>
                    <a:pt x="0" y="1355192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75" y="62006"/>
                  </a:lnTo>
                  <a:lnTo>
                    <a:pt x="1331" y="57412"/>
                  </a:lnTo>
                  <a:lnTo>
                    <a:pt x="2282" y="52819"/>
                  </a:lnTo>
                  <a:lnTo>
                    <a:pt x="3613" y="48358"/>
                  </a:lnTo>
                  <a:lnTo>
                    <a:pt x="5420" y="44031"/>
                  </a:lnTo>
                  <a:lnTo>
                    <a:pt x="7227" y="39704"/>
                  </a:lnTo>
                  <a:lnTo>
                    <a:pt x="20922" y="20893"/>
                  </a:lnTo>
                  <a:lnTo>
                    <a:pt x="24155" y="17574"/>
                  </a:lnTo>
                  <a:lnTo>
                    <a:pt x="27769" y="14626"/>
                  </a:lnTo>
                  <a:lnTo>
                    <a:pt x="31668" y="12020"/>
                  </a:lnTo>
                  <a:lnTo>
                    <a:pt x="35567" y="9415"/>
                  </a:lnTo>
                  <a:lnTo>
                    <a:pt x="39657" y="7218"/>
                  </a:lnTo>
                  <a:lnTo>
                    <a:pt x="44031" y="5430"/>
                  </a:lnTo>
                  <a:lnTo>
                    <a:pt x="48311" y="3632"/>
                  </a:lnTo>
                  <a:lnTo>
                    <a:pt x="52781" y="2282"/>
                  </a:lnTo>
                  <a:lnTo>
                    <a:pt x="57441" y="1369"/>
                  </a:lnTo>
                  <a:lnTo>
                    <a:pt x="62006" y="456"/>
                  </a:lnTo>
                  <a:lnTo>
                    <a:pt x="66665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59" y="0"/>
                  </a:lnTo>
                  <a:lnTo>
                    <a:pt x="2591319" y="456"/>
                  </a:lnTo>
                  <a:lnTo>
                    <a:pt x="2595884" y="1369"/>
                  </a:lnTo>
                  <a:lnTo>
                    <a:pt x="2600543" y="2282"/>
                  </a:lnTo>
                  <a:lnTo>
                    <a:pt x="2605013" y="3632"/>
                  </a:lnTo>
                  <a:lnTo>
                    <a:pt x="2609293" y="5430"/>
                  </a:lnTo>
                  <a:lnTo>
                    <a:pt x="2613572" y="7218"/>
                  </a:lnTo>
                  <a:lnTo>
                    <a:pt x="2632402" y="20893"/>
                  </a:lnTo>
                  <a:lnTo>
                    <a:pt x="2635731" y="24203"/>
                  </a:lnTo>
                  <a:lnTo>
                    <a:pt x="2647904" y="44031"/>
                  </a:lnTo>
                  <a:lnTo>
                    <a:pt x="2649711" y="48358"/>
                  </a:lnTo>
                  <a:lnTo>
                    <a:pt x="2651042" y="52819"/>
                  </a:lnTo>
                  <a:lnTo>
                    <a:pt x="2651993" y="57412"/>
                  </a:lnTo>
                  <a:lnTo>
                    <a:pt x="2652849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355192"/>
                  </a:lnTo>
                  <a:lnTo>
                    <a:pt x="2653325" y="1359871"/>
                  </a:lnTo>
                  <a:lnTo>
                    <a:pt x="2652849" y="1364512"/>
                  </a:lnTo>
                  <a:lnTo>
                    <a:pt x="2651993" y="1369106"/>
                  </a:lnTo>
                  <a:lnTo>
                    <a:pt x="2651042" y="1373699"/>
                  </a:lnTo>
                  <a:lnTo>
                    <a:pt x="2649711" y="1378159"/>
                  </a:lnTo>
                  <a:lnTo>
                    <a:pt x="2647904" y="1382487"/>
                  </a:lnTo>
                  <a:lnTo>
                    <a:pt x="2646097" y="1386814"/>
                  </a:lnTo>
                  <a:lnTo>
                    <a:pt x="2632402" y="1405625"/>
                  </a:lnTo>
                  <a:lnTo>
                    <a:pt x="2629074" y="1408934"/>
                  </a:lnTo>
                  <a:lnTo>
                    <a:pt x="2609293" y="1421088"/>
                  </a:lnTo>
                  <a:lnTo>
                    <a:pt x="2605013" y="1422886"/>
                  </a:lnTo>
                  <a:lnTo>
                    <a:pt x="2600543" y="1424236"/>
                  </a:lnTo>
                  <a:lnTo>
                    <a:pt x="2595884" y="1425149"/>
                  </a:lnTo>
                  <a:lnTo>
                    <a:pt x="2591319" y="1426062"/>
                  </a:lnTo>
                  <a:lnTo>
                    <a:pt x="2586659" y="1426518"/>
                  </a:lnTo>
                  <a:lnTo>
                    <a:pt x="2581999" y="1426518"/>
                  </a:lnTo>
                  <a:lnTo>
                    <a:pt x="71325" y="1426518"/>
                  </a:lnTo>
                  <a:lnTo>
                    <a:pt x="66665" y="1426518"/>
                  </a:lnTo>
                  <a:lnTo>
                    <a:pt x="62006" y="1426062"/>
                  </a:lnTo>
                  <a:lnTo>
                    <a:pt x="57441" y="1425149"/>
                  </a:lnTo>
                  <a:lnTo>
                    <a:pt x="52781" y="1424236"/>
                  </a:lnTo>
                  <a:lnTo>
                    <a:pt x="48311" y="1422886"/>
                  </a:lnTo>
                  <a:lnTo>
                    <a:pt x="44031" y="1421088"/>
                  </a:lnTo>
                  <a:lnTo>
                    <a:pt x="39657" y="1419300"/>
                  </a:lnTo>
                  <a:lnTo>
                    <a:pt x="35567" y="1417103"/>
                  </a:lnTo>
                  <a:lnTo>
                    <a:pt x="31668" y="1414498"/>
                  </a:lnTo>
                  <a:lnTo>
                    <a:pt x="27769" y="1411892"/>
                  </a:lnTo>
                  <a:lnTo>
                    <a:pt x="24155" y="1408934"/>
                  </a:lnTo>
                  <a:lnTo>
                    <a:pt x="20922" y="1405625"/>
                  </a:lnTo>
                  <a:lnTo>
                    <a:pt x="17593" y="1402315"/>
                  </a:lnTo>
                  <a:lnTo>
                    <a:pt x="5420" y="1382487"/>
                  </a:lnTo>
                  <a:lnTo>
                    <a:pt x="3613" y="1378159"/>
                  </a:lnTo>
                  <a:lnTo>
                    <a:pt x="2282" y="1373699"/>
                  </a:lnTo>
                  <a:lnTo>
                    <a:pt x="1331" y="1369106"/>
                  </a:lnTo>
                  <a:lnTo>
                    <a:pt x="475" y="1364512"/>
                  </a:lnTo>
                  <a:lnTo>
                    <a:pt x="0" y="1359871"/>
                  </a:lnTo>
                  <a:lnTo>
                    <a:pt x="0" y="1355192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686063" y="1440785"/>
              <a:ext cx="2330450" cy="789940"/>
            </a:xfrm>
            <a:custGeom>
              <a:avLst/>
              <a:gdLst/>
              <a:ahLst/>
              <a:cxnLst/>
              <a:rect l="l" t="t" r="r" b="b"/>
              <a:pathLst>
                <a:path w="2330450" h="789939">
                  <a:moveTo>
                    <a:pt x="2301070" y="789340"/>
                  </a:moveTo>
                  <a:lnTo>
                    <a:pt x="28910" y="789340"/>
                  </a:lnTo>
                  <a:lnTo>
                    <a:pt x="24631" y="788494"/>
                  </a:lnTo>
                  <a:lnTo>
                    <a:pt x="0" y="760467"/>
                  </a:lnTo>
                  <a:lnTo>
                    <a:pt x="0" y="756055"/>
                  </a:lnTo>
                  <a:lnTo>
                    <a:pt x="0" y="28872"/>
                  </a:lnTo>
                  <a:lnTo>
                    <a:pt x="28910" y="0"/>
                  </a:lnTo>
                  <a:lnTo>
                    <a:pt x="2301070" y="0"/>
                  </a:lnTo>
                  <a:lnTo>
                    <a:pt x="2329980" y="28872"/>
                  </a:lnTo>
                  <a:lnTo>
                    <a:pt x="2329980" y="760467"/>
                  </a:lnTo>
                  <a:lnTo>
                    <a:pt x="2305349" y="788494"/>
                  </a:lnTo>
                  <a:lnTo>
                    <a:pt x="2301070" y="789340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686063" y="1440785"/>
              <a:ext cx="2330450" cy="789940"/>
            </a:xfrm>
            <a:custGeom>
              <a:avLst/>
              <a:gdLst/>
              <a:ahLst/>
              <a:cxnLst/>
              <a:rect l="l" t="t" r="r" b="b"/>
              <a:pathLst>
                <a:path w="2330450" h="789939">
                  <a:moveTo>
                    <a:pt x="0" y="756055"/>
                  </a:moveTo>
                  <a:lnTo>
                    <a:pt x="0" y="33285"/>
                  </a:lnTo>
                  <a:lnTo>
                    <a:pt x="0" y="28872"/>
                  </a:lnTo>
                  <a:lnTo>
                    <a:pt x="855" y="24621"/>
                  </a:lnTo>
                  <a:lnTo>
                    <a:pt x="2567" y="20551"/>
                  </a:lnTo>
                  <a:lnTo>
                    <a:pt x="4184" y="16471"/>
                  </a:lnTo>
                  <a:lnTo>
                    <a:pt x="6657" y="12867"/>
                  </a:lnTo>
                  <a:lnTo>
                    <a:pt x="9795" y="9747"/>
                  </a:lnTo>
                  <a:lnTo>
                    <a:pt x="12838" y="6628"/>
                  </a:lnTo>
                  <a:lnTo>
                    <a:pt x="16452" y="4222"/>
                  </a:lnTo>
                  <a:lnTo>
                    <a:pt x="20541" y="2529"/>
                  </a:lnTo>
                  <a:lnTo>
                    <a:pt x="24631" y="846"/>
                  </a:lnTo>
                  <a:lnTo>
                    <a:pt x="28910" y="0"/>
                  </a:lnTo>
                  <a:lnTo>
                    <a:pt x="33285" y="0"/>
                  </a:lnTo>
                  <a:lnTo>
                    <a:pt x="2296695" y="0"/>
                  </a:lnTo>
                  <a:lnTo>
                    <a:pt x="2301070" y="0"/>
                  </a:lnTo>
                  <a:lnTo>
                    <a:pt x="2305349" y="846"/>
                  </a:lnTo>
                  <a:lnTo>
                    <a:pt x="2309439" y="2529"/>
                  </a:lnTo>
                  <a:lnTo>
                    <a:pt x="2313528" y="4222"/>
                  </a:lnTo>
                  <a:lnTo>
                    <a:pt x="2317142" y="6628"/>
                  </a:lnTo>
                  <a:lnTo>
                    <a:pt x="2320185" y="9747"/>
                  </a:lnTo>
                  <a:lnTo>
                    <a:pt x="2323323" y="12867"/>
                  </a:lnTo>
                  <a:lnTo>
                    <a:pt x="2325796" y="16471"/>
                  </a:lnTo>
                  <a:lnTo>
                    <a:pt x="2327413" y="20551"/>
                  </a:lnTo>
                  <a:lnTo>
                    <a:pt x="2329124" y="24621"/>
                  </a:lnTo>
                  <a:lnTo>
                    <a:pt x="2329980" y="28872"/>
                  </a:lnTo>
                  <a:lnTo>
                    <a:pt x="2329980" y="33285"/>
                  </a:lnTo>
                  <a:lnTo>
                    <a:pt x="2329980" y="756055"/>
                  </a:lnTo>
                  <a:lnTo>
                    <a:pt x="2329980" y="760467"/>
                  </a:lnTo>
                  <a:lnTo>
                    <a:pt x="2329124" y="764718"/>
                  </a:lnTo>
                  <a:lnTo>
                    <a:pt x="2327413" y="768789"/>
                  </a:lnTo>
                  <a:lnTo>
                    <a:pt x="2325796" y="772868"/>
                  </a:lnTo>
                  <a:lnTo>
                    <a:pt x="2323323" y="776473"/>
                  </a:lnTo>
                  <a:lnTo>
                    <a:pt x="2320185" y="779592"/>
                  </a:lnTo>
                  <a:lnTo>
                    <a:pt x="2317142" y="782711"/>
                  </a:lnTo>
                  <a:lnTo>
                    <a:pt x="2313528" y="785117"/>
                  </a:lnTo>
                  <a:lnTo>
                    <a:pt x="2309439" y="786810"/>
                  </a:lnTo>
                  <a:lnTo>
                    <a:pt x="2305349" y="788494"/>
                  </a:lnTo>
                  <a:lnTo>
                    <a:pt x="2301070" y="789340"/>
                  </a:lnTo>
                  <a:lnTo>
                    <a:pt x="2296695" y="789340"/>
                  </a:lnTo>
                  <a:lnTo>
                    <a:pt x="33285" y="789340"/>
                  </a:lnTo>
                  <a:lnTo>
                    <a:pt x="28910" y="789340"/>
                  </a:lnTo>
                  <a:lnTo>
                    <a:pt x="24631" y="788494"/>
                  </a:lnTo>
                  <a:lnTo>
                    <a:pt x="20541" y="786810"/>
                  </a:lnTo>
                  <a:lnTo>
                    <a:pt x="16452" y="785117"/>
                  </a:lnTo>
                  <a:lnTo>
                    <a:pt x="12838" y="782711"/>
                  </a:lnTo>
                  <a:lnTo>
                    <a:pt x="9795" y="779592"/>
                  </a:lnTo>
                  <a:lnTo>
                    <a:pt x="6657" y="776473"/>
                  </a:lnTo>
                  <a:lnTo>
                    <a:pt x="4184" y="772868"/>
                  </a:lnTo>
                  <a:lnTo>
                    <a:pt x="2567" y="768789"/>
                  </a:lnTo>
                  <a:lnTo>
                    <a:pt x="855" y="764718"/>
                  </a:lnTo>
                  <a:lnTo>
                    <a:pt x="0" y="760467"/>
                  </a:lnTo>
                  <a:lnTo>
                    <a:pt x="0" y="756055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84483" y="1156882"/>
              <a:ext cx="126999" cy="13652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3800860" y="2554567"/>
            <a:ext cx="4201160" cy="4400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Driver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must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match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Ensure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chromedriver.exe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or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msedgedriver.exe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matches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installed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77831" y="1330757"/>
            <a:ext cx="9067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Security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Note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92239" y="1741778"/>
            <a:ext cx="2049780" cy="5702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just">
              <a:lnSpc>
                <a:spcPct val="118600"/>
              </a:lnSpc>
              <a:spcBef>
                <a:spcPts val="114"/>
              </a:spcBef>
            </a:pPr>
            <a:r>
              <a:rPr sz="1000" b="1" spc="-65" dirty="0">
                <a:solidFill>
                  <a:srgbClr val="91400D"/>
                </a:solidFill>
                <a:latin typeface="Arial"/>
                <a:cs typeface="Arial"/>
              </a:rPr>
              <a:t>Chromium</a:t>
            </a:r>
            <a:r>
              <a:rPr sz="1000" b="1" spc="-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127+</a:t>
            </a:r>
            <a:r>
              <a:rPr sz="950" b="1" spc="-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enables</a:t>
            </a:r>
            <a:r>
              <a:rPr sz="1000" spc="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91400D"/>
                </a:solidFill>
                <a:latin typeface="Microsoft Sans Serif"/>
                <a:cs typeface="Microsoft Sans Serif"/>
              </a:rPr>
              <a:t>HTTPS</a:t>
            </a:r>
            <a:r>
              <a:rPr sz="950" spc="-45" dirty="0">
                <a:solidFill>
                  <a:srgbClr val="91400D"/>
                </a:solidFill>
                <a:latin typeface="Microsoft Sans Serif"/>
                <a:cs typeface="Microsoft Sans Serif"/>
              </a:rPr>
              <a:t>-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First Mode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in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incognito</a:t>
            </a:r>
            <a:r>
              <a:rPr sz="95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.</a:t>
            </a:r>
            <a:r>
              <a:rPr sz="95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91400D"/>
                </a:solidFill>
                <a:latin typeface="Microsoft Sans Serif"/>
                <a:cs typeface="Microsoft Sans Serif"/>
              </a:rPr>
              <a:t>Test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91400D"/>
                </a:solidFill>
                <a:latin typeface="Microsoft Sans Serif"/>
                <a:cs typeface="Microsoft Sans Serif"/>
              </a:rPr>
              <a:t>HTTP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targets carefully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to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avoid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warning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pages</a:t>
            </a:r>
            <a:r>
              <a:rPr sz="95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479279" y="2736736"/>
            <a:ext cx="2703830" cy="1411605"/>
            <a:chOff x="9479279" y="2517647"/>
            <a:chExt cx="2703830" cy="1411605"/>
          </a:xfrm>
        </p:grpSpPr>
        <p:sp>
          <p:nvSpPr>
            <p:cNvPr id="47" name="object 47"/>
            <p:cNvSpPr/>
            <p:nvPr/>
          </p:nvSpPr>
          <p:spPr>
            <a:xfrm>
              <a:off x="9479279" y="2517647"/>
              <a:ext cx="2703830" cy="1411605"/>
            </a:xfrm>
            <a:custGeom>
              <a:avLst/>
              <a:gdLst/>
              <a:ahLst/>
              <a:cxnLst/>
              <a:rect l="l" t="t" r="r" b="b"/>
              <a:pathLst>
                <a:path w="2703829" h="1411604">
                  <a:moveTo>
                    <a:pt x="2703210" y="1411223"/>
                  </a:moveTo>
                  <a:lnTo>
                    <a:pt x="0" y="1411223"/>
                  </a:lnTo>
                  <a:lnTo>
                    <a:pt x="0" y="0"/>
                  </a:lnTo>
                  <a:lnTo>
                    <a:pt x="2703210" y="0"/>
                  </a:lnTo>
                  <a:lnTo>
                    <a:pt x="2703210" y="40581"/>
                  </a:lnTo>
                  <a:lnTo>
                    <a:pt x="116464" y="40581"/>
                  </a:lnTo>
                  <a:lnTo>
                    <a:pt x="109898" y="40897"/>
                  </a:lnTo>
                  <a:lnTo>
                    <a:pt x="74236" y="55665"/>
                  </a:lnTo>
                  <a:lnTo>
                    <a:pt x="52737" y="87855"/>
                  </a:lnTo>
                  <a:lnTo>
                    <a:pt x="49895" y="107152"/>
                  </a:lnTo>
                  <a:lnTo>
                    <a:pt x="49895" y="1286408"/>
                  </a:lnTo>
                  <a:lnTo>
                    <a:pt x="61089" y="1323399"/>
                  </a:lnTo>
                  <a:lnTo>
                    <a:pt x="90982" y="1347917"/>
                  </a:lnTo>
                  <a:lnTo>
                    <a:pt x="116464" y="1352976"/>
                  </a:lnTo>
                  <a:lnTo>
                    <a:pt x="2703210" y="1352976"/>
                  </a:lnTo>
                  <a:lnTo>
                    <a:pt x="2703210" y="1411223"/>
                  </a:lnTo>
                  <a:close/>
                </a:path>
                <a:path w="2703829" h="1411604">
                  <a:moveTo>
                    <a:pt x="2703210" y="1352976"/>
                  </a:moveTo>
                  <a:lnTo>
                    <a:pt x="2627132" y="1352976"/>
                  </a:lnTo>
                  <a:lnTo>
                    <a:pt x="2633680" y="1352661"/>
                  </a:lnTo>
                  <a:lnTo>
                    <a:pt x="2640112" y="1351715"/>
                  </a:lnTo>
                  <a:lnTo>
                    <a:pt x="2674193" y="1333469"/>
                  </a:lnTo>
                  <a:lnTo>
                    <a:pt x="2692439" y="1299400"/>
                  </a:lnTo>
                  <a:lnTo>
                    <a:pt x="2693700" y="1286408"/>
                  </a:lnTo>
                  <a:lnTo>
                    <a:pt x="2693700" y="107152"/>
                  </a:lnTo>
                  <a:lnTo>
                    <a:pt x="2682491" y="70160"/>
                  </a:lnTo>
                  <a:lnTo>
                    <a:pt x="2652613" y="45646"/>
                  </a:lnTo>
                  <a:lnTo>
                    <a:pt x="2627132" y="40581"/>
                  </a:lnTo>
                  <a:lnTo>
                    <a:pt x="2703210" y="40581"/>
                  </a:lnTo>
                  <a:lnTo>
                    <a:pt x="2703210" y="1352976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24391" y="2553469"/>
              <a:ext cx="2653665" cy="1322070"/>
            </a:xfrm>
            <a:custGeom>
              <a:avLst/>
              <a:gdLst/>
              <a:ahLst/>
              <a:cxnLst/>
              <a:rect l="l" t="t" r="r" b="b"/>
              <a:pathLst>
                <a:path w="2653665" h="1322070">
                  <a:moveTo>
                    <a:pt x="2586659" y="1321907"/>
                  </a:moveTo>
                  <a:lnTo>
                    <a:pt x="66665" y="1321907"/>
                  </a:lnTo>
                  <a:lnTo>
                    <a:pt x="62006" y="1321451"/>
                  </a:lnTo>
                  <a:lnTo>
                    <a:pt x="24155" y="1304323"/>
                  </a:lnTo>
                  <a:lnTo>
                    <a:pt x="2282" y="1269088"/>
                  </a:lnTo>
                  <a:lnTo>
                    <a:pt x="0" y="1255260"/>
                  </a:lnTo>
                  <a:lnTo>
                    <a:pt x="0" y="1250581"/>
                  </a:lnTo>
                  <a:lnTo>
                    <a:pt x="0" y="66646"/>
                  </a:lnTo>
                  <a:lnTo>
                    <a:pt x="14645" y="27807"/>
                  </a:lnTo>
                  <a:lnTo>
                    <a:pt x="48311" y="3632"/>
                  </a:lnTo>
                  <a:lnTo>
                    <a:pt x="66665" y="0"/>
                  </a:lnTo>
                  <a:lnTo>
                    <a:pt x="2586659" y="0"/>
                  </a:lnTo>
                  <a:lnTo>
                    <a:pt x="2625555" y="14626"/>
                  </a:lnTo>
                  <a:lnTo>
                    <a:pt x="2649711" y="48358"/>
                  </a:lnTo>
                  <a:lnTo>
                    <a:pt x="2653325" y="66646"/>
                  </a:lnTo>
                  <a:lnTo>
                    <a:pt x="2653325" y="1255260"/>
                  </a:lnTo>
                  <a:lnTo>
                    <a:pt x="2638679" y="1294099"/>
                  </a:lnTo>
                  <a:lnTo>
                    <a:pt x="2605013" y="1318265"/>
                  </a:lnTo>
                  <a:lnTo>
                    <a:pt x="2591319" y="1321451"/>
                  </a:lnTo>
                  <a:lnTo>
                    <a:pt x="2586659" y="13219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524391" y="2553469"/>
              <a:ext cx="2653665" cy="1322070"/>
            </a:xfrm>
            <a:custGeom>
              <a:avLst/>
              <a:gdLst/>
              <a:ahLst/>
              <a:cxnLst/>
              <a:rect l="l" t="t" r="r" b="b"/>
              <a:pathLst>
                <a:path w="2653665" h="1322070">
                  <a:moveTo>
                    <a:pt x="0" y="125058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75" y="62006"/>
                  </a:lnTo>
                  <a:lnTo>
                    <a:pt x="1331" y="57412"/>
                  </a:lnTo>
                  <a:lnTo>
                    <a:pt x="2282" y="52819"/>
                  </a:lnTo>
                  <a:lnTo>
                    <a:pt x="3613" y="48358"/>
                  </a:lnTo>
                  <a:lnTo>
                    <a:pt x="5420" y="44031"/>
                  </a:lnTo>
                  <a:lnTo>
                    <a:pt x="7227" y="39704"/>
                  </a:lnTo>
                  <a:lnTo>
                    <a:pt x="20922" y="20893"/>
                  </a:lnTo>
                  <a:lnTo>
                    <a:pt x="24155" y="17574"/>
                  </a:lnTo>
                  <a:lnTo>
                    <a:pt x="27769" y="14626"/>
                  </a:lnTo>
                  <a:lnTo>
                    <a:pt x="31668" y="12020"/>
                  </a:lnTo>
                  <a:lnTo>
                    <a:pt x="35567" y="9415"/>
                  </a:lnTo>
                  <a:lnTo>
                    <a:pt x="39657" y="7218"/>
                  </a:lnTo>
                  <a:lnTo>
                    <a:pt x="44031" y="5430"/>
                  </a:lnTo>
                  <a:lnTo>
                    <a:pt x="48311" y="3632"/>
                  </a:lnTo>
                  <a:lnTo>
                    <a:pt x="52781" y="2282"/>
                  </a:lnTo>
                  <a:lnTo>
                    <a:pt x="57441" y="1369"/>
                  </a:lnTo>
                  <a:lnTo>
                    <a:pt x="62006" y="456"/>
                  </a:lnTo>
                  <a:lnTo>
                    <a:pt x="66665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59" y="0"/>
                  </a:lnTo>
                  <a:lnTo>
                    <a:pt x="2591319" y="456"/>
                  </a:lnTo>
                  <a:lnTo>
                    <a:pt x="2595884" y="1369"/>
                  </a:lnTo>
                  <a:lnTo>
                    <a:pt x="2600543" y="2282"/>
                  </a:lnTo>
                  <a:lnTo>
                    <a:pt x="2605013" y="3632"/>
                  </a:lnTo>
                  <a:lnTo>
                    <a:pt x="2609293" y="5430"/>
                  </a:lnTo>
                  <a:lnTo>
                    <a:pt x="2613572" y="7218"/>
                  </a:lnTo>
                  <a:lnTo>
                    <a:pt x="2632402" y="20893"/>
                  </a:lnTo>
                  <a:lnTo>
                    <a:pt x="2635731" y="24203"/>
                  </a:lnTo>
                  <a:lnTo>
                    <a:pt x="2647904" y="44031"/>
                  </a:lnTo>
                  <a:lnTo>
                    <a:pt x="2649711" y="48358"/>
                  </a:lnTo>
                  <a:lnTo>
                    <a:pt x="2651042" y="52819"/>
                  </a:lnTo>
                  <a:lnTo>
                    <a:pt x="2651993" y="57412"/>
                  </a:lnTo>
                  <a:lnTo>
                    <a:pt x="2652849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250581"/>
                  </a:lnTo>
                  <a:lnTo>
                    <a:pt x="2653325" y="1255260"/>
                  </a:lnTo>
                  <a:lnTo>
                    <a:pt x="2652849" y="1259901"/>
                  </a:lnTo>
                  <a:lnTo>
                    <a:pt x="2635731" y="1297704"/>
                  </a:lnTo>
                  <a:lnTo>
                    <a:pt x="2632402" y="1301013"/>
                  </a:lnTo>
                  <a:lnTo>
                    <a:pt x="2629074" y="1304323"/>
                  </a:lnTo>
                  <a:lnTo>
                    <a:pt x="2609293" y="1316477"/>
                  </a:lnTo>
                  <a:lnTo>
                    <a:pt x="2605013" y="1318265"/>
                  </a:lnTo>
                  <a:lnTo>
                    <a:pt x="2600543" y="1319625"/>
                  </a:lnTo>
                  <a:lnTo>
                    <a:pt x="2595884" y="1320538"/>
                  </a:lnTo>
                  <a:lnTo>
                    <a:pt x="2591319" y="1321451"/>
                  </a:lnTo>
                  <a:lnTo>
                    <a:pt x="2586659" y="1321907"/>
                  </a:lnTo>
                  <a:lnTo>
                    <a:pt x="2581999" y="1321907"/>
                  </a:lnTo>
                  <a:lnTo>
                    <a:pt x="71325" y="1321907"/>
                  </a:lnTo>
                  <a:lnTo>
                    <a:pt x="66665" y="1321907"/>
                  </a:lnTo>
                  <a:lnTo>
                    <a:pt x="62006" y="1321451"/>
                  </a:lnTo>
                  <a:lnTo>
                    <a:pt x="57441" y="1320538"/>
                  </a:lnTo>
                  <a:lnTo>
                    <a:pt x="52781" y="1319625"/>
                  </a:lnTo>
                  <a:lnTo>
                    <a:pt x="48311" y="1318265"/>
                  </a:lnTo>
                  <a:lnTo>
                    <a:pt x="44031" y="1316477"/>
                  </a:lnTo>
                  <a:lnTo>
                    <a:pt x="39657" y="1314689"/>
                  </a:lnTo>
                  <a:lnTo>
                    <a:pt x="35567" y="1312492"/>
                  </a:lnTo>
                  <a:lnTo>
                    <a:pt x="31668" y="1309886"/>
                  </a:lnTo>
                  <a:lnTo>
                    <a:pt x="27769" y="1307280"/>
                  </a:lnTo>
                  <a:lnTo>
                    <a:pt x="24155" y="1304323"/>
                  </a:lnTo>
                  <a:lnTo>
                    <a:pt x="20922" y="1301013"/>
                  </a:lnTo>
                  <a:lnTo>
                    <a:pt x="17593" y="1297704"/>
                  </a:lnTo>
                  <a:lnTo>
                    <a:pt x="475" y="1259901"/>
                  </a:lnTo>
                  <a:lnTo>
                    <a:pt x="0" y="1255260"/>
                  </a:lnTo>
                  <a:lnTo>
                    <a:pt x="0" y="125058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81307" y="2735563"/>
              <a:ext cx="133349" cy="136524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9877831" y="2918948"/>
            <a:ext cx="7035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75" dirty="0">
                <a:solidFill>
                  <a:srgbClr val="1D293B"/>
                </a:solidFill>
                <a:latin typeface="Arial"/>
                <a:cs typeface="Arial"/>
              </a:rPr>
              <a:t>Key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Points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668608" y="3236599"/>
            <a:ext cx="22866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Install</a:t>
            </a:r>
            <a:r>
              <a:rPr sz="10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Chrome</a:t>
            </a: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on</a:t>
            </a: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machine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68608" y="3493372"/>
            <a:ext cx="18649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Download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latest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drivers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668608" y="3750145"/>
            <a:ext cx="20656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Verify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driver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version</a:t>
            </a:r>
            <a:r>
              <a:rPr sz="10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match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08726" y="1815707"/>
            <a:ext cx="875665" cy="41655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00" b="1" spc="-85" dirty="0">
                <a:solidFill>
                  <a:srgbClr val="1D293B"/>
                </a:solidFill>
                <a:latin typeface="Arial"/>
                <a:cs typeface="Arial"/>
              </a:rPr>
              <a:t>1.</a:t>
            </a:r>
            <a:r>
              <a:rPr sz="90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1D293B"/>
                </a:solidFill>
                <a:latin typeface="Arial"/>
                <a:cs typeface="Arial"/>
              </a:rPr>
              <a:t>Install</a:t>
            </a:r>
            <a:r>
              <a:rPr sz="90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1D293B"/>
                </a:solidFill>
                <a:latin typeface="Arial"/>
                <a:cs typeface="Arial"/>
              </a:rPr>
              <a:t>Browser</a:t>
            </a:r>
            <a:endParaRPr sz="900">
              <a:latin typeface="Arial"/>
              <a:cs typeface="Arial"/>
            </a:endParaRPr>
          </a:p>
          <a:p>
            <a:pPr marL="127635">
              <a:lnSpc>
                <a:spcPct val="100000"/>
              </a:lnSpc>
              <a:spcBef>
                <a:spcPts val="465"/>
              </a:spcBef>
            </a:pP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850" spc="-10" dirty="0">
                <a:solidFill>
                  <a:srgbClr val="64738B"/>
                </a:solidFill>
                <a:latin typeface="Maiandra GD"/>
                <a:cs typeface="Maiandra GD"/>
              </a:rPr>
              <a:t>/</a:t>
            </a: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854915" y="2016371"/>
            <a:ext cx="2954655" cy="85725"/>
            <a:chOff x="4854915" y="1797282"/>
            <a:chExt cx="2954655" cy="85725"/>
          </a:xfrm>
        </p:grpSpPr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4915" y="1797282"/>
              <a:ext cx="101599" cy="8572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81440" y="1797282"/>
              <a:ext cx="101599" cy="857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07965" y="1797282"/>
              <a:ext cx="101599" cy="85724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5045203" y="1808964"/>
            <a:ext cx="1055370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660"/>
              </a:spcBef>
            </a:pPr>
            <a:r>
              <a:rPr sz="900" b="1" dirty="0">
                <a:solidFill>
                  <a:srgbClr val="1D293B"/>
                </a:solidFill>
                <a:latin typeface="Arial"/>
                <a:cs typeface="Arial"/>
              </a:rPr>
              <a:t>2.</a:t>
            </a:r>
            <a:r>
              <a:rPr sz="900" b="1" spc="-40" dirty="0">
                <a:solidFill>
                  <a:srgbClr val="1D293B"/>
                </a:solidFill>
                <a:latin typeface="Arial"/>
                <a:cs typeface="Arial"/>
              </a:rPr>
              <a:t> Install</a:t>
            </a:r>
            <a:r>
              <a:rPr sz="90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D293B"/>
                </a:solidFill>
                <a:latin typeface="Arial"/>
                <a:cs typeface="Arial"/>
              </a:rPr>
              <a:t>Drivers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Match</a:t>
            </a:r>
            <a:r>
              <a:rPr sz="8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8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version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452397" y="1808964"/>
            <a:ext cx="1094105" cy="4222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900" b="1" dirty="0">
                <a:solidFill>
                  <a:srgbClr val="1D293B"/>
                </a:solidFill>
                <a:latin typeface="Arial"/>
                <a:cs typeface="Arial"/>
              </a:rPr>
              <a:t>3.</a:t>
            </a:r>
            <a:r>
              <a:rPr sz="900" b="1" spc="-5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1D293B"/>
                </a:solidFill>
                <a:latin typeface="Arial"/>
                <a:cs typeface="Arial"/>
              </a:rPr>
              <a:t>Deploy</a:t>
            </a:r>
            <a:r>
              <a:rPr sz="900" b="1" spc="-35" dirty="0">
                <a:solidFill>
                  <a:srgbClr val="1D293B"/>
                </a:solidFill>
                <a:latin typeface="Arial"/>
                <a:cs typeface="Arial"/>
              </a:rPr>
              <a:t> Framework</a:t>
            </a:r>
            <a:endParaRPr sz="9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515"/>
              </a:spcBef>
            </a:pP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Connectors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1379" y="6385851"/>
            <a:ext cx="19818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562EB"/>
                </a:solidFill>
                <a:latin typeface="Microsoft Sans Serif"/>
                <a:cs typeface="Microsoft Sans Serif"/>
              </a:rPr>
              <a:t>CyberArk</a:t>
            </a:r>
            <a:r>
              <a:rPr sz="1000" spc="28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950" spc="175" dirty="0">
                <a:solidFill>
                  <a:srgbClr val="64738B"/>
                </a:solidFill>
                <a:latin typeface="Microsoft Sans Serif"/>
                <a:cs typeface="Microsoft Sans Serif"/>
              </a:rPr>
              <a:t>•</a:t>
            </a:r>
            <a:r>
              <a:rPr sz="950" spc="3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endParaRPr sz="10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pc="-185" dirty="0"/>
              <a:t>Run</a:t>
            </a:r>
            <a:r>
              <a:rPr spc="-80" dirty="0"/>
              <a:t> </a:t>
            </a:r>
            <a:r>
              <a:rPr spc="-135" dirty="0"/>
              <a:t>PSM</a:t>
            </a:r>
            <a:r>
              <a:rPr spc="-80" dirty="0"/>
              <a:t> </a:t>
            </a:r>
            <a:r>
              <a:rPr spc="-110" dirty="0"/>
              <a:t>Hardening</a:t>
            </a:r>
            <a:r>
              <a:rPr spc="-80" dirty="0"/>
              <a:t> for </a:t>
            </a:r>
            <a:r>
              <a:rPr spc="-110" dirty="0"/>
              <a:t>Web</a:t>
            </a:r>
            <a:r>
              <a:rPr spc="-80" dirty="0"/>
              <a:t> Applications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b="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Execute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script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WebApp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enabled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4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3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3"/>
            <a:ext cx="6276975" cy="5325745"/>
            <a:chOff x="389907" y="770313"/>
            <a:chExt cx="6276975" cy="5325745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6267450" cy="5316220"/>
            </a:xfrm>
            <a:custGeom>
              <a:avLst/>
              <a:gdLst/>
              <a:ahLst/>
              <a:cxnLst/>
              <a:rect l="l" t="t" r="r" b="b"/>
              <a:pathLst>
                <a:path w="6267450" h="5316220">
                  <a:moveTo>
                    <a:pt x="0" y="5244834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5244834"/>
                  </a:lnTo>
                  <a:lnTo>
                    <a:pt x="6267173" y="5249513"/>
                  </a:lnTo>
                  <a:lnTo>
                    <a:pt x="6266716" y="5254154"/>
                  </a:lnTo>
                  <a:lnTo>
                    <a:pt x="6249588" y="5291957"/>
                  </a:lnTo>
                  <a:lnTo>
                    <a:pt x="6246279" y="5295266"/>
                  </a:lnTo>
                  <a:lnTo>
                    <a:pt x="6242969" y="5298576"/>
                  </a:lnTo>
                  <a:lnTo>
                    <a:pt x="6223141" y="5310730"/>
                  </a:lnTo>
                  <a:lnTo>
                    <a:pt x="6218814" y="5312527"/>
                  </a:lnTo>
                  <a:lnTo>
                    <a:pt x="6214353" y="5313878"/>
                  </a:lnTo>
                  <a:lnTo>
                    <a:pt x="6209760" y="5314791"/>
                  </a:lnTo>
                  <a:lnTo>
                    <a:pt x="6205167" y="5315704"/>
                  </a:lnTo>
                  <a:lnTo>
                    <a:pt x="6200526" y="5316160"/>
                  </a:lnTo>
                  <a:lnTo>
                    <a:pt x="6195847" y="5316160"/>
                  </a:lnTo>
                  <a:lnTo>
                    <a:pt x="71325" y="5316160"/>
                  </a:lnTo>
                  <a:lnTo>
                    <a:pt x="66642" y="5316160"/>
                  </a:lnTo>
                  <a:lnTo>
                    <a:pt x="62004" y="5315704"/>
                  </a:lnTo>
                  <a:lnTo>
                    <a:pt x="57410" y="5314791"/>
                  </a:lnTo>
                  <a:lnTo>
                    <a:pt x="52817" y="5313878"/>
                  </a:lnTo>
                  <a:lnTo>
                    <a:pt x="48357" y="5312527"/>
                  </a:lnTo>
                  <a:lnTo>
                    <a:pt x="44030" y="5310730"/>
                  </a:lnTo>
                  <a:lnTo>
                    <a:pt x="39703" y="5308942"/>
                  </a:lnTo>
                  <a:lnTo>
                    <a:pt x="9418" y="5280564"/>
                  </a:lnTo>
                  <a:lnTo>
                    <a:pt x="1370" y="5258747"/>
                  </a:lnTo>
                  <a:lnTo>
                    <a:pt x="456" y="5254154"/>
                  </a:lnTo>
                  <a:lnTo>
                    <a:pt x="0" y="5249513"/>
                  </a:lnTo>
                  <a:lnTo>
                    <a:pt x="0" y="524483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46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331429"/>
              <a:ext cx="5953760" cy="3566795"/>
            </a:xfrm>
            <a:custGeom>
              <a:avLst/>
              <a:gdLst/>
              <a:ahLst/>
              <a:cxnLst/>
              <a:rect l="l" t="t" r="r" b="b"/>
              <a:pathLst>
                <a:path w="5953759" h="3566795">
                  <a:moveTo>
                    <a:pt x="5953328" y="2944380"/>
                  </a:moveTo>
                  <a:lnTo>
                    <a:pt x="5933973" y="2905137"/>
                  </a:lnTo>
                  <a:lnTo>
                    <a:pt x="5900013" y="2891078"/>
                  </a:lnTo>
                  <a:lnTo>
                    <a:pt x="53314" y="2891078"/>
                  </a:lnTo>
                  <a:lnTo>
                    <a:pt x="14058" y="2910433"/>
                  </a:lnTo>
                  <a:lnTo>
                    <a:pt x="0" y="2944380"/>
                  </a:lnTo>
                  <a:lnTo>
                    <a:pt x="0" y="3509226"/>
                  </a:lnTo>
                  <a:lnTo>
                    <a:pt x="0" y="3512972"/>
                  </a:lnTo>
                  <a:lnTo>
                    <a:pt x="19354" y="3552228"/>
                  </a:lnTo>
                  <a:lnTo>
                    <a:pt x="53314" y="3566287"/>
                  </a:lnTo>
                  <a:lnTo>
                    <a:pt x="5900013" y="3566287"/>
                  </a:lnTo>
                  <a:lnTo>
                    <a:pt x="5939269" y="3546932"/>
                  </a:lnTo>
                  <a:lnTo>
                    <a:pt x="5953328" y="3512972"/>
                  </a:lnTo>
                  <a:lnTo>
                    <a:pt x="5953328" y="2944380"/>
                  </a:lnTo>
                  <a:close/>
                </a:path>
                <a:path w="5953759" h="3566795">
                  <a:moveTo>
                    <a:pt x="5953328" y="1983867"/>
                  </a:moveTo>
                  <a:lnTo>
                    <a:pt x="5933973" y="1944611"/>
                  </a:lnTo>
                  <a:lnTo>
                    <a:pt x="5900013" y="1930552"/>
                  </a:lnTo>
                  <a:lnTo>
                    <a:pt x="53314" y="1930552"/>
                  </a:lnTo>
                  <a:lnTo>
                    <a:pt x="14058" y="1949907"/>
                  </a:lnTo>
                  <a:lnTo>
                    <a:pt x="0" y="1983867"/>
                  </a:lnTo>
                  <a:lnTo>
                    <a:pt x="0" y="2719895"/>
                  </a:lnTo>
                  <a:lnTo>
                    <a:pt x="0" y="2723642"/>
                  </a:lnTo>
                  <a:lnTo>
                    <a:pt x="19354" y="2762885"/>
                  </a:lnTo>
                  <a:lnTo>
                    <a:pt x="53314" y="2776956"/>
                  </a:lnTo>
                  <a:lnTo>
                    <a:pt x="5900013" y="2776956"/>
                  </a:lnTo>
                  <a:lnTo>
                    <a:pt x="5939269" y="2757589"/>
                  </a:lnTo>
                  <a:lnTo>
                    <a:pt x="5953328" y="2723642"/>
                  </a:lnTo>
                  <a:lnTo>
                    <a:pt x="5953328" y="1983867"/>
                  </a:lnTo>
                  <a:close/>
                </a:path>
                <a:path w="5953759" h="3566795">
                  <a:moveTo>
                    <a:pt x="5953328" y="1013828"/>
                  </a:moveTo>
                  <a:lnTo>
                    <a:pt x="5933973" y="974585"/>
                  </a:lnTo>
                  <a:lnTo>
                    <a:pt x="5900013" y="960513"/>
                  </a:lnTo>
                  <a:lnTo>
                    <a:pt x="53314" y="960513"/>
                  </a:lnTo>
                  <a:lnTo>
                    <a:pt x="14058" y="979881"/>
                  </a:lnTo>
                  <a:lnTo>
                    <a:pt x="0" y="1013828"/>
                  </a:lnTo>
                  <a:lnTo>
                    <a:pt x="0" y="1759369"/>
                  </a:lnTo>
                  <a:lnTo>
                    <a:pt x="0" y="1763115"/>
                  </a:lnTo>
                  <a:lnTo>
                    <a:pt x="19354" y="1802358"/>
                  </a:lnTo>
                  <a:lnTo>
                    <a:pt x="53314" y="1816430"/>
                  </a:lnTo>
                  <a:lnTo>
                    <a:pt x="5900013" y="1816430"/>
                  </a:lnTo>
                  <a:lnTo>
                    <a:pt x="5939269" y="1797062"/>
                  </a:lnTo>
                  <a:lnTo>
                    <a:pt x="5953328" y="1763115"/>
                  </a:lnTo>
                  <a:lnTo>
                    <a:pt x="5953328" y="1013828"/>
                  </a:lnTo>
                  <a:close/>
                </a:path>
                <a:path w="5953759" h="3566795">
                  <a:moveTo>
                    <a:pt x="5953328" y="53314"/>
                  </a:moveTo>
                  <a:lnTo>
                    <a:pt x="5933973" y="14058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54"/>
                  </a:lnTo>
                  <a:lnTo>
                    <a:pt x="0" y="53314"/>
                  </a:lnTo>
                  <a:lnTo>
                    <a:pt x="0" y="789330"/>
                  </a:lnTo>
                  <a:lnTo>
                    <a:pt x="0" y="793076"/>
                  </a:lnTo>
                  <a:lnTo>
                    <a:pt x="19354" y="832332"/>
                  </a:lnTo>
                  <a:lnTo>
                    <a:pt x="53314" y="846391"/>
                  </a:lnTo>
                  <a:lnTo>
                    <a:pt x="5900013" y="846391"/>
                  </a:lnTo>
                  <a:lnTo>
                    <a:pt x="5939269" y="827036"/>
                  </a:lnTo>
                  <a:lnTo>
                    <a:pt x="5953328" y="793076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50820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898489"/>
            <a:ext cx="14446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Step</a:t>
            </a:r>
            <a:r>
              <a:rPr sz="1200" b="1" spc="-6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80" dirty="0">
                <a:solidFill>
                  <a:srgbClr val="1D293B"/>
                </a:solidFill>
                <a:latin typeface="Arial"/>
                <a:cs typeface="Arial"/>
              </a:rPr>
              <a:t>by</a:t>
            </a:r>
            <a:r>
              <a:rPr sz="1200" b="1" spc="-8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Step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445540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69217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416501"/>
            <a:ext cx="4984115" cy="5524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195"/>
              </a:spcBef>
            </a:pPr>
            <a:r>
              <a:rPr sz="1100" b="1" spc="-90" dirty="0">
                <a:solidFill>
                  <a:srgbClr val="334054"/>
                </a:solidFill>
                <a:latin typeface="Arial"/>
                <a:cs typeface="Arial"/>
              </a:rPr>
              <a:t>Log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334054"/>
                </a:solidFill>
                <a:latin typeface="Arial"/>
                <a:cs typeface="Arial"/>
              </a:rPr>
              <a:t>on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to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80" dirty="0">
                <a:solidFill>
                  <a:srgbClr val="334054"/>
                </a:solidFill>
                <a:latin typeface="Arial"/>
                <a:cs typeface="Arial"/>
              </a:rPr>
              <a:t>PSM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machine</a:t>
            </a:r>
            <a:r>
              <a:rPr sz="1100" b="1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4054"/>
                </a:solidFill>
                <a:latin typeface="Microsoft Sans Serif"/>
                <a:cs typeface="Microsoft Sans Serif"/>
              </a:rPr>
              <a:t>as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85" dirty="0">
                <a:solidFill>
                  <a:srgbClr val="334054"/>
                </a:solidFill>
                <a:latin typeface="Microsoft Sans Serif"/>
                <a:cs typeface="Microsoft Sans Serif"/>
              </a:rPr>
              <a:t>an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administrative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user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sufficient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privileges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run </a:t>
            </a:r>
            <a:r>
              <a:rPr sz="1150" spc="-75" dirty="0">
                <a:solidFill>
                  <a:srgbClr val="334054"/>
                </a:solidFill>
                <a:latin typeface="Microsoft Sans Serif"/>
                <a:cs typeface="Microsoft Sans Serif"/>
              </a:rPr>
              <a:t>PowerShell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scripts</a:t>
            </a:r>
            <a:r>
              <a:rPr sz="11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90" dirty="0">
                <a:solidFill>
                  <a:srgbClr val="64738B"/>
                </a:solidFill>
                <a:latin typeface="Microsoft Sans Serif"/>
                <a:cs typeface="Microsoft Sans Serif"/>
              </a:rPr>
              <a:t>Ensure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you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have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admin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rights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execute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scripts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2406062"/>
            <a:ext cx="228243" cy="22824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467" y="2429740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373" y="2377023"/>
            <a:ext cx="5223510" cy="5619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85"/>
              </a:spcBef>
            </a:pPr>
            <a:r>
              <a:rPr sz="1100" b="1" spc="-100" dirty="0">
                <a:solidFill>
                  <a:srgbClr val="334054"/>
                </a:solidFill>
                <a:latin typeface="Arial"/>
                <a:cs typeface="Arial"/>
              </a:rPr>
              <a:t>Run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 the 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PSMHardening</a:t>
            </a:r>
            <a:r>
              <a:rPr sz="1050" b="1" spc="-65" dirty="0">
                <a:solidFill>
                  <a:srgbClr val="334054"/>
                </a:solidFill>
                <a:latin typeface="Arial"/>
                <a:cs typeface="Arial"/>
              </a:rPr>
              <a:t>.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ps</a:t>
            </a:r>
            <a:r>
              <a:rPr sz="1050" b="1" spc="-65" dirty="0">
                <a:solidFill>
                  <a:srgbClr val="334054"/>
                </a:solidFill>
                <a:latin typeface="Arial"/>
                <a:cs typeface="Arial"/>
              </a:rPr>
              <a:t>1</a:t>
            </a:r>
            <a:r>
              <a:rPr sz="1050" b="1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script</a:t>
            </a:r>
            <a:r>
              <a:rPr sz="1100" b="1" spc="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15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supportWebApplication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option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1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1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domain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environments</a:t>
            </a:r>
            <a:r>
              <a:rPr sz="11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Command</a:t>
            </a:r>
            <a:r>
              <a:rPr sz="9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6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.\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PSMHardening</a:t>
            </a:r>
            <a:r>
              <a:rPr sz="9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.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</a:t>
            </a:r>
            <a:r>
              <a:rPr sz="9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1</a:t>
            </a:r>
            <a:r>
              <a:rPr sz="900" spc="6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8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supportWebApplication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376095"/>
            <a:ext cx="228243" cy="228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0724" y="3390263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373" y="3347056"/>
            <a:ext cx="5276850" cy="5524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195"/>
              </a:spcBef>
            </a:pPr>
            <a:r>
              <a:rPr sz="1100" b="1" spc="-90" dirty="0">
                <a:solidFill>
                  <a:srgbClr val="334054"/>
                </a:solidFill>
                <a:latin typeface="Arial"/>
                <a:cs typeface="Arial"/>
              </a:rPr>
              <a:t>For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334054"/>
                </a:solidFill>
                <a:latin typeface="Arial"/>
                <a:cs typeface="Arial"/>
              </a:rPr>
              <a:t>out</a:t>
            </a:r>
            <a:r>
              <a:rPr sz="1050" b="1" spc="-20" dirty="0">
                <a:solidFill>
                  <a:srgbClr val="334054"/>
                </a:solidFill>
                <a:latin typeface="Arial"/>
                <a:cs typeface="Arial"/>
              </a:rPr>
              <a:t>-</a:t>
            </a:r>
            <a:r>
              <a:rPr sz="1100" b="1" dirty="0">
                <a:solidFill>
                  <a:srgbClr val="334054"/>
                </a:solidFill>
                <a:latin typeface="Arial"/>
                <a:cs typeface="Arial"/>
              </a:rPr>
              <a:t>of</a:t>
            </a:r>
            <a:r>
              <a:rPr sz="1050" b="1" dirty="0">
                <a:solidFill>
                  <a:srgbClr val="334054"/>
                </a:solidFill>
                <a:latin typeface="Arial"/>
                <a:cs typeface="Arial"/>
              </a:rPr>
              <a:t>-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domain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environments</a:t>
            </a:r>
            <a:r>
              <a:rPr sz="110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,</a:t>
            </a:r>
            <a:r>
              <a:rPr sz="11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set</a:t>
            </a:r>
            <a:r>
              <a:rPr sz="11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$SUPPORT</a:t>
            </a:r>
            <a:r>
              <a:rPr sz="110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_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10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_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APPLICATIONS</a:t>
            </a:r>
            <a:r>
              <a:rPr sz="11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334054"/>
                </a:solidFill>
                <a:latin typeface="Microsoft Sans Serif"/>
                <a:cs typeface="Microsoft Sans Serif"/>
              </a:rPr>
              <a:t>=</a:t>
            </a:r>
            <a:r>
              <a:rPr sz="11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$true</a:t>
            </a:r>
            <a:r>
              <a:rPr sz="11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inside</a:t>
            </a:r>
            <a:r>
              <a:rPr sz="11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the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script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before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running</a:t>
            </a:r>
            <a:r>
              <a:rPr sz="11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Modify</a:t>
            </a:r>
            <a:r>
              <a:rPr sz="10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000" spc="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script</a:t>
            </a:r>
            <a:r>
              <a:rPr sz="1000" spc="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variable</a:t>
            </a:r>
            <a:r>
              <a:rPr sz="9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$SUPPORT</a:t>
            </a:r>
            <a:r>
              <a:rPr sz="9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_</a:t>
            </a:r>
            <a:r>
              <a:rPr sz="10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9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_</a:t>
            </a:r>
            <a:r>
              <a:rPr sz="10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r>
              <a:rPr sz="1000" spc="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=</a:t>
            </a:r>
            <a:r>
              <a:rPr sz="9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$true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4336618"/>
            <a:ext cx="228243" cy="2282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9089" y="4360296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73" y="4278846"/>
            <a:ext cx="5209540" cy="41020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Verify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output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logs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empty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after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running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script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70" dirty="0">
                <a:solidFill>
                  <a:srgbClr val="334054"/>
                </a:solidFill>
                <a:latin typeface="Microsoft Sans Serif"/>
                <a:cs typeface="Microsoft Sans Serif"/>
              </a:rPr>
              <a:t>ensure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successful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execution</a:t>
            </a:r>
            <a:r>
              <a:rPr sz="11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0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Check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any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errors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output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94841" y="770321"/>
            <a:ext cx="4565015" cy="4526915"/>
            <a:chOff x="6894841" y="770321"/>
            <a:chExt cx="4565015" cy="4526915"/>
          </a:xfrm>
        </p:grpSpPr>
        <p:sp>
          <p:nvSpPr>
            <p:cNvPr id="24" name="object 24"/>
            <p:cNvSpPr/>
            <p:nvPr/>
          </p:nvSpPr>
          <p:spPr>
            <a:xfrm>
              <a:off x="6894841" y="770321"/>
              <a:ext cx="4565015" cy="4526915"/>
            </a:xfrm>
            <a:custGeom>
              <a:avLst/>
              <a:gdLst/>
              <a:ahLst/>
              <a:cxnLst/>
              <a:rect l="l" t="t" r="r" b="b"/>
              <a:pathLst>
                <a:path w="4565015" h="4526915">
                  <a:moveTo>
                    <a:pt x="4493819" y="4526820"/>
                  </a:moveTo>
                  <a:lnTo>
                    <a:pt x="71088" y="4526820"/>
                  </a:lnTo>
                  <a:lnTo>
                    <a:pt x="66133" y="4526335"/>
                  </a:lnTo>
                  <a:lnTo>
                    <a:pt x="29662" y="4511223"/>
                  </a:lnTo>
                  <a:lnTo>
                    <a:pt x="3880" y="4475237"/>
                  </a:lnTo>
                  <a:lnTo>
                    <a:pt x="0" y="4455731"/>
                  </a:lnTo>
                  <a:lnTo>
                    <a:pt x="0" y="4450739"/>
                  </a:lnTo>
                  <a:lnTo>
                    <a:pt x="0" y="71085"/>
                  </a:lnTo>
                  <a:lnTo>
                    <a:pt x="15596" y="29659"/>
                  </a:lnTo>
                  <a:lnTo>
                    <a:pt x="51582" y="3879"/>
                  </a:lnTo>
                  <a:lnTo>
                    <a:pt x="71088" y="0"/>
                  </a:lnTo>
                  <a:lnTo>
                    <a:pt x="4493819" y="0"/>
                  </a:lnTo>
                  <a:lnTo>
                    <a:pt x="4535188" y="15597"/>
                  </a:lnTo>
                  <a:lnTo>
                    <a:pt x="4560961" y="51581"/>
                  </a:lnTo>
                  <a:lnTo>
                    <a:pt x="4564860" y="71085"/>
                  </a:lnTo>
                  <a:lnTo>
                    <a:pt x="4564860" y="4455731"/>
                  </a:lnTo>
                  <a:lnTo>
                    <a:pt x="4549263" y="4497157"/>
                  </a:lnTo>
                  <a:lnTo>
                    <a:pt x="4513315" y="4522939"/>
                  </a:lnTo>
                  <a:lnTo>
                    <a:pt x="4498765" y="4526335"/>
                  </a:lnTo>
                  <a:lnTo>
                    <a:pt x="4493819" y="4526820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7002" y="944499"/>
              <a:ext cx="152399" cy="1206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034303" y="905384"/>
            <a:ext cx="3176270" cy="194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30"/>
              </a:spcBef>
            </a:pPr>
            <a:r>
              <a:rPr sz="1050" spc="-55" dirty="0">
                <a:solidFill>
                  <a:srgbClr val="94A2B8"/>
                </a:solidFill>
                <a:latin typeface="Courier New"/>
                <a:cs typeface="Courier New"/>
              </a:rPr>
              <a:t>PowerShell</a:t>
            </a:r>
            <a:r>
              <a:rPr sz="1050" spc="-65" dirty="0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Courier New"/>
                <a:cs typeface="Courier New"/>
              </a:rPr>
              <a:t>Commands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50" spc="-4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In-domain</a:t>
            </a:r>
            <a:r>
              <a:rPr sz="1050" spc="-4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(script</a:t>
            </a:r>
            <a:r>
              <a:rPr sz="1050" spc="-4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Lucida Console"/>
                <a:cs typeface="Lucida Console"/>
              </a:rPr>
              <a:t>switch)</a:t>
            </a:r>
            <a:endParaRPr sz="1050">
              <a:latin typeface="Lucida Console"/>
              <a:cs typeface="Lucida Console"/>
            </a:endParaRPr>
          </a:p>
          <a:p>
            <a:pPr marL="12700" marR="347345">
              <a:lnSpc>
                <a:spcPts val="1500"/>
              </a:lnSpc>
              <a:spcBef>
                <a:spcPts val="10"/>
              </a:spcBef>
            </a:pPr>
            <a:r>
              <a:rPr sz="1050" spc="-100" dirty="0">
                <a:solidFill>
                  <a:srgbClr val="FABE24"/>
                </a:solidFill>
                <a:latin typeface="Lucida Console"/>
                <a:cs typeface="Lucida Console"/>
              </a:rPr>
              <a:t>.\PSMHardening.ps1</a:t>
            </a:r>
            <a:r>
              <a:rPr sz="1050" spc="-10" dirty="0">
                <a:solidFill>
                  <a:srgbClr val="FABE24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0A5FA"/>
                </a:solidFill>
                <a:latin typeface="Lucida Console"/>
                <a:cs typeface="Lucida Console"/>
              </a:rPr>
              <a:t>-</a:t>
            </a:r>
            <a:r>
              <a:rPr sz="1050" spc="-110" dirty="0">
                <a:solidFill>
                  <a:srgbClr val="60A5FA"/>
                </a:solidFill>
                <a:latin typeface="Lucida Console"/>
                <a:cs typeface="Lucida Console"/>
              </a:rPr>
              <a:t>supportWebApplication </a:t>
            </a:r>
            <a:r>
              <a:rPr sz="1050" spc="-1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50" spc="-3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Out-of-domain</a:t>
            </a:r>
            <a:r>
              <a:rPr sz="1050" spc="-3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(inside</a:t>
            </a:r>
            <a:r>
              <a:rPr sz="1050" spc="-3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Lucida Console"/>
                <a:cs typeface="Lucida Console"/>
              </a:rPr>
              <a:t>script)</a:t>
            </a:r>
            <a:endParaRPr sz="10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050" spc="-100" dirty="0">
                <a:solidFill>
                  <a:srgbClr val="F472B5"/>
                </a:solidFill>
                <a:latin typeface="Lucida Console"/>
                <a:cs typeface="Lucida Console"/>
              </a:rPr>
              <a:t>$SUPPORT_WEB_APPLICATIONS</a:t>
            </a:r>
            <a:r>
              <a:rPr sz="1050" spc="-4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50" spc="-100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1050" spc="-4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0A5FA"/>
                </a:solidFill>
                <a:latin typeface="Lucida Console"/>
                <a:cs typeface="Lucida Console"/>
              </a:rPr>
              <a:t>$true</a:t>
            </a:r>
            <a:endParaRPr sz="10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45" dirty="0">
                <a:solidFill>
                  <a:srgbClr val="FABE24"/>
                </a:solidFill>
                <a:latin typeface="Lucida Console"/>
                <a:cs typeface="Lucida Console"/>
              </a:rPr>
              <a:t>.\PSMHardening.ps1</a:t>
            </a:r>
            <a:endParaRPr sz="10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1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5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Verify</a:t>
            </a:r>
            <a:r>
              <a:rPr sz="105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logs</a:t>
            </a:r>
            <a:r>
              <a:rPr sz="105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are</a:t>
            </a:r>
            <a:r>
              <a:rPr sz="105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Lucida Console"/>
                <a:cs typeface="Lucida Console"/>
              </a:rPr>
              <a:t>empty</a:t>
            </a:r>
            <a:endParaRPr sz="1050">
              <a:latin typeface="Lucida Console"/>
              <a:cs typeface="Lucida Console"/>
            </a:endParaRPr>
          </a:p>
          <a:p>
            <a:pPr marL="12700" marR="5080">
              <a:lnSpc>
                <a:spcPts val="1500"/>
              </a:lnSpc>
              <a:spcBef>
                <a:spcPts val="15"/>
              </a:spcBef>
            </a:pPr>
            <a:r>
              <a:rPr sz="1050" spc="-105" dirty="0">
                <a:solidFill>
                  <a:srgbClr val="60A5FA"/>
                </a:solidFill>
                <a:latin typeface="Lucida Console"/>
                <a:cs typeface="Lucida Console"/>
              </a:rPr>
              <a:t>Get-Content</a:t>
            </a:r>
            <a:r>
              <a:rPr sz="1050" spc="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1050" spc="1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33D399"/>
                </a:solidFill>
                <a:latin typeface="Lucida Console"/>
                <a:cs typeface="Lucida Console"/>
              </a:rPr>
              <a:t>Files </a:t>
            </a:r>
            <a:r>
              <a:rPr sz="1050" spc="-105" dirty="0">
                <a:solidFill>
                  <a:srgbClr val="33D399"/>
                </a:solidFill>
                <a:latin typeface="Lucida Console"/>
                <a:cs typeface="Lucida Console"/>
              </a:rPr>
              <a:t>(x86)\CyberArk\PSM\Hardening\PSMHardening.log"</a:t>
            </a:r>
            <a:endParaRPr sz="1050">
              <a:latin typeface="Lucida Console"/>
              <a:cs typeface="Lucida Consol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94841" y="5525384"/>
            <a:ext cx="4565015" cy="570865"/>
            <a:chOff x="6894841" y="5525384"/>
            <a:chExt cx="4565015" cy="570865"/>
          </a:xfrm>
        </p:grpSpPr>
        <p:sp>
          <p:nvSpPr>
            <p:cNvPr id="28" name="object 28"/>
            <p:cNvSpPr/>
            <p:nvPr/>
          </p:nvSpPr>
          <p:spPr>
            <a:xfrm>
              <a:off x="6899596" y="5530139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4506468" y="561097"/>
                  </a:moveTo>
                  <a:lnTo>
                    <a:pt x="48872" y="561097"/>
                  </a:lnTo>
                  <a:lnTo>
                    <a:pt x="45467" y="560764"/>
                  </a:lnTo>
                  <a:lnTo>
                    <a:pt x="10717" y="540707"/>
                  </a:lnTo>
                  <a:lnTo>
                    <a:pt x="0" y="512224"/>
                  </a:lnTo>
                  <a:lnTo>
                    <a:pt x="0" y="508791"/>
                  </a:lnTo>
                  <a:lnTo>
                    <a:pt x="0" y="48872"/>
                  </a:lnTo>
                  <a:lnTo>
                    <a:pt x="17745" y="12886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512224"/>
                  </a:lnTo>
                  <a:lnTo>
                    <a:pt x="4537566" y="548201"/>
                  </a:lnTo>
                  <a:lnTo>
                    <a:pt x="4509892" y="560764"/>
                  </a:lnTo>
                  <a:lnTo>
                    <a:pt x="4506468" y="561097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99596" y="5530139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0" y="508791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1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86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86"/>
                  </a:lnTo>
                  <a:lnTo>
                    <a:pt x="4551356" y="32286"/>
                  </a:lnTo>
                  <a:lnTo>
                    <a:pt x="4552687" y="35463"/>
                  </a:lnTo>
                  <a:lnTo>
                    <a:pt x="4553638" y="38734"/>
                  </a:lnTo>
                  <a:lnTo>
                    <a:pt x="4554304" y="42101"/>
                  </a:lnTo>
                  <a:lnTo>
                    <a:pt x="4554970" y="45467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508791"/>
                  </a:lnTo>
                  <a:lnTo>
                    <a:pt x="4555350" y="512224"/>
                  </a:lnTo>
                  <a:lnTo>
                    <a:pt x="4554970" y="515629"/>
                  </a:lnTo>
                  <a:lnTo>
                    <a:pt x="4534998" y="550370"/>
                  </a:lnTo>
                  <a:lnTo>
                    <a:pt x="4532145" y="552281"/>
                  </a:lnTo>
                  <a:lnTo>
                    <a:pt x="4529292" y="554193"/>
                  </a:lnTo>
                  <a:lnTo>
                    <a:pt x="4526249" y="555800"/>
                  </a:lnTo>
                  <a:lnTo>
                    <a:pt x="4523015" y="557112"/>
                  </a:lnTo>
                  <a:lnTo>
                    <a:pt x="4519877" y="558425"/>
                  </a:lnTo>
                  <a:lnTo>
                    <a:pt x="4516644" y="559423"/>
                  </a:lnTo>
                  <a:lnTo>
                    <a:pt x="4513220" y="560089"/>
                  </a:lnTo>
                  <a:lnTo>
                    <a:pt x="4509892" y="560764"/>
                  </a:lnTo>
                  <a:lnTo>
                    <a:pt x="4506468" y="561097"/>
                  </a:lnTo>
                  <a:lnTo>
                    <a:pt x="4503044" y="561097"/>
                  </a:lnTo>
                  <a:lnTo>
                    <a:pt x="52305" y="561097"/>
                  </a:lnTo>
                  <a:lnTo>
                    <a:pt x="48872" y="561097"/>
                  </a:lnTo>
                  <a:lnTo>
                    <a:pt x="45467" y="560764"/>
                  </a:lnTo>
                  <a:lnTo>
                    <a:pt x="42101" y="560089"/>
                  </a:lnTo>
                  <a:lnTo>
                    <a:pt x="38734" y="559423"/>
                  </a:lnTo>
                  <a:lnTo>
                    <a:pt x="15320" y="545776"/>
                  </a:lnTo>
                  <a:lnTo>
                    <a:pt x="12886" y="543351"/>
                  </a:lnTo>
                  <a:lnTo>
                    <a:pt x="10717" y="540707"/>
                  </a:lnTo>
                  <a:lnTo>
                    <a:pt x="8815" y="537854"/>
                  </a:lnTo>
                  <a:lnTo>
                    <a:pt x="6904" y="534992"/>
                  </a:lnTo>
                  <a:lnTo>
                    <a:pt x="5297" y="531977"/>
                  </a:lnTo>
                  <a:lnTo>
                    <a:pt x="3984" y="528810"/>
                  </a:lnTo>
                  <a:lnTo>
                    <a:pt x="2662" y="525634"/>
                  </a:lnTo>
                  <a:lnTo>
                    <a:pt x="1673" y="522362"/>
                  </a:lnTo>
                  <a:lnTo>
                    <a:pt x="1008" y="518996"/>
                  </a:lnTo>
                  <a:lnTo>
                    <a:pt x="332" y="515629"/>
                  </a:lnTo>
                  <a:lnTo>
                    <a:pt x="0" y="512224"/>
                  </a:lnTo>
                  <a:lnTo>
                    <a:pt x="0" y="508791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5297" y="5671032"/>
              <a:ext cx="139699" cy="1206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214995" y="5618484"/>
            <a:ext cx="3979545" cy="3454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65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Important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5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After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running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this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script</a:t>
            </a:r>
            <a:r>
              <a:rPr sz="1000" spc="-10" dirty="0">
                <a:solidFill>
                  <a:srgbClr val="91400D"/>
                </a:solidFill>
                <a:latin typeface="Britannic Bold"/>
                <a:cs typeface="Britannic Bold"/>
              </a:rPr>
              <a:t>,</a:t>
            </a:r>
            <a:r>
              <a:rPr sz="1000" spc="-60" dirty="0">
                <a:solidFill>
                  <a:srgbClr val="91400D"/>
                </a:solidFill>
                <a:latin typeface="Britannic Bold"/>
                <a:cs typeface="Britannic Bold"/>
              </a:rPr>
              <a:t> </a:t>
            </a:r>
            <a:r>
              <a:rPr sz="1000" spc="-50" dirty="0">
                <a:solidFill>
                  <a:srgbClr val="91400D"/>
                </a:solidFill>
                <a:latin typeface="Microsoft Sans Serif"/>
                <a:cs typeface="Microsoft Sans Serif"/>
              </a:rPr>
              <a:t>make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sure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output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logs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are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empty</a:t>
            </a:r>
            <a:r>
              <a:rPr sz="1000" spc="-10" dirty="0">
                <a:solidFill>
                  <a:srgbClr val="91400D"/>
                </a:solidFill>
                <a:latin typeface="Britannic Bold"/>
                <a:cs typeface="Britannic Bold"/>
              </a:rPr>
              <a:t>.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Any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errors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in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logs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indicate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incomplete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hardening</a:t>
            </a:r>
            <a:r>
              <a:rPr sz="1000" spc="-10" dirty="0">
                <a:solidFill>
                  <a:srgbClr val="91400D"/>
                </a:solidFill>
                <a:latin typeface="Britannic Bold"/>
                <a:cs typeface="Britannic Bold"/>
              </a:rPr>
              <a:t>.</a:t>
            </a:r>
            <a:endParaRPr sz="1000">
              <a:latin typeface="Britannic Bold"/>
              <a:cs typeface="Britannic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4" y="186662"/>
            <a:ext cx="7746449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95" dirty="0"/>
              <a:t>WebDriverUpdater</a:t>
            </a:r>
            <a:r>
              <a:rPr sz="2800" spc="-85" dirty="0"/>
              <a:t> </a:t>
            </a:r>
            <a:r>
              <a:rPr sz="2800" spc="-110" dirty="0"/>
              <a:t>vs</a:t>
            </a:r>
            <a:r>
              <a:rPr sz="2800" spc="-85" dirty="0"/>
              <a:t> </a:t>
            </a:r>
            <a:r>
              <a:rPr sz="2800" spc="-90" dirty="0"/>
              <a:t>Manual</a:t>
            </a:r>
            <a:r>
              <a:rPr sz="2800" spc="-85" dirty="0"/>
              <a:t> </a:t>
            </a:r>
            <a:r>
              <a:rPr sz="2800" spc="-90" dirty="0"/>
              <a:t>Driver</a:t>
            </a:r>
            <a:r>
              <a:rPr sz="2800" spc="-85" dirty="0"/>
              <a:t> </a:t>
            </a:r>
            <a:r>
              <a:rPr sz="2800" spc="-55" dirty="0"/>
              <a:t>Updates</a:t>
            </a:r>
          </a:p>
        </p:txBody>
      </p:sp>
      <p:sp>
        <p:nvSpPr>
          <p:cNvPr id="3" name="object 3"/>
          <p:cNvSpPr/>
          <p:nvPr/>
        </p:nvSpPr>
        <p:spPr>
          <a:xfrm>
            <a:off x="11212438" y="313472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325076"/>
            <a:ext cx="389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1074639"/>
            <a:ext cx="11412220" cy="400050"/>
            <a:chOff x="389915" y="770321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9"/>
              <a:ext cx="133349" cy="13652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9915" y="1626226"/>
            <a:ext cx="11412220" cy="4232275"/>
            <a:chOff x="389915" y="1321908"/>
            <a:chExt cx="11412220" cy="4232275"/>
          </a:xfrm>
        </p:grpSpPr>
        <p:sp>
          <p:nvSpPr>
            <p:cNvPr id="10" name="object 10"/>
            <p:cNvSpPr/>
            <p:nvPr/>
          </p:nvSpPr>
          <p:spPr>
            <a:xfrm>
              <a:off x="394670" y="1326663"/>
              <a:ext cx="11402695" cy="4222750"/>
            </a:xfrm>
            <a:custGeom>
              <a:avLst/>
              <a:gdLst/>
              <a:ahLst/>
              <a:cxnLst/>
              <a:rect l="l" t="t" r="r" b="b"/>
              <a:pathLst>
                <a:path w="11402695" h="4222750">
                  <a:moveTo>
                    <a:pt x="0" y="415117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69"/>
                  </a:lnTo>
                  <a:lnTo>
                    <a:pt x="11349860" y="2282"/>
                  </a:lnTo>
                  <a:lnTo>
                    <a:pt x="11354329" y="3632"/>
                  </a:lnTo>
                  <a:lnTo>
                    <a:pt x="11358609" y="5430"/>
                  </a:lnTo>
                  <a:lnTo>
                    <a:pt x="11362983" y="7218"/>
                  </a:lnTo>
                  <a:lnTo>
                    <a:pt x="11381718" y="20893"/>
                  </a:lnTo>
                  <a:lnTo>
                    <a:pt x="11385047" y="24203"/>
                  </a:lnTo>
                  <a:lnTo>
                    <a:pt x="11397220" y="44031"/>
                  </a:lnTo>
                  <a:lnTo>
                    <a:pt x="11399027" y="48358"/>
                  </a:lnTo>
                  <a:lnTo>
                    <a:pt x="11400358" y="52819"/>
                  </a:lnTo>
                  <a:lnTo>
                    <a:pt x="11401309" y="57412"/>
                  </a:lnTo>
                  <a:lnTo>
                    <a:pt x="11402165" y="62006"/>
                  </a:lnTo>
                  <a:lnTo>
                    <a:pt x="11402641" y="66646"/>
                  </a:lnTo>
                  <a:lnTo>
                    <a:pt x="11402641" y="71325"/>
                  </a:lnTo>
                  <a:lnTo>
                    <a:pt x="11402641" y="4151170"/>
                  </a:lnTo>
                  <a:lnTo>
                    <a:pt x="11402641" y="4155849"/>
                  </a:lnTo>
                  <a:lnTo>
                    <a:pt x="11402165" y="4160489"/>
                  </a:lnTo>
                  <a:lnTo>
                    <a:pt x="11385047" y="4198292"/>
                  </a:lnTo>
                  <a:lnTo>
                    <a:pt x="11381718" y="4201602"/>
                  </a:lnTo>
                  <a:lnTo>
                    <a:pt x="11378485" y="4204911"/>
                  </a:lnTo>
                  <a:lnTo>
                    <a:pt x="11358609" y="4217065"/>
                  </a:lnTo>
                  <a:lnTo>
                    <a:pt x="11354329" y="4218853"/>
                  </a:lnTo>
                  <a:lnTo>
                    <a:pt x="11349860" y="4220213"/>
                  </a:lnTo>
                  <a:lnTo>
                    <a:pt x="11345200" y="4221126"/>
                  </a:lnTo>
                  <a:lnTo>
                    <a:pt x="11340635" y="4222039"/>
                  </a:lnTo>
                  <a:lnTo>
                    <a:pt x="11335975" y="4222495"/>
                  </a:lnTo>
                  <a:lnTo>
                    <a:pt x="11331315" y="4222495"/>
                  </a:lnTo>
                  <a:lnTo>
                    <a:pt x="71325" y="4222495"/>
                  </a:lnTo>
                  <a:lnTo>
                    <a:pt x="66642" y="4222495"/>
                  </a:lnTo>
                  <a:lnTo>
                    <a:pt x="62004" y="4222039"/>
                  </a:lnTo>
                  <a:lnTo>
                    <a:pt x="57410" y="4221126"/>
                  </a:lnTo>
                  <a:lnTo>
                    <a:pt x="52817" y="4220213"/>
                  </a:lnTo>
                  <a:lnTo>
                    <a:pt x="48357" y="4218853"/>
                  </a:lnTo>
                  <a:lnTo>
                    <a:pt x="44030" y="4217065"/>
                  </a:lnTo>
                  <a:lnTo>
                    <a:pt x="39703" y="4215277"/>
                  </a:lnTo>
                  <a:lnTo>
                    <a:pt x="9418" y="4186899"/>
                  </a:lnTo>
                  <a:lnTo>
                    <a:pt x="1370" y="4165083"/>
                  </a:lnTo>
                  <a:lnTo>
                    <a:pt x="456" y="4160489"/>
                  </a:lnTo>
                  <a:lnTo>
                    <a:pt x="0" y="4155849"/>
                  </a:lnTo>
                  <a:lnTo>
                    <a:pt x="0" y="415117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9425" y="1331418"/>
              <a:ext cx="11393170" cy="400050"/>
            </a:xfrm>
            <a:custGeom>
              <a:avLst/>
              <a:gdLst/>
              <a:ahLst/>
              <a:cxnLst/>
              <a:rect l="l" t="t" r="r" b="b"/>
              <a:pathLst>
                <a:path w="11393170" h="400050">
                  <a:moveTo>
                    <a:pt x="11393130" y="399425"/>
                  </a:moveTo>
                  <a:lnTo>
                    <a:pt x="0" y="399425"/>
                  </a:lnTo>
                  <a:lnTo>
                    <a:pt x="0" y="66574"/>
                  </a:lnTo>
                  <a:lnTo>
                    <a:pt x="11209" y="29581"/>
                  </a:lnTo>
                  <a:lnTo>
                    <a:pt x="41096" y="5068"/>
                  </a:lnTo>
                  <a:lnTo>
                    <a:pt x="66571" y="0"/>
                  </a:lnTo>
                  <a:lnTo>
                    <a:pt x="11326565" y="0"/>
                  </a:lnTo>
                  <a:lnTo>
                    <a:pt x="11363571" y="11211"/>
                  </a:lnTo>
                  <a:lnTo>
                    <a:pt x="11388073" y="41098"/>
                  </a:lnTo>
                  <a:lnTo>
                    <a:pt x="11393130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467556"/>
              <a:ext cx="133349" cy="1206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77215" y="828003"/>
            <a:ext cx="8484870" cy="10979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Compare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automatic and 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manual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driver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update methods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and Edge</a:t>
            </a:r>
            <a:endParaRPr sz="11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 dirty="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</a:pP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Driver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must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match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both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562EB"/>
                </a:solidFill>
                <a:latin typeface="Microsoft Sans Serif"/>
                <a:cs typeface="Microsoft Sans Serif"/>
              </a:rPr>
              <a:t>Chrome</a:t>
            </a:r>
            <a:r>
              <a:rPr sz="1050" spc="-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30" dirty="0">
                <a:solidFill>
                  <a:srgbClr val="2562EB"/>
                </a:solidFill>
                <a:latin typeface="Microsoft Sans Serif"/>
                <a:cs typeface="Microsoft Sans Serif"/>
              </a:rPr>
              <a:t>Edge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r>
              <a:rPr sz="1100" spc="-6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Automatic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updates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recommended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production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environments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 dirty="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</a:pPr>
            <a:endParaRPr sz="950" dirty="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50" dirty="0">
              <a:latin typeface="Britannic Bold"/>
              <a:cs typeface="Britannic Bold"/>
            </a:endParaRPr>
          </a:p>
          <a:p>
            <a:pPr marL="383540">
              <a:lnSpc>
                <a:spcPct val="100000"/>
              </a:lnSpc>
            </a:pPr>
            <a:r>
              <a:rPr sz="1150" b="1" spc="-65" dirty="0">
                <a:solidFill>
                  <a:srgbClr val="1D293B"/>
                </a:solidFill>
                <a:latin typeface="Arial"/>
                <a:cs typeface="Arial"/>
              </a:rPr>
              <a:t>Comparison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of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Update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Methods</a:t>
            </a:r>
            <a:endParaRPr sz="1150" dirty="0">
              <a:latin typeface="Arial"/>
              <a:cs typeface="Arial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82018"/>
              </p:ext>
            </p:extLst>
          </p:nvPr>
        </p:nvGraphicFramePr>
        <p:xfrm>
          <a:off x="399425" y="2025647"/>
          <a:ext cx="11393804" cy="2333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6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755">
                <a:tc>
                  <a:txBody>
                    <a:bodyPr/>
                    <a:lstStyle/>
                    <a:p>
                      <a:pPr marL="151765" marR="866140">
                        <a:lnSpc>
                          <a:spcPct val="118600"/>
                        </a:lnSpc>
                        <a:spcBef>
                          <a:spcPts val="610"/>
                        </a:spcBef>
                      </a:pPr>
                      <a:r>
                        <a:rPr sz="1000" b="1" spc="-5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Method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Type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747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979805">
                        <a:lnSpc>
                          <a:spcPct val="118600"/>
                        </a:lnSpc>
                        <a:spcBef>
                          <a:spcPts val="610"/>
                        </a:spcBef>
                      </a:pPr>
                      <a:r>
                        <a:rPr sz="1000" b="1" spc="-6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How</a:t>
                      </a:r>
                      <a:r>
                        <a:rPr sz="1000" b="1" spc="-4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it </a:t>
                      </a: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works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Process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description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747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599440">
                        <a:lnSpc>
                          <a:spcPct val="118600"/>
                        </a:lnSpc>
                        <a:spcBef>
                          <a:spcPts val="610"/>
                        </a:spcBef>
                      </a:pPr>
                      <a:r>
                        <a:rPr sz="1000" b="1" spc="-7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Admin</a:t>
                      </a:r>
                      <a:r>
                        <a:rPr sz="10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effort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Maintenance</a:t>
                      </a:r>
                      <a:r>
                        <a:rPr sz="1000" spc="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level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747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Risks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Potential</a:t>
                      </a:r>
                      <a:r>
                        <a:rPr sz="1000" spc="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3314700">
                        <a:lnSpc>
                          <a:spcPct val="118600"/>
                        </a:lnSpc>
                        <a:spcBef>
                          <a:spcPts val="610"/>
                        </a:spcBef>
                      </a:pPr>
                      <a:r>
                        <a:rPr sz="1000" b="1" spc="-6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Best</a:t>
                      </a:r>
                      <a:r>
                        <a:rPr sz="1000" b="1" spc="-4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0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3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case 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When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use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74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31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spc="-10" dirty="0">
                          <a:solidFill>
                            <a:srgbClr val="1D293B"/>
                          </a:solidFill>
                          <a:latin typeface="Microsoft Sans Serif"/>
                          <a:cs typeface="Microsoft Sans Serif"/>
                        </a:rPr>
                        <a:t>Automatic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WebDriverUpdater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459105">
                        <a:lnSpc>
                          <a:spcPct val="104500"/>
                        </a:lnSpc>
                        <a:spcBef>
                          <a:spcPts val="780"/>
                        </a:spcBef>
                      </a:pPr>
                      <a:r>
                        <a:rPr sz="1000" spc="-6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Runs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every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hour,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checks driver/browser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versions,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downloads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latest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from Google/Microsoft</a:t>
                      </a:r>
                      <a:r>
                        <a:rPr sz="1000" spc="5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if</a:t>
                      </a:r>
                      <a:r>
                        <a:rPr sz="1000" spc="5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mismatch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detected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906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274320">
                        <a:lnSpc>
                          <a:spcPct val="106100"/>
                        </a:lnSpc>
                        <a:spcBef>
                          <a:spcPts val="760"/>
                        </a:spcBef>
                      </a:pP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Low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7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Automated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hourly checks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20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Minimal</a:t>
                      </a:r>
                      <a:r>
                        <a:rPr sz="900" spc="-10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 intervention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65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433070">
                        <a:lnSpc>
                          <a:spcPct val="106100"/>
                        </a:lnSpc>
                        <a:spcBef>
                          <a:spcPts val="760"/>
                        </a:spcBef>
                      </a:pP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Low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risk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7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Consistent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updates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35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Reliable</a:t>
                      </a:r>
                      <a:r>
                        <a:rPr sz="900" spc="-15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matching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65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528955">
                        <a:lnSpc>
                          <a:spcPct val="106100"/>
                        </a:lnSpc>
                        <a:spcBef>
                          <a:spcPts val="760"/>
                        </a:spcBef>
                      </a:pP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Production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environments,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multiple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PSM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servers,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frequent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browser updates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652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spc="-10" dirty="0">
                          <a:solidFill>
                            <a:srgbClr val="1D293B"/>
                          </a:solidFill>
                          <a:latin typeface="Microsoft Sans Serif"/>
                          <a:cs typeface="Microsoft Sans Serif"/>
                        </a:rPr>
                        <a:t>Manual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Admin</a:t>
                      </a:r>
                      <a:r>
                        <a:rPr sz="950" spc="-35" dirty="0">
                          <a:solidFill>
                            <a:srgbClr val="64738B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driven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 marR="226695">
                        <a:lnSpc>
                          <a:spcPct val="103000"/>
                        </a:lnSpc>
                        <a:spcBef>
                          <a:spcPts val="795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Admin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manually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downloads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driver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from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manufacturer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site,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places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Components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folder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096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High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7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Manual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process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-35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Requires</a:t>
                      </a:r>
                      <a:r>
                        <a:rPr sz="900" spc="15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attention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 marR="391160">
                        <a:lnSpc>
                          <a:spcPct val="106100"/>
                        </a:lnSpc>
                        <a:spcBef>
                          <a:spcPts val="760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Medium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risk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7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Version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mismatch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30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Human</a:t>
                      </a:r>
                      <a:r>
                        <a:rPr sz="900" spc="-15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error</a:t>
                      </a:r>
                      <a:r>
                        <a:rPr sz="900" spc="-15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F59D0A"/>
                          </a:solidFill>
                          <a:latin typeface="Microsoft Sans Serif"/>
                          <a:cs typeface="Microsoft Sans Serif"/>
                        </a:rPr>
                        <a:t>possible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65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Single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server,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controlled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environments,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specific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version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requirements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51587" y="276744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13" y="57060"/>
                </a:moveTo>
                <a:lnTo>
                  <a:pt x="24747" y="57060"/>
                </a:lnTo>
                <a:lnTo>
                  <a:pt x="21107" y="56337"/>
                </a:lnTo>
                <a:lnTo>
                  <a:pt x="0" y="32315"/>
                </a:lnTo>
                <a:lnTo>
                  <a:pt x="0" y="24745"/>
                </a:lnTo>
                <a:lnTo>
                  <a:pt x="24747" y="0"/>
                </a:lnTo>
                <a:lnTo>
                  <a:pt x="32313" y="0"/>
                </a:lnTo>
                <a:lnTo>
                  <a:pt x="57060" y="24745"/>
                </a:lnTo>
                <a:lnTo>
                  <a:pt x="57060" y="28530"/>
                </a:lnTo>
                <a:lnTo>
                  <a:pt x="57060" y="32315"/>
                </a:lnTo>
                <a:lnTo>
                  <a:pt x="35953" y="56337"/>
                </a:lnTo>
                <a:lnTo>
                  <a:pt x="32313" y="57060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1587" y="38040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13" y="57060"/>
                </a:moveTo>
                <a:lnTo>
                  <a:pt x="24747" y="57060"/>
                </a:lnTo>
                <a:lnTo>
                  <a:pt x="21107" y="56337"/>
                </a:lnTo>
                <a:lnTo>
                  <a:pt x="0" y="32315"/>
                </a:lnTo>
                <a:lnTo>
                  <a:pt x="0" y="24745"/>
                </a:lnTo>
                <a:lnTo>
                  <a:pt x="24747" y="0"/>
                </a:lnTo>
                <a:lnTo>
                  <a:pt x="32313" y="0"/>
                </a:lnTo>
                <a:lnTo>
                  <a:pt x="57060" y="24745"/>
                </a:lnTo>
                <a:lnTo>
                  <a:pt x="57060" y="28530"/>
                </a:lnTo>
                <a:lnTo>
                  <a:pt x="57060" y="32315"/>
                </a:lnTo>
                <a:lnTo>
                  <a:pt x="35953" y="56337"/>
                </a:lnTo>
                <a:lnTo>
                  <a:pt x="32313" y="57060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389915" y="6086475"/>
            <a:ext cx="11412220" cy="314325"/>
            <a:chOff x="389915" y="5782157"/>
            <a:chExt cx="11412220" cy="314325"/>
          </a:xfrm>
        </p:grpSpPr>
        <p:sp>
          <p:nvSpPr>
            <p:cNvPr id="18" name="object 18"/>
            <p:cNvSpPr/>
            <p:nvPr/>
          </p:nvSpPr>
          <p:spPr>
            <a:xfrm>
              <a:off x="394670" y="5786912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11353759" y="304324"/>
                  </a:moveTo>
                  <a:lnTo>
                    <a:pt x="48871" y="304324"/>
                  </a:lnTo>
                  <a:lnTo>
                    <a:pt x="45469" y="303991"/>
                  </a:lnTo>
                  <a:lnTo>
                    <a:pt x="10722" y="283934"/>
                  </a:lnTo>
                  <a:lnTo>
                    <a:pt x="0" y="255451"/>
                  </a:lnTo>
                  <a:lnTo>
                    <a:pt x="0" y="252018"/>
                  </a:lnTo>
                  <a:lnTo>
                    <a:pt x="0" y="48872"/>
                  </a:lnTo>
                  <a:lnTo>
                    <a:pt x="17748" y="12886"/>
                  </a:lnTo>
                  <a:lnTo>
                    <a:pt x="48871" y="0"/>
                  </a:lnTo>
                  <a:lnTo>
                    <a:pt x="11353759" y="0"/>
                  </a:lnTo>
                  <a:lnTo>
                    <a:pt x="11389707" y="17745"/>
                  </a:lnTo>
                  <a:lnTo>
                    <a:pt x="11402641" y="48872"/>
                  </a:lnTo>
                  <a:lnTo>
                    <a:pt x="11402641" y="255451"/>
                  </a:lnTo>
                  <a:lnTo>
                    <a:pt x="11384857" y="291428"/>
                  </a:lnTo>
                  <a:lnTo>
                    <a:pt x="11357182" y="303991"/>
                  </a:lnTo>
                  <a:lnTo>
                    <a:pt x="11353759" y="3043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4670" y="5786912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0" y="252018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3981" y="32286"/>
                  </a:lnTo>
                  <a:lnTo>
                    <a:pt x="5296" y="29110"/>
                  </a:lnTo>
                  <a:lnTo>
                    <a:pt x="6907" y="26105"/>
                  </a:lnTo>
                  <a:lnTo>
                    <a:pt x="8814" y="23242"/>
                  </a:lnTo>
                  <a:lnTo>
                    <a:pt x="10722" y="20389"/>
                  </a:lnTo>
                  <a:lnTo>
                    <a:pt x="12890" y="17745"/>
                  </a:lnTo>
                  <a:lnTo>
                    <a:pt x="15319" y="15320"/>
                  </a:lnTo>
                  <a:lnTo>
                    <a:pt x="17748" y="12886"/>
                  </a:lnTo>
                  <a:lnTo>
                    <a:pt x="20390" y="10717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11350335" y="0"/>
                  </a:lnTo>
                  <a:lnTo>
                    <a:pt x="11353759" y="0"/>
                  </a:lnTo>
                  <a:lnTo>
                    <a:pt x="11357182" y="332"/>
                  </a:lnTo>
                  <a:lnTo>
                    <a:pt x="11360511" y="1008"/>
                  </a:lnTo>
                  <a:lnTo>
                    <a:pt x="11363935" y="1673"/>
                  </a:lnTo>
                  <a:lnTo>
                    <a:pt x="11367168" y="2662"/>
                  </a:lnTo>
                  <a:lnTo>
                    <a:pt x="11370306" y="3984"/>
                  </a:lnTo>
                  <a:lnTo>
                    <a:pt x="11373540" y="5297"/>
                  </a:lnTo>
                  <a:lnTo>
                    <a:pt x="11376583" y="6904"/>
                  </a:lnTo>
                  <a:lnTo>
                    <a:pt x="11379436" y="8815"/>
                  </a:lnTo>
                  <a:lnTo>
                    <a:pt x="11382289" y="10717"/>
                  </a:lnTo>
                  <a:lnTo>
                    <a:pt x="11398646" y="32286"/>
                  </a:lnTo>
                  <a:lnTo>
                    <a:pt x="11399978" y="35463"/>
                  </a:lnTo>
                  <a:lnTo>
                    <a:pt x="11400929" y="38734"/>
                  </a:lnTo>
                  <a:lnTo>
                    <a:pt x="11401595" y="42101"/>
                  </a:lnTo>
                  <a:lnTo>
                    <a:pt x="11402260" y="45467"/>
                  </a:lnTo>
                  <a:lnTo>
                    <a:pt x="11402641" y="48872"/>
                  </a:lnTo>
                  <a:lnTo>
                    <a:pt x="11402641" y="52305"/>
                  </a:lnTo>
                  <a:lnTo>
                    <a:pt x="11402641" y="252018"/>
                  </a:lnTo>
                  <a:lnTo>
                    <a:pt x="11402641" y="255451"/>
                  </a:lnTo>
                  <a:lnTo>
                    <a:pt x="11402260" y="258856"/>
                  </a:lnTo>
                  <a:lnTo>
                    <a:pt x="11382289" y="293596"/>
                  </a:lnTo>
                  <a:lnTo>
                    <a:pt x="11379436" y="295508"/>
                  </a:lnTo>
                  <a:lnTo>
                    <a:pt x="11376583" y="297419"/>
                  </a:lnTo>
                  <a:lnTo>
                    <a:pt x="11373540" y="299026"/>
                  </a:lnTo>
                  <a:lnTo>
                    <a:pt x="11370306" y="300339"/>
                  </a:lnTo>
                  <a:lnTo>
                    <a:pt x="11367168" y="301651"/>
                  </a:lnTo>
                  <a:lnTo>
                    <a:pt x="11363935" y="302650"/>
                  </a:lnTo>
                  <a:lnTo>
                    <a:pt x="11360511" y="303315"/>
                  </a:lnTo>
                  <a:lnTo>
                    <a:pt x="11357182" y="303991"/>
                  </a:lnTo>
                  <a:lnTo>
                    <a:pt x="11353759" y="304324"/>
                  </a:lnTo>
                  <a:lnTo>
                    <a:pt x="11350335" y="304324"/>
                  </a:lnTo>
                  <a:lnTo>
                    <a:pt x="52305" y="304324"/>
                  </a:lnTo>
                  <a:lnTo>
                    <a:pt x="48871" y="304324"/>
                  </a:lnTo>
                  <a:lnTo>
                    <a:pt x="45469" y="303991"/>
                  </a:lnTo>
                  <a:lnTo>
                    <a:pt x="42101" y="303315"/>
                  </a:lnTo>
                  <a:lnTo>
                    <a:pt x="38732" y="302650"/>
                  </a:lnTo>
                  <a:lnTo>
                    <a:pt x="23246" y="295508"/>
                  </a:lnTo>
                  <a:lnTo>
                    <a:pt x="20390" y="293596"/>
                  </a:lnTo>
                  <a:lnTo>
                    <a:pt x="1005" y="262222"/>
                  </a:lnTo>
                  <a:lnTo>
                    <a:pt x="334" y="258856"/>
                  </a:lnTo>
                  <a:lnTo>
                    <a:pt x="0" y="255451"/>
                  </a:lnTo>
                  <a:lnTo>
                    <a:pt x="0" y="252018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412" y="5886619"/>
              <a:ext cx="120649" cy="10477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29089" y="6141534"/>
            <a:ext cx="739457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Important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3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Driver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must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match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for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both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Chrome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and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Edge.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Use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WebDriverUpdater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for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automatic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synchronization.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pc="-114" dirty="0"/>
              <a:t>Chrome</a:t>
            </a:r>
            <a:r>
              <a:rPr sz="1950" spc="-114" dirty="0"/>
              <a:t>:</a:t>
            </a:r>
            <a:r>
              <a:rPr sz="1950" spc="-75" dirty="0"/>
              <a:t> </a:t>
            </a:r>
            <a:r>
              <a:rPr spc="-90" dirty="0"/>
              <a:t>Install</a:t>
            </a:r>
            <a:r>
              <a:rPr spc="-85" dirty="0"/>
              <a:t> </a:t>
            </a:r>
            <a:r>
              <a:rPr sz="1950" spc="-235" dirty="0"/>
              <a:t>&amp;</a:t>
            </a:r>
            <a:r>
              <a:rPr sz="1950" spc="-70" dirty="0"/>
              <a:t> </a:t>
            </a:r>
            <a:r>
              <a:rPr spc="-120" dirty="0"/>
              <a:t>AppLocker</a:t>
            </a:r>
            <a:r>
              <a:rPr spc="-85" dirty="0"/>
              <a:t> </a:t>
            </a:r>
            <a:r>
              <a:rPr spc="-10" dirty="0"/>
              <a:t>Configuration</a:t>
            </a:r>
            <a:endParaRPr sz="1950"/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AppLocker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rules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WebApp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41543" y="237754"/>
            <a:ext cx="960755" cy="219075"/>
          </a:xfrm>
          <a:custGeom>
            <a:avLst/>
            <a:gdLst/>
            <a:ahLst/>
            <a:cxnLst/>
            <a:rect l="l" t="t" r="r" b="b"/>
            <a:pathLst>
              <a:path w="960754" h="219075">
                <a:moveTo>
                  <a:pt x="927522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927522" y="0"/>
                </a:lnTo>
                <a:lnTo>
                  <a:pt x="959571" y="28143"/>
                </a:lnTo>
                <a:lnTo>
                  <a:pt x="960522" y="32996"/>
                </a:lnTo>
                <a:lnTo>
                  <a:pt x="960522" y="185736"/>
                </a:lnTo>
                <a:lnTo>
                  <a:pt x="932372" y="217767"/>
                </a:lnTo>
                <a:lnTo>
                  <a:pt x="927522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42204" y="249358"/>
            <a:ext cx="7588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30" dirty="0">
                <a:solidFill>
                  <a:srgbClr val="2562EB"/>
                </a:solidFill>
                <a:latin typeface="Microsoft Sans Serif"/>
                <a:cs typeface="Microsoft Sans Serif"/>
              </a:rPr>
              <a:t>Chrome</a:t>
            </a:r>
            <a:r>
              <a:rPr sz="1000" spc="-2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100+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21"/>
            <a:ext cx="11412220" cy="400050"/>
            <a:chOff x="389915" y="770321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9"/>
              <a:ext cx="133349" cy="136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6673" y="900109"/>
              <a:ext cx="101599" cy="136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1963" y="900109"/>
              <a:ext cx="126999" cy="1365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8110" y="865608"/>
            <a:ext cx="57188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4055" algn="l"/>
                <a:tab pos="4419600" algn="l"/>
              </a:tabLst>
            </a:pP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Install</a:t>
            </a:r>
            <a:r>
              <a:rPr sz="105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80" dirty="0">
                <a:solidFill>
                  <a:srgbClr val="2562EB"/>
                </a:solidFill>
                <a:latin typeface="Arial"/>
                <a:cs typeface="Arial"/>
              </a:rPr>
              <a:t>Chrome</a:t>
            </a:r>
            <a:r>
              <a:rPr sz="1100" b="1" spc="-6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050" b="1" spc="50" dirty="0">
                <a:solidFill>
                  <a:srgbClr val="2562EB"/>
                </a:solidFill>
                <a:latin typeface="Arial"/>
                <a:cs typeface="Arial"/>
              </a:rPr>
              <a:t>(32/64-</a:t>
            </a:r>
            <a:r>
              <a:rPr sz="1100" b="1" spc="-20" dirty="0">
                <a:solidFill>
                  <a:srgbClr val="2562EB"/>
                </a:solidFill>
                <a:latin typeface="Arial"/>
                <a:cs typeface="Arial"/>
              </a:rPr>
              <a:t>bit</a:t>
            </a:r>
            <a:r>
              <a:rPr sz="1050" b="1" spc="-20" dirty="0">
                <a:solidFill>
                  <a:srgbClr val="2562EB"/>
                </a:solidFill>
                <a:latin typeface="Arial"/>
                <a:cs typeface="Arial"/>
              </a:rPr>
              <a:t>)</a:t>
            </a:r>
            <a:r>
              <a:rPr sz="1050" b="1" dirty="0">
                <a:solidFill>
                  <a:srgbClr val="2562EB"/>
                </a:solidFill>
                <a:latin typeface="Arial"/>
                <a:cs typeface="Arial"/>
              </a:rPr>
              <a:t>	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Edit</a:t>
            </a:r>
            <a:r>
              <a:rPr sz="1050" spc="-5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solidFill>
                  <a:srgbClr val="2562EB"/>
                </a:solidFill>
                <a:latin typeface="Arial"/>
                <a:cs typeface="Arial"/>
              </a:rPr>
              <a:t>PSMConfigureAppLocker</a:t>
            </a:r>
            <a:r>
              <a:rPr sz="1050" b="1" spc="-10" dirty="0">
                <a:solidFill>
                  <a:srgbClr val="2562EB"/>
                </a:solidFill>
                <a:latin typeface="Arial"/>
                <a:cs typeface="Arial"/>
              </a:rPr>
              <a:t>.</a:t>
            </a:r>
            <a:r>
              <a:rPr sz="1100" b="1" spc="-10" dirty="0">
                <a:solidFill>
                  <a:srgbClr val="2562EB"/>
                </a:solidFill>
                <a:latin typeface="Arial"/>
                <a:cs typeface="Arial"/>
              </a:rPr>
              <a:t>xml</a:t>
            </a:r>
            <a:r>
              <a:rPr sz="1100" b="1" dirty="0">
                <a:solidFill>
                  <a:srgbClr val="2562EB"/>
                </a:solidFill>
                <a:latin typeface="Arial"/>
                <a:cs typeface="Arial"/>
              </a:rPr>
              <a:t>	</a:t>
            </a:r>
            <a:r>
              <a:rPr sz="1050" spc="-50" dirty="0">
                <a:solidFill>
                  <a:srgbClr val="1D293B"/>
                </a:solidFill>
                <a:latin typeface="Microsoft Sans Serif"/>
                <a:cs typeface="Microsoft Sans Serif"/>
              </a:rPr>
              <a:t>Run</a:t>
            </a:r>
            <a:r>
              <a:rPr sz="1050" spc="1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75" dirty="0">
                <a:solidFill>
                  <a:srgbClr val="2562EB"/>
                </a:solidFill>
                <a:latin typeface="Arial"/>
                <a:cs typeface="Arial"/>
              </a:rPr>
              <a:t>AppLocker</a:t>
            </a:r>
            <a:r>
              <a:rPr sz="1100" b="1" spc="-40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2562EB"/>
                </a:solidFill>
                <a:latin typeface="Arial"/>
                <a:cs typeface="Arial"/>
              </a:rPr>
              <a:t>script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9907" y="1321900"/>
            <a:ext cx="5630545" cy="2796540"/>
            <a:chOff x="389907" y="1321900"/>
            <a:chExt cx="5630545" cy="2796540"/>
          </a:xfrm>
        </p:grpSpPr>
        <p:sp>
          <p:nvSpPr>
            <p:cNvPr id="13" name="object 13"/>
            <p:cNvSpPr/>
            <p:nvPr/>
          </p:nvSpPr>
          <p:spPr>
            <a:xfrm>
              <a:off x="394670" y="1326663"/>
              <a:ext cx="5621020" cy="2787015"/>
            </a:xfrm>
            <a:custGeom>
              <a:avLst/>
              <a:gdLst/>
              <a:ahLst/>
              <a:cxnLst/>
              <a:rect l="l" t="t" r="r" b="b"/>
              <a:pathLst>
                <a:path w="5621020" h="2787015">
                  <a:moveTo>
                    <a:pt x="0" y="271514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2715141"/>
                  </a:lnTo>
                  <a:lnTo>
                    <a:pt x="5620484" y="2719819"/>
                  </a:lnTo>
                  <a:lnTo>
                    <a:pt x="5620028" y="2724460"/>
                  </a:lnTo>
                  <a:lnTo>
                    <a:pt x="5619115" y="2729054"/>
                  </a:lnTo>
                  <a:lnTo>
                    <a:pt x="5618202" y="2733647"/>
                  </a:lnTo>
                  <a:lnTo>
                    <a:pt x="5599590" y="2765573"/>
                  </a:lnTo>
                  <a:lnTo>
                    <a:pt x="5596281" y="2768882"/>
                  </a:lnTo>
                  <a:lnTo>
                    <a:pt x="5563071" y="2785097"/>
                  </a:lnTo>
                  <a:lnTo>
                    <a:pt x="5558478" y="2786010"/>
                  </a:lnTo>
                  <a:lnTo>
                    <a:pt x="5553837" y="2786466"/>
                  </a:lnTo>
                  <a:lnTo>
                    <a:pt x="5549158" y="2786466"/>
                  </a:lnTo>
                  <a:lnTo>
                    <a:pt x="71325" y="2786466"/>
                  </a:lnTo>
                  <a:lnTo>
                    <a:pt x="66642" y="2786466"/>
                  </a:lnTo>
                  <a:lnTo>
                    <a:pt x="62004" y="2786010"/>
                  </a:lnTo>
                  <a:lnTo>
                    <a:pt x="57410" y="2785097"/>
                  </a:lnTo>
                  <a:lnTo>
                    <a:pt x="52817" y="2784184"/>
                  </a:lnTo>
                  <a:lnTo>
                    <a:pt x="48357" y="2782824"/>
                  </a:lnTo>
                  <a:lnTo>
                    <a:pt x="44030" y="2781036"/>
                  </a:lnTo>
                  <a:lnTo>
                    <a:pt x="39703" y="2779248"/>
                  </a:lnTo>
                  <a:lnTo>
                    <a:pt x="9418" y="2750870"/>
                  </a:lnTo>
                  <a:lnTo>
                    <a:pt x="1370" y="2729054"/>
                  </a:lnTo>
                  <a:lnTo>
                    <a:pt x="456" y="2724460"/>
                  </a:lnTo>
                  <a:lnTo>
                    <a:pt x="0" y="2719819"/>
                  </a:lnTo>
                  <a:lnTo>
                    <a:pt x="0" y="271514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1587" y="1721333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1492882"/>
              <a:ext cx="152399" cy="15239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67130" y="1454033"/>
            <a:ext cx="126428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Installation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D293B"/>
                </a:solidFill>
                <a:latin typeface="Comic Sans MS"/>
                <a:cs typeface="Comic Sans MS"/>
              </a:rPr>
              <a:t>&amp;</a:t>
            </a:r>
            <a:r>
              <a:rPr sz="1150" b="1" spc="-200" dirty="0">
                <a:solidFill>
                  <a:srgbClr val="1D293B"/>
                </a:solidFill>
                <a:latin typeface="Comic Sans MS"/>
                <a:cs typeface="Comic Sans MS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Setup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1587" y="1844965"/>
            <a:ext cx="5306695" cy="475615"/>
            <a:chOff x="551587" y="1844965"/>
            <a:chExt cx="5306695" cy="475615"/>
          </a:xfrm>
        </p:grpSpPr>
        <p:sp>
          <p:nvSpPr>
            <p:cNvPr id="18" name="object 18"/>
            <p:cNvSpPr/>
            <p:nvPr/>
          </p:nvSpPr>
          <p:spPr>
            <a:xfrm>
              <a:off x="551587" y="1844965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2996" y="475506"/>
                  </a:lnTo>
                  <a:lnTo>
                    <a:pt x="28143" y="474536"/>
                  </a:lnTo>
                  <a:lnTo>
                    <a:pt x="965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9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800" y="1955792"/>
              <a:ext cx="101599" cy="7302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05170" y="1885612"/>
            <a:ext cx="331152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50" spc="-80" dirty="0">
                <a:solidFill>
                  <a:srgbClr val="1D293B"/>
                </a:solidFill>
                <a:latin typeface="Microsoft Sans Serif"/>
                <a:cs typeface="Microsoft Sans Serif"/>
              </a:rPr>
              <a:t>1.</a:t>
            </a:r>
            <a:r>
              <a:rPr sz="95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Install</a:t>
            </a:r>
            <a:r>
              <a:rPr sz="1000" spc="-4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Chrome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Google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(32-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or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34054"/>
                </a:solidFill>
                <a:latin typeface="Microsoft Sans Serif"/>
                <a:cs typeface="Microsoft Sans Serif"/>
              </a:rPr>
              <a:t>64-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)</a:t>
            </a:r>
            <a:r>
              <a:rPr sz="9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on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machine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1587" y="2396552"/>
            <a:ext cx="5306695" cy="466090"/>
            <a:chOff x="551587" y="2396552"/>
            <a:chExt cx="5306695" cy="466090"/>
          </a:xfrm>
        </p:grpSpPr>
        <p:sp>
          <p:nvSpPr>
            <p:cNvPr id="22" name="object 22"/>
            <p:cNvSpPr/>
            <p:nvPr/>
          </p:nvSpPr>
          <p:spPr>
            <a:xfrm>
              <a:off x="551587" y="2396552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2996" y="465996"/>
                  </a:lnTo>
                  <a:lnTo>
                    <a:pt x="28143" y="465026"/>
                  </a:lnTo>
                  <a:lnTo>
                    <a:pt x="965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9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800" y="2507380"/>
              <a:ext cx="101599" cy="730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05170" y="2446197"/>
            <a:ext cx="35363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105"/>
              </a:spcBef>
            </a:pPr>
            <a:r>
              <a:rPr sz="950" dirty="0">
                <a:solidFill>
                  <a:srgbClr val="1D293B"/>
                </a:solidFill>
                <a:latin typeface="Microsoft Sans Serif"/>
                <a:cs typeface="Microsoft Sans Serif"/>
              </a:rPr>
              <a:t>2.</a:t>
            </a:r>
            <a:r>
              <a:rPr sz="950" spc="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1D293B"/>
                </a:solidFill>
                <a:latin typeface="Microsoft Sans Serif"/>
                <a:cs typeface="Microsoft Sans Serif"/>
              </a:rPr>
              <a:t>Remove</a:t>
            </a:r>
            <a:r>
              <a:rPr sz="100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1D293B"/>
                </a:solidFill>
                <a:latin typeface="Microsoft Sans Serif"/>
                <a:cs typeface="Microsoft Sans Serif"/>
              </a:rPr>
              <a:t>Read</a:t>
            </a:r>
            <a:r>
              <a:rPr sz="950" spc="-35" dirty="0">
                <a:solidFill>
                  <a:srgbClr val="1D293B"/>
                </a:solidFill>
                <a:latin typeface="Microsoft Sans Serif"/>
                <a:cs typeface="Microsoft Sans Serif"/>
              </a:rPr>
              <a:t>-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Only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Remove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read</a:t>
            </a:r>
            <a:r>
              <a:rPr sz="9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only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permission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from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PSMConfigureAppLocker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xml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1587" y="2938629"/>
            <a:ext cx="5306695" cy="475615"/>
            <a:chOff x="551587" y="2938629"/>
            <a:chExt cx="5306695" cy="475615"/>
          </a:xfrm>
        </p:grpSpPr>
        <p:sp>
          <p:nvSpPr>
            <p:cNvPr id="26" name="object 26"/>
            <p:cNvSpPr/>
            <p:nvPr/>
          </p:nvSpPr>
          <p:spPr>
            <a:xfrm>
              <a:off x="551587" y="2938629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2996" y="475506"/>
                  </a:lnTo>
                  <a:lnTo>
                    <a:pt x="28143" y="474536"/>
                  </a:lnTo>
                  <a:lnTo>
                    <a:pt x="965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9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800" y="3049457"/>
              <a:ext cx="101599" cy="7302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05170" y="2979276"/>
            <a:ext cx="298704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50" dirty="0">
                <a:solidFill>
                  <a:srgbClr val="1D293B"/>
                </a:solidFill>
                <a:latin typeface="Microsoft Sans Serif"/>
                <a:cs typeface="Microsoft Sans Serif"/>
              </a:rPr>
              <a:t>3.</a:t>
            </a:r>
            <a:r>
              <a:rPr sz="95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Uncomment</a:t>
            </a:r>
            <a:r>
              <a:rPr sz="100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1D293B"/>
                </a:solidFill>
                <a:latin typeface="Microsoft Sans Serif"/>
                <a:cs typeface="Microsoft Sans Serif"/>
              </a:rPr>
              <a:t>Chrome</a:t>
            </a:r>
            <a:r>
              <a:rPr sz="100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Section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Remove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&lt;!-</a:t>
            </a:r>
            <a:r>
              <a:rPr sz="950" spc="9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9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--&gt;</a:t>
            </a:r>
            <a:r>
              <a:rPr sz="9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around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processes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in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XML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51587" y="3490217"/>
            <a:ext cx="5306695" cy="466090"/>
            <a:chOff x="551587" y="3490217"/>
            <a:chExt cx="5306695" cy="466090"/>
          </a:xfrm>
        </p:grpSpPr>
        <p:sp>
          <p:nvSpPr>
            <p:cNvPr id="30" name="object 30"/>
            <p:cNvSpPr/>
            <p:nvPr/>
          </p:nvSpPr>
          <p:spPr>
            <a:xfrm>
              <a:off x="551587" y="3490217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2996" y="465996"/>
                  </a:lnTo>
                  <a:lnTo>
                    <a:pt x="28143" y="465026"/>
                  </a:lnTo>
                  <a:lnTo>
                    <a:pt x="965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9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800" y="3601044"/>
              <a:ext cx="101599" cy="7302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05170" y="3530864"/>
            <a:ext cx="313690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50" dirty="0">
                <a:solidFill>
                  <a:srgbClr val="1D293B"/>
                </a:solidFill>
                <a:latin typeface="Microsoft Sans Serif"/>
                <a:cs typeface="Microsoft Sans Serif"/>
              </a:rPr>
              <a:t>4.</a:t>
            </a:r>
            <a:r>
              <a:rPr sz="95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D293B"/>
                </a:solidFill>
                <a:latin typeface="Microsoft Sans Serif"/>
                <a:cs typeface="Microsoft Sans Serif"/>
              </a:rPr>
              <a:t>Verify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 Path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Ensure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XML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path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matches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actual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installation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path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72064" y="1321900"/>
            <a:ext cx="5630545" cy="2796540"/>
            <a:chOff x="6172064" y="1321900"/>
            <a:chExt cx="5630545" cy="2796540"/>
          </a:xfrm>
        </p:grpSpPr>
        <p:sp>
          <p:nvSpPr>
            <p:cNvPr id="34" name="object 34"/>
            <p:cNvSpPr/>
            <p:nvPr/>
          </p:nvSpPr>
          <p:spPr>
            <a:xfrm>
              <a:off x="6176826" y="1326663"/>
              <a:ext cx="5621020" cy="2787015"/>
            </a:xfrm>
            <a:custGeom>
              <a:avLst/>
              <a:gdLst/>
              <a:ahLst/>
              <a:cxnLst/>
              <a:rect l="l" t="t" r="r" b="b"/>
              <a:pathLst>
                <a:path w="5621020" h="2787015">
                  <a:moveTo>
                    <a:pt x="0" y="271514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2715141"/>
                  </a:lnTo>
                  <a:lnTo>
                    <a:pt x="5620484" y="2719819"/>
                  </a:lnTo>
                  <a:lnTo>
                    <a:pt x="5620009" y="2724460"/>
                  </a:lnTo>
                  <a:lnTo>
                    <a:pt x="5602890" y="2762263"/>
                  </a:lnTo>
                  <a:lnTo>
                    <a:pt x="5599562" y="2765573"/>
                  </a:lnTo>
                  <a:lnTo>
                    <a:pt x="5596328" y="2768882"/>
                  </a:lnTo>
                  <a:lnTo>
                    <a:pt x="5576452" y="2781036"/>
                  </a:lnTo>
                  <a:lnTo>
                    <a:pt x="5572173" y="2782824"/>
                  </a:lnTo>
                  <a:lnTo>
                    <a:pt x="5567703" y="2784184"/>
                  </a:lnTo>
                  <a:lnTo>
                    <a:pt x="5563043" y="2785097"/>
                  </a:lnTo>
                  <a:lnTo>
                    <a:pt x="5558478" y="2786010"/>
                  </a:lnTo>
                  <a:lnTo>
                    <a:pt x="5553818" y="2786466"/>
                  </a:lnTo>
                  <a:lnTo>
                    <a:pt x="5549158" y="2786466"/>
                  </a:lnTo>
                  <a:lnTo>
                    <a:pt x="71325" y="2786466"/>
                  </a:lnTo>
                  <a:lnTo>
                    <a:pt x="66646" y="2786466"/>
                  </a:lnTo>
                  <a:lnTo>
                    <a:pt x="62006" y="2786010"/>
                  </a:lnTo>
                  <a:lnTo>
                    <a:pt x="57412" y="2785097"/>
                  </a:lnTo>
                  <a:lnTo>
                    <a:pt x="52819" y="2784184"/>
                  </a:lnTo>
                  <a:lnTo>
                    <a:pt x="20893" y="2765573"/>
                  </a:lnTo>
                  <a:lnTo>
                    <a:pt x="17574" y="2762263"/>
                  </a:lnTo>
                  <a:lnTo>
                    <a:pt x="14617" y="2758659"/>
                  </a:lnTo>
                  <a:lnTo>
                    <a:pt x="12020" y="2754769"/>
                  </a:lnTo>
                  <a:lnTo>
                    <a:pt x="9415" y="2750870"/>
                  </a:lnTo>
                  <a:lnTo>
                    <a:pt x="7218" y="2746762"/>
                  </a:lnTo>
                  <a:lnTo>
                    <a:pt x="5430" y="2742435"/>
                  </a:lnTo>
                  <a:lnTo>
                    <a:pt x="3632" y="2738107"/>
                  </a:lnTo>
                  <a:lnTo>
                    <a:pt x="2282" y="2733647"/>
                  </a:lnTo>
                  <a:lnTo>
                    <a:pt x="1369" y="2729054"/>
                  </a:lnTo>
                  <a:lnTo>
                    <a:pt x="456" y="2724460"/>
                  </a:lnTo>
                  <a:lnTo>
                    <a:pt x="0" y="2719819"/>
                  </a:lnTo>
                  <a:lnTo>
                    <a:pt x="0" y="271514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33743" y="1721333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6918" y="1492882"/>
              <a:ext cx="146049" cy="1523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549287" y="1454033"/>
            <a:ext cx="154241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D293B"/>
                </a:solidFill>
                <a:latin typeface="Comic Sans MS"/>
                <a:cs typeface="Comic Sans MS"/>
              </a:rPr>
              <a:t>&amp;</a:t>
            </a:r>
            <a:r>
              <a:rPr sz="1150" b="1" spc="-204" dirty="0">
                <a:solidFill>
                  <a:srgbClr val="1D293B"/>
                </a:solidFill>
                <a:latin typeface="Comic Sans MS"/>
                <a:cs typeface="Comic Sans MS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Testing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33744" y="1844965"/>
            <a:ext cx="5306695" cy="475615"/>
            <a:chOff x="6333744" y="1844965"/>
            <a:chExt cx="5306695" cy="475615"/>
          </a:xfrm>
        </p:grpSpPr>
        <p:sp>
          <p:nvSpPr>
            <p:cNvPr id="39" name="object 39"/>
            <p:cNvSpPr/>
            <p:nvPr/>
          </p:nvSpPr>
          <p:spPr>
            <a:xfrm>
              <a:off x="6333744" y="1844965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3000" y="475506"/>
                  </a:lnTo>
                  <a:lnTo>
                    <a:pt x="28140" y="474536"/>
                  </a:lnTo>
                  <a:lnTo>
                    <a:pt x="960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0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1955792"/>
              <a:ext cx="101599" cy="7302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587327" y="1885612"/>
            <a:ext cx="312039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50" dirty="0">
                <a:solidFill>
                  <a:srgbClr val="1D293B"/>
                </a:solidFill>
                <a:latin typeface="Microsoft Sans Serif"/>
                <a:cs typeface="Microsoft Sans Serif"/>
              </a:rPr>
              <a:t>5.</a:t>
            </a:r>
            <a:r>
              <a:rPr sz="9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1D293B"/>
                </a:solidFill>
                <a:latin typeface="Microsoft Sans Serif"/>
                <a:cs typeface="Microsoft Sans Serif"/>
              </a:rPr>
              <a:t>Run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AppLocker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 Script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Execute</a:t>
            </a:r>
            <a:r>
              <a:rPr sz="100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PSMConfigureAppLocker</a:t>
            </a:r>
            <a:r>
              <a:rPr sz="9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ps</a:t>
            </a:r>
            <a:r>
              <a:rPr sz="9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1</a:t>
            </a:r>
            <a:r>
              <a:rPr sz="950" spc="4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0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Hardening</a:t>
            </a:r>
            <a:r>
              <a:rPr sz="100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folder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333744" y="2396552"/>
            <a:ext cx="5306695" cy="466090"/>
            <a:chOff x="6333744" y="2396552"/>
            <a:chExt cx="5306695" cy="466090"/>
          </a:xfrm>
        </p:grpSpPr>
        <p:sp>
          <p:nvSpPr>
            <p:cNvPr id="43" name="object 43"/>
            <p:cNvSpPr/>
            <p:nvPr/>
          </p:nvSpPr>
          <p:spPr>
            <a:xfrm>
              <a:off x="6333744" y="2396552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3000" y="465996"/>
                  </a:lnTo>
                  <a:lnTo>
                    <a:pt x="28140" y="465026"/>
                  </a:lnTo>
                  <a:lnTo>
                    <a:pt x="960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0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2507380"/>
              <a:ext cx="101599" cy="7302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587327" y="2446197"/>
            <a:ext cx="23418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105"/>
              </a:spcBef>
            </a:pPr>
            <a:r>
              <a:rPr sz="950" dirty="0">
                <a:solidFill>
                  <a:srgbClr val="1D293B"/>
                </a:solidFill>
                <a:latin typeface="Microsoft Sans Serif"/>
                <a:cs typeface="Microsoft Sans Serif"/>
              </a:rPr>
              <a:t>6.</a:t>
            </a:r>
            <a:r>
              <a:rPr sz="950" spc="-1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Confirm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1D293B"/>
                </a:solidFill>
                <a:latin typeface="Microsoft Sans Serif"/>
                <a:cs typeface="Microsoft Sans Serif"/>
              </a:rPr>
              <a:t>Chrome</a:t>
            </a:r>
            <a:r>
              <a:rPr sz="1000" spc="-1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Launch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Verify</a:t>
            </a:r>
            <a:r>
              <a:rPr sz="100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can</a:t>
            </a: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launch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on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host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333744" y="2938629"/>
            <a:ext cx="5306695" cy="475615"/>
            <a:chOff x="6333744" y="2938629"/>
            <a:chExt cx="5306695" cy="475615"/>
          </a:xfrm>
        </p:grpSpPr>
        <p:sp>
          <p:nvSpPr>
            <p:cNvPr id="47" name="object 47"/>
            <p:cNvSpPr/>
            <p:nvPr/>
          </p:nvSpPr>
          <p:spPr>
            <a:xfrm>
              <a:off x="6333744" y="2938629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3000" y="475506"/>
                  </a:lnTo>
                  <a:lnTo>
                    <a:pt x="28140" y="474536"/>
                  </a:lnTo>
                  <a:lnTo>
                    <a:pt x="960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0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3049457"/>
              <a:ext cx="101599" cy="7302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6587327" y="2979276"/>
            <a:ext cx="295592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50" spc="-70" dirty="0">
                <a:solidFill>
                  <a:srgbClr val="1D293B"/>
                </a:solidFill>
                <a:latin typeface="Microsoft Sans Serif"/>
                <a:cs typeface="Microsoft Sans Serif"/>
              </a:rPr>
              <a:t>7.</a:t>
            </a:r>
            <a:r>
              <a:rPr sz="95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Driver</a:t>
            </a:r>
            <a:r>
              <a:rPr sz="1000" spc="-3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Match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Ensure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chromedriver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matches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333744" y="3490217"/>
            <a:ext cx="5306695" cy="466090"/>
            <a:chOff x="6333744" y="3490217"/>
            <a:chExt cx="5306695" cy="466090"/>
          </a:xfrm>
        </p:grpSpPr>
        <p:sp>
          <p:nvSpPr>
            <p:cNvPr id="51" name="object 51"/>
            <p:cNvSpPr/>
            <p:nvPr/>
          </p:nvSpPr>
          <p:spPr>
            <a:xfrm>
              <a:off x="6333744" y="3490217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3000" y="465996"/>
                  </a:lnTo>
                  <a:lnTo>
                    <a:pt x="28140" y="465026"/>
                  </a:lnTo>
                  <a:lnTo>
                    <a:pt x="960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0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6957" y="3601044"/>
              <a:ext cx="101599" cy="73024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6587327" y="3530864"/>
            <a:ext cx="183959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950" dirty="0">
                <a:solidFill>
                  <a:srgbClr val="1D293B"/>
                </a:solidFill>
                <a:latin typeface="Microsoft Sans Serif"/>
                <a:cs typeface="Microsoft Sans Serif"/>
              </a:rPr>
              <a:t>8.</a:t>
            </a:r>
            <a:r>
              <a:rPr sz="95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1D293B"/>
                </a:solidFill>
                <a:latin typeface="Microsoft Sans Serif"/>
                <a:cs typeface="Microsoft Sans Serif"/>
              </a:rPr>
              <a:t>Test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Connection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Verify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access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target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login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page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89915" y="4346128"/>
            <a:ext cx="11412220" cy="1464945"/>
            <a:chOff x="389915" y="4346128"/>
            <a:chExt cx="11412220" cy="1464945"/>
          </a:xfrm>
        </p:grpSpPr>
        <p:sp>
          <p:nvSpPr>
            <p:cNvPr id="55" name="object 55"/>
            <p:cNvSpPr/>
            <p:nvPr/>
          </p:nvSpPr>
          <p:spPr>
            <a:xfrm>
              <a:off x="389915" y="4346128"/>
              <a:ext cx="11412220" cy="1464945"/>
            </a:xfrm>
            <a:custGeom>
              <a:avLst/>
              <a:gdLst/>
              <a:ahLst/>
              <a:cxnLst/>
              <a:rect l="l" t="t" r="r" b="b"/>
              <a:pathLst>
                <a:path w="11412220" h="1464945">
                  <a:moveTo>
                    <a:pt x="11341110" y="1464559"/>
                  </a:moveTo>
                  <a:lnTo>
                    <a:pt x="71085" y="1464559"/>
                  </a:lnTo>
                  <a:lnTo>
                    <a:pt x="66138" y="1464074"/>
                  </a:lnTo>
                  <a:lnTo>
                    <a:pt x="29659" y="1448962"/>
                  </a:lnTo>
                  <a:lnTo>
                    <a:pt x="3879" y="1412976"/>
                  </a:lnTo>
                  <a:lnTo>
                    <a:pt x="0" y="1393471"/>
                  </a:lnTo>
                  <a:lnTo>
                    <a:pt x="0" y="1388478"/>
                  </a:lnTo>
                  <a:lnTo>
                    <a:pt x="0" y="71088"/>
                  </a:lnTo>
                  <a:lnTo>
                    <a:pt x="15597" y="29662"/>
                  </a:lnTo>
                  <a:lnTo>
                    <a:pt x="51581" y="3880"/>
                  </a:lnTo>
                  <a:lnTo>
                    <a:pt x="71085" y="0"/>
                  </a:lnTo>
                  <a:lnTo>
                    <a:pt x="11341110" y="0"/>
                  </a:lnTo>
                  <a:lnTo>
                    <a:pt x="11382479" y="15596"/>
                  </a:lnTo>
                  <a:lnTo>
                    <a:pt x="11408252" y="51582"/>
                  </a:lnTo>
                  <a:lnTo>
                    <a:pt x="11412151" y="71088"/>
                  </a:lnTo>
                  <a:lnTo>
                    <a:pt x="11412151" y="1393471"/>
                  </a:lnTo>
                  <a:lnTo>
                    <a:pt x="11396554" y="1434897"/>
                  </a:lnTo>
                  <a:lnTo>
                    <a:pt x="11360606" y="1460679"/>
                  </a:lnTo>
                  <a:lnTo>
                    <a:pt x="11346055" y="1464074"/>
                  </a:lnTo>
                  <a:lnTo>
                    <a:pt x="11341110" y="1464559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2077" y="4472771"/>
              <a:ext cx="142874" cy="117474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529377" y="4444221"/>
            <a:ext cx="7999730" cy="1240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AppLocker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Configuration</a:t>
            </a:r>
            <a:endParaRPr sz="10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&lt;!-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900" spc="-4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PSMConfigureAppLocker.xml</a:t>
            </a:r>
            <a:r>
              <a:rPr sz="900" spc="-3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900" spc="-3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Chrome</a:t>
            </a:r>
            <a:r>
              <a:rPr sz="900" spc="-3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Application</a:t>
            </a:r>
            <a:r>
              <a:rPr sz="900" spc="-3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Rule</a:t>
            </a:r>
            <a:r>
              <a:rPr sz="900" spc="-3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--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&gt;</a:t>
            </a:r>
            <a:endParaRPr sz="900">
              <a:latin typeface="Lucida Console"/>
              <a:cs typeface="Lucida Console"/>
            </a:endParaRPr>
          </a:p>
          <a:p>
            <a:pPr marL="12700" marR="5080">
              <a:lnSpc>
                <a:spcPct val="117900"/>
              </a:lnSpc>
              <a:spcBef>
                <a:spcPts val="75"/>
              </a:spcBef>
            </a:pPr>
            <a:r>
              <a:rPr sz="900" spc="-55" dirty="0">
                <a:solidFill>
                  <a:srgbClr val="60A5FA"/>
                </a:solidFill>
                <a:latin typeface="Lucida Console"/>
                <a:cs typeface="Lucida Console"/>
              </a:rPr>
              <a:t>&lt;Application</a:t>
            </a:r>
            <a:r>
              <a:rPr sz="90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Name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"GoogleChrome"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Type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"Exe"</a:t>
            </a:r>
            <a:r>
              <a:rPr sz="900" spc="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Path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Files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(x86)\Google\Chrome\Application\chrome.exe"</a:t>
            </a:r>
            <a:r>
              <a:rPr sz="900" spc="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Method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"Hash"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60A5FA"/>
                </a:solidFill>
                <a:latin typeface="Lucida Console"/>
                <a:cs typeface="Lucida Console"/>
              </a:rPr>
              <a:t>/&gt;</a:t>
            </a:r>
            <a:r>
              <a:rPr sz="900" spc="50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9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45" dirty="0">
                <a:solidFill>
                  <a:srgbClr val="64738B"/>
                </a:solidFill>
                <a:latin typeface="Lucida Console"/>
                <a:cs typeface="Lucida Console"/>
              </a:rPr>
              <a:t>Run</a:t>
            </a:r>
            <a:r>
              <a:rPr sz="9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AppLocker</a:t>
            </a:r>
            <a:r>
              <a:rPr sz="9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configuration</a:t>
            </a:r>
            <a:r>
              <a:rPr sz="9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Lucida Console"/>
                <a:cs typeface="Lucida Console"/>
              </a:rPr>
              <a:t>script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00" spc="-30" dirty="0">
                <a:solidFill>
                  <a:srgbClr val="F472B5"/>
                </a:solidFill>
                <a:latin typeface="Lucida Console"/>
                <a:cs typeface="Lucida Console"/>
              </a:rPr>
              <a:t>cd</a:t>
            </a:r>
            <a:r>
              <a:rPr sz="900" spc="-6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Files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30" dirty="0">
                <a:solidFill>
                  <a:srgbClr val="33D399"/>
                </a:solidFill>
                <a:latin typeface="Lucida Console"/>
                <a:cs typeface="Lucida Console"/>
              </a:rPr>
              <a:t>(x86)\CyberArk\PSM\Hardening"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30" dirty="0">
                <a:solidFill>
                  <a:srgbClr val="F472B5"/>
                </a:solidFill>
                <a:latin typeface="Lucida Console"/>
                <a:cs typeface="Lucida Console"/>
              </a:rPr>
              <a:t>.\PSMConfigureAppLocker.ps1</a:t>
            </a:r>
            <a:endParaRPr sz="900">
              <a:latin typeface="Lucida Console"/>
              <a:cs typeface="Lucida Console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89915" y="6038931"/>
            <a:ext cx="11412220" cy="314325"/>
            <a:chOff x="389915" y="6038931"/>
            <a:chExt cx="11412220" cy="314325"/>
          </a:xfrm>
        </p:grpSpPr>
        <p:sp>
          <p:nvSpPr>
            <p:cNvPr id="59" name="object 59"/>
            <p:cNvSpPr/>
            <p:nvPr/>
          </p:nvSpPr>
          <p:spPr>
            <a:xfrm>
              <a:off x="394670" y="6043686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11373730" y="304324"/>
                  </a:moveTo>
                  <a:lnTo>
                    <a:pt x="28871" y="304324"/>
                  </a:lnTo>
                  <a:lnTo>
                    <a:pt x="24625" y="303477"/>
                  </a:lnTo>
                  <a:lnTo>
                    <a:pt x="0" y="275451"/>
                  </a:lnTo>
                  <a:lnTo>
                    <a:pt x="0" y="271038"/>
                  </a:lnTo>
                  <a:lnTo>
                    <a:pt x="0" y="28872"/>
                  </a:lnTo>
                  <a:lnTo>
                    <a:pt x="28871" y="0"/>
                  </a:lnTo>
                  <a:lnTo>
                    <a:pt x="11373730" y="0"/>
                  </a:lnTo>
                  <a:lnTo>
                    <a:pt x="11402641" y="28872"/>
                  </a:lnTo>
                  <a:lnTo>
                    <a:pt x="11402641" y="275451"/>
                  </a:lnTo>
                  <a:lnTo>
                    <a:pt x="11378009" y="303477"/>
                  </a:lnTo>
                  <a:lnTo>
                    <a:pt x="11373730" y="3043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4670" y="6043686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0" y="271038"/>
                  </a:moveTo>
                  <a:lnTo>
                    <a:pt x="0" y="33285"/>
                  </a:lnTo>
                  <a:lnTo>
                    <a:pt x="0" y="28872"/>
                  </a:lnTo>
                  <a:lnTo>
                    <a:pt x="844" y="24621"/>
                  </a:lnTo>
                  <a:lnTo>
                    <a:pt x="2533" y="20541"/>
                  </a:lnTo>
                  <a:lnTo>
                    <a:pt x="4222" y="16471"/>
                  </a:lnTo>
                  <a:lnTo>
                    <a:pt x="6627" y="12867"/>
                  </a:lnTo>
                  <a:lnTo>
                    <a:pt x="9748" y="9747"/>
                  </a:lnTo>
                  <a:lnTo>
                    <a:pt x="12870" y="6628"/>
                  </a:lnTo>
                  <a:lnTo>
                    <a:pt x="16469" y="4222"/>
                  </a:lnTo>
                  <a:lnTo>
                    <a:pt x="20547" y="2529"/>
                  </a:lnTo>
                  <a:lnTo>
                    <a:pt x="24625" y="846"/>
                  </a:lnTo>
                  <a:lnTo>
                    <a:pt x="28871" y="0"/>
                  </a:lnTo>
                  <a:lnTo>
                    <a:pt x="33285" y="0"/>
                  </a:lnTo>
                  <a:lnTo>
                    <a:pt x="11369355" y="0"/>
                  </a:lnTo>
                  <a:lnTo>
                    <a:pt x="11373730" y="0"/>
                  </a:lnTo>
                  <a:lnTo>
                    <a:pt x="11378009" y="846"/>
                  </a:lnTo>
                  <a:lnTo>
                    <a:pt x="11382099" y="2529"/>
                  </a:lnTo>
                  <a:lnTo>
                    <a:pt x="11386188" y="4222"/>
                  </a:lnTo>
                  <a:lnTo>
                    <a:pt x="11389802" y="6628"/>
                  </a:lnTo>
                  <a:lnTo>
                    <a:pt x="11392845" y="9747"/>
                  </a:lnTo>
                  <a:lnTo>
                    <a:pt x="11395984" y="12867"/>
                  </a:lnTo>
                  <a:lnTo>
                    <a:pt x="11398456" y="16471"/>
                  </a:lnTo>
                  <a:lnTo>
                    <a:pt x="11400073" y="20541"/>
                  </a:lnTo>
                  <a:lnTo>
                    <a:pt x="11401785" y="24621"/>
                  </a:lnTo>
                  <a:lnTo>
                    <a:pt x="11402641" y="28872"/>
                  </a:lnTo>
                  <a:lnTo>
                    <a:pt x="11402641" y="33285"/>
                  </a:lnTo>
                  <a:lnTo>
                    <a:pt x="11402641" y="271038"/>
                  </a:lnTo>
                  <a:lnTo>
                    <a:pt x="11402641" y="275451"/>
                  </a:lnTo>
                  <a:lnTo>
                    <a:pt x="11401785" y="279702"/>
                  </a:lnTo>
                  <a:lnTo>
                    <a:pt x="11400073" y="283772"/>
                  </a:lnTo>
                  <a:lnTo>
                    <a:pt x="11398456" y="287852"/>
                  </a:lnTo>
                  <a:lnTo>
                    <a:pt x="11395984" y="291456"/>
                  </a:lnTo>
                  <a:lnTo>
                    <a:pt x="11392845" y="294576"/>
                  </a:lnTo>
                  <a:lnTo>
                    <a:pt x="11389802" y="297695"/>
                  </a:lnTo>
                  <a:lnTo>
                    <a:pt x="11386188" y="300101"/>
                  </a:lnTo>
                  <a:lnTo>
                    <a:pt x="11382099" y="301784"/>
                  </a:lnTo>
                  <a:lnTo>
                    <a:pt x="11378009" y="303477"/>
                  </a:lnTo>
                  <a:lnTo>
                    <a:pt x="11373730" y="304324"/>
                  </a:lnTo>
                  <a:lnTo>
                    <a:pt x="11369355" y="304324"/>
                  </a:lnTo>
                  <a:lnTo>
                    <a:pt x="33285" y="304324"/>
                  </a:lnTo>
                  <a:lnTo>
                    <a:pt x="28871" y="304324"/>
                  </a:lnTo>
                  <a:lnTo>
                    <a:pt x="24625" y="303477"/>
                  </a:lnTo>
                  <a:lnTo>
                    <a:pt x="20547" y="301784"/>
                  </a:lnTo>
                  <a:lnTo>
                    <a:pt x="16469" y="300101"/>
                  </a:lnTo>
                  <a:lnTo>
                    <a:pt x="12870" y="297695"/>
                  </a:lnTo>
                  <a:lnTo>
                    <a:pt x="9748" y="294576"/>
                  </a:lnTo>
                  <a:lnTo>
                    <a:pt x="6627" y="291456"/>
                  </a:lnTo>
                  <a:lnTo>
                    <a:pt x="4222" y="287852"/>
                  </a:lnTo>
                  <a:lnTo>
                    <a:pt x="2533" y="283772"/>
                  </a:lnTo>
                  <a:lnTo>
                    <a:pt x="844" y="279702"/>
                  </a:lnTo>
                  <a:lnTo>
                    <a:pt x="0" y="275451"/>
                  </a:lnTo>
                  <a:lnTo>
                    <a:pt x="0" y="271038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371" y="6127518"/>
              <a:ext cx="139699" cy="12064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710069" y="6093990"/>
            <a:ext cx="3858260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Note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3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Driver version must match browser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version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for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Chrome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and Edge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pc="-85" dirty="0"/>
              <a:t>Chrome</a:t>
            </a:r>
            <a:r>
              <a:rPr sz="2050" b="0" spc="-85" dirty="0">
                <a:latin typeface="Segoe UI Symbol"/>
                <a:cs typeface="Segoe UI Symbol"/>
              </a:rPr>
              <a:t>:</a:t>
            </a:r>
            <a:r>
              <a:rPr sz="2050" b="0" spc="-90" dirty="0">
                <a:latin typeface="Segoe UI Symbol"/>
                <a:cs typeface="Segoe UI Symbol"/>
              </a:rPr>
              <a:t> </a:t>
            </a:r>
            <a:r>
              <a:rPr spc="-125" dirty="0"/>
              <a:t>Browser</a:t>
            </a:r>
            <a:r>
              <a:rPr spc="-85" dirty="0"/>
              <a:t> </a:t>
            </a:r>
            <a:r>
              <a:rPr spc="-110" dirty="0"/>
              <a:t>Hardening</a:t>
            </a:r>
            <a:r>
              <a:rPr spc="-85" dirty="0"/>
              <a:t> </a:t>
            </a:r>
            <a:r>
              <a:rPr spc="-140" dirty="0"/>
              <a:t>on</a:t>
            </a:r>
            <a:r>
              <a:rPr spc="-85" dirty="0"/>
              <a:t> </a:t>
            </a:r>
            <a:r>
              <a:rPr spc="-25" dirty="0"/>
              <a:t>PSM</a:t>
            </a:r>
            <a:endParaRPr sz="20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Apply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4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3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3"/>
            <a:ext cx="6276975" cy="5325745"/>
            <a:chOff x="389907" y="770313"/>
            <a:chExt cx="6276975" cy="5325745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6267450" cy="5316220"/>
            </a:xfrm>
            <a:custGeom>
              <a:avLst/>
              <a:gdLst/>
              <a:ahLst/>
              <a:cxnLst/>
              <a:rect l="l" t="t" r="r" b="b"/>
              <a:pathLst>
                <a:path w="6267450" h="5316220">
                  <a:moveTo>
                    <a:pt x="0" y="5244834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5244834"/>
                  </a:lnTo>
                  <a:lnTo>
                    <a:pt x="6267173" y="5249513"/>
                  </a:lnTo>
                  <a:lnTo>
                    <a:pt x="6266716" y="5254154"/>
                  </a:lnTo>
                  <a:lnTo>
                    <a:pt x="6249588" y="5291957"/>
                  </a:lnTo>
                  <a:lnTo>
                    <a:pt x="6246279" y="5295266"/>
                  </a:lnTo>
                  <a:lnTo>
                    <a:pt x="6242969" y="5298576"/>
                  </a:lnTo>
                  <a:lnTo>
                    <a:pt x="6223141" y="5310730"/>
                  </a:lnTo>
                  <a:lnTo>
                    <a:pt x="6218814" y="5312527"/>
                  </a:lnTo>
                  <a:lnTo>
                    <a:pt x="6214353" y="5313878"/>
                  </a:lnTo>
                  <a:lnTo>
                    <a:pt x="6209760" y="5314791"/>
                  </a:lnTo>
                  <a:lnTo>
                    <a:pt x="6205167" y="5315704"/>
                  </a:lnTo>
                  <a:lnTo>
                    <a:pt x="6200526" y="5316160"/>
                  </a:lnTo>
                  <a:lnTo>
                    <a:pt x="6195847" y="5316160"/>
                  </a:lnTo>
                  <a:lnTo>
                    <a:pt x="71325" y="5316160"/>
                  </a:lnTo>
                  <a:lnTo>
                    <a:pt x="66642" y="5316160"/>
                  </a:lnTo>
                  <a:lnTo>
                    <a:pt x="62004" y="5315704"/>
                  </a:lnTo>
                  <a:lnTo>
                    <a:pt x="57410" y="5314791"/>
                  </a:lnTo>
                  <a:lnTo>
                    <a:pt x="52817" y="5313878"/>
                  </a:lnTo>
                  <a:lnTo>
                    <a:pt x="48357" y="5312527"/>
                  </a:lnTo>
                  <a:lnTo>
                    <a:pt x="44030" y="5310730"/>
                  </a:lnTo>
                  <a:lnTo>
                    <a:pt x="39703" y="5308942"/>
                  </a:lnTo>
                  <a:lnTo>
                    <a:pt x="9418" y="5280564"/>
                  </a:lnTo>
                  <a:lnTo>
                    <a:pt x="1370" y="5258747"/>
                  </a:lnTo>
                  <a:lnTo>
                    <a:pt x="456" y="5254154"/>
                  </a:lnTo>
                  <a:lnTo>
                    <a:pt x="0" y="5249513"/>
                  </a:lnTo>
                  <a:lnTo>
                    <a:pt x="0" y="524483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46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331429"/>
              <a:ext cx="5953760" cy="3747135"/>
            </a:xfrm>
            <a:custGeom>
              <a:avLst/>
              <a:gdLst/>
              <a:ahLst/>
              <a:cxnLst/>
              <a:rect l="l" t="t" r="r" b="b"/>
              <a:pathLst>
                <a:path w="5953759" h="3747135">
                  <a:moveTo>
                    <a:pt x="5953328" y="2944380"/>
                  </a:moveTo>
                  <a:lnTo>
                    <a:pt x="5933973" y="2905137"/>
                  </a:lnTo>
                  <a:lnTo>
                    <a:pt x="5900013" y="2891078"/>
                  </a:lnTo>
                  <a:lnTo>
                    <a:pt x="53314" y="2891078"/>
                  </a:lnTo>
                  <a:lnTo>
                    <a:pt x="14058" y="2910433"/>
                  </a:lnTo>
                  <a:lnTo>
                    <a:pt x="0" y="2944380"/>
                  </a:lnTo>
                  <a:lnTo>
                    <a:pt x="0" y="3689921"/>
                  </a:lnTo>
                  <a:lnTo>
                    <a:pt x="0" y="3693668"/>
                  </a:lnTo>
                  <a:lnTo>
                    <a:pt x="19354" y="3732923"/>
                  </a:lnTo>
                  <a:lnTo>
                    <a:pt x="53314" y="3746982"/>
                  </a:lnTo>
                  <a:lnTo>
                    <a:pt x="5900013" y="3746982"/>
                  </a:lnTo>
                  <a:lnTo>
                    <a:pt x="5939269" y="3727627"/>
                  </a:lnTo>
                  <a:lnTo>
                    <a:pt x="5953328" y="3693668"/>
                  </a:lnTo>
                  <a:lnTo>
                    <a:pt x="5953328" y="2944380"/>
                  </a:lnTo>
                  <a:close/>
                </a:path>
                <a:path w="5953759" h="3747135">
                  <a:moveTo>
                    <a:pt x="5953328" y="1983867"/>
                  </a:moveTo>
                  <a:lnTo>
                    <a:pt x="5933973" y="1944611"/>
                  </a:lnTo>
                  <a:lnTo>
                    <a:pt x="5900013" y="1930552"/>
                  </a:lnTo>
                  <a:lnTo>
                    <a:pt x="53314" y="1930552"/>
                  </a:lnTo>
                  <a:lnTo>
                    <a:pt x="14058" y="1949907"/>
                  </a:lnTo>
                  <a:lnTo>
                    <a:pt x="0" y="1983867"/>
                  </a:lnTo>
                  <a:lnTo>
                    <a:pt x="0" y="2719895"/>
                  </a:lnTo>
                  <a:lnTo>
                    <a:pt x="0" y="2723642"/>
                  </a:lnTo>
                  <a:lnTo>
                    <a:pt x="19354" y="2762885"/>
                  </a:lnTo>
                  <a:lnTo>
                    <a:pt x="53314" y="2776956"/>
                  </a:lnTo>
                  <a:lnTo>
                    <a:pt x="5900013" y="2776956"/>
                  </a:lnTo>
                  <a:lnTo>
                    <a:pt x="5939269" y="2757589"/>
                  </a:lnTo>
                  <a:lnTo>
                    <a:pt x="5953328" y="2723642"/>
                  </a:lnTo>
                  <a:lnTo>
                    <a:pt x="5953328" y="1983867"/>
                  </a:lnTo>
                  <a:close/>
                </a:path>
                <a:path w="5953759" h="3747135">
                  <a:moveTo>
                    <a:pt x="5953328" y="1013828"/>
                  </a:moveTo>
                  <a:lnTo>
                    <a:pt x="5933973" y="974585"/>
                  </a:lnTo>
                  <a:lnTo>
                    <a:pt x="5900013" y="960513"/>
                  </a:lnTo>
                  <a:lnTo>
                    <a:pt x="53314" y="960513"/>
                  </a:lnTo>
                  <a:lnTo>
                    <a:pt x="14058" y="979881"/>
                  </a:lnTo>
                  <a:lnTo>
                    <a:pt x="0" y="1013828"/>
                  </a:lnTo>
                  <a:lnTo>
                    <a:pt x="0" y="1759369"/>
                  </a:lnTo>
                  <a:lnTo>
                    <a:pt x="0" y="1763115"/>
                  </a:lnTo>
                  <a:lnTo>
                    <a:pt x="19354" y="1802358"/>
                  </a:lnTo>
                  <a:lnTo>
                    <a:pt x="53314" y="1816430"/>
                  </a:lnTo>
                  <a:lnTo>
                    <a:pt x="5900013" y="1816430"/>
                  </a:lnTo>
                  <a:lnTo>
                    <a:pt x="5939269" y="1797062"/>
                  </a:lnTo>
                  <a:lnTo>
                    <a:pt x="5953328" y="1763115"/>
                  </a:lnTo>
                  <a:lnTo>
                    <a:pt x="5953328" y="1013828"/>
                  </a:lnTo>
                  <a:close/>
                </a:path>
                <a:path w="5953759" h="3747135">
                  <a:moveTo>
                    <a:pt x="5953328" y="53314"/>
                  </a:moveTo>
                  <a:lnTo>
                    <a:pt x="5933973" y="14058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54"/>
                  </a:lnTo>
                  <a:lnTo>
                    <a:pt x="0" y="53314"/>
                  </a:lnTo>
                  <a:lnTo>
                    <a:pt x="0" y="789330"/>
                  </a:lnTo>
                  <a:lnTo>
                    <a:pt x="0" y="793076"/>
                  </a:lnTo>
                  <a:lnTo>
                    <a:pt x="19354" y="832332"/>
                  </a:lnTo>
                  <a:lnTo>
                    <a:pt x="53314" y="846391"/>
                  </a:lnTo>
                  <a:lnTo>
                    <a:pt x="5900013" y="846391"/>
                  </a:lnTo>
                  <a:lnTo>
                    <a:pt x="5939269" y="827036"/>
                  </a:lnTo>
                  <a:lnTo>
                    <a:pt x="5953328" y="793076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50820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902445"/>
            <a:ext cx="109474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Hardening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Steps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445540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69217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416501"/>
            <a:ext cx="5377180" cy="5524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195"/>
              </a:spcBef>
            </a:pP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In-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domain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environments:</a:t>
            </a:r>
            <a:r>
              <a:rPr sz="1100" b="1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Perform</a:t>
            </a:r>
            <a:r>
              <a:rPr sz="11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1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hardening</a:t>
            </a:r>
            <a:r>
              <a:rPr sz="10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,</a:t>
            </a:r>
            <a:r>
              <a:rPr sz="105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including</a:t>
            </a:r>
            <a:r>
              <a:rPr sz="11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65" dirty="0">
                <a:solidFill>
                  <a:srgbClr val="334054"/>
                </a:solidFill>
                <a:latin typeface="Microsoft Sans Serif"/>
                <a:cs typeface="Microsoft Sans Serif"/>
              </a:rPr>
              <a:t>GPO</a:t>
            </a:r>
            <a:r>
              <a:rPr sz="11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settings</a:t>
            </a:r>
            <a:r>
              <a:rPr sz="10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,</a:t>
            </a:r>
            <a:r>
              <a:rPr sz="1050" spc="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85" dirty="0">
                <a:solidFill>
                  <a:srgbClr val="334054"/>
                </a:solidFill>
                <a:latin typeface="Microsoft Sans Serif"/>
                <a:cs typeface="Microsoft Sans Serif"/>
              </a:rPr>
              <a:t>as</a:t>
            </a:r>
            <a:r>
              <a:rPr sz="11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specified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Hardening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documentation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Apply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Group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Policy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2406062"/>
            <a:ext cx="228243" cy="22824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467" y="2429740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373" y="2377023"/>
            <a:ext cx="4093845" cy="561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Out-</a:t>
            </a:r>
            <a:r>
              <a:rPr sz="1100" b="1" dirty="0">
                <a:solidFill>
                  <a:srgbClr val="334054"/>
                </a:solidFill>
                <a:latin typeface="Arial"/>
                <a:cs typeface="Arial"/>
              </a:rPr>
              <a:t>of-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domain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environments:</a:t>
            </a:r>
            <a:r>
              <a:rPr sz="1100" b="1" spc="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120" dirty="0">
                <a:solidFill>
                  <a:srgbClr val="334054"/>
                </a:solidFill>
                <a:latin typeface="Microsoft Sans Serif"/>
                <a:cs typeface="Microsoft Sans Serif"/>
              </a:rPr>
              <a:t>Run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PSMHardening</a:t>
            </a:r>
            <a:r>
              <a:rPr sz="105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15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</a:t>
            </a:r>
            <a:r>
              <a:rPr sz="105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1</a:t>
            </a:r>
            <a:r>
              <a:rPr sz="1050" spc="4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script</a:t>
            </a:r>
            <a:r>
              <a:rPr sz="11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$SUPPORT</a:t>
            </a:r>
            <a:r>
              <a:rPr sz="10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_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_</a:t>
            </a:r>
            <a:r>
              <a:rPr sz="1150" spc="-135" dirty="0">
                <a:solidFill>
                  <a:srgbClr val="334054"/>
                </a:solidFill>
                <a:latin typeface="Microsoft Sans Serif"/>
                <a:cs typeface="Microsoft Sans Serif"/>
              </a:rPr>
              <a:t>APPLICATIONS</a:t>
            </a:r>
            <a:r>
              <a:rPr sz="11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set</a:t>
            </a:r>
            <a:r>
              <a:rPr sz="11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1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$true</a:t>
            </a:r>
            <a:r>
              <a:rPr sz="11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inside</a:t>
            </a:r>
            <a:r>
              <a:rPr sz="11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script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Modify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script</a:t>
            </a:r>
            <a:r>
              <a:rPr sz="10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variable</a:t>
            </a:r>
            <a:r>
              <a:rPr sz="95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$SUPPORT</a:t>
            </a:r>
            <a:r>
              <a:rPr sz="95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_</a:t>
            </a:r>
            <a:r>
              <a:rPr sz="10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95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_</a:t>
            </a:r>
            <a:r>
              <a:rPr sz="1000" spc="-135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=</a:t>
            </a:r>
            <a:r>
              <a:rPr sz="95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$true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376095"/>
            <a:ext cx="228243" cy="228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0724" y="3390263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373" y="3347056"/>
            <a:ext cx="5252720" cy="5524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195"/>
              </a:spcBef>
            </a:pPr>
            <a:r>
              <a:rPr sz="1100" b="1" spc="-100" dirty="0">
                <a:solidFill>
                  <a:srgbClr val="334054"/>
                </a:solidFill>
                <a:latin typeface="Arial"/>
                <a:cs typeface="Arial"/>
              </a:rPr>
              <a:t>Run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hardening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script:</a:t>
            </a:r>
            <a:r>
              <a:rPr sz="1100" b="1" spc="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75" dirty="0">
                <a:solidFill>
                  <a:srgbClr val="334054"/>
                </a:solidFill>
                <a:latin typeface="Microsoft Sans Serif"/>
                <a:cs typeface="Microsoft Sans Serif"/>
              </a:rPr>
              <a:t>Execute</a:t>
            </a:r>
            <a:r>
              <a:rPr sz="11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70" dirty="0">
                <a:solidFill>
                  <a:srgbClr val="334054"/>
                </a:solidFill>
                <a:latin typeface="Microsoft Sans Serif"/>
                <a:cs typeface="Microsoft Sans Serif"/>
              </a:rPr>
              <a:t>.\</a:t>
            </a:r>
            <a:r>
              <a:rPr sz="1150" spc="-70" dirty="0">
                <a:solidFill>
                  <a:srgbClr val="334054"/>
                </a:solidFill>
                <a:latin typeface="Microsoft Sans Serif"/>
                <a:cs typeface="Microsoft Sans Serif"/>
              </a:rPr>
              <a:t>PSMHardening</a:t>
            </a:r>
            <a:r>
              <a:rPr sz="1050" spc="-7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150" spc="-70" dirty="0">
                <a:solidFill>
                  <a:srgbClr val="334054"/>
                </a:solidFill>
                <a:latin typeface="Microsoft Sans Serif"/>
                <a:cs typeface="Microsoft Sans Serif"/>
              </a:rPr>
              <a:t>ps</a:t>
            </a:r>
            <a:r>
              <a:rPr sz="1050" spc="-70" dirty="0">
                <a:solidFill>
                  <a:srgbClr val="334054"/>
                </a:solidFill>
                <a:latin typeface="Microsoft Sans Serif"/>
                <a:cs typeface="Microsoft Sans Serif"/>
              </a:rPr>
              <a:t>1</a:t>
            </a:r>
            <a:r>
              <a:rPr sz="1050" spc="4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10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15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supportWebApplication</a:t>
            </a:r>
            <a:r>
              <a:rPr sz="11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from</a:t>
            </a:r>
            <a:r>
              <a:rPr sz="11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the </a:t>
            </a:r>
            <a:r>
              <a:rPr sz="11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Hardening</a:t>
            </a:r>
            <a:r>
              <a:rPr sz="11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folder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Verify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script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completes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without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errors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4336618"/>
            <a:ext cx="228243" cy="2282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9089" y="4360296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73" y="4307579"/>
            <a:ext cx="5100320" cy="5619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195"/>
              </a:spcBef>
            </a:pP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Verify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logs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are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empty: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After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running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script</a:t>
            </a:r>
            <a:r>
              <a:rPr sz="10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,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90" dirty="0">
                <a:solidFill>
                  <a:srgbClr val="334054"/>
                </a:solidFill>
                <a:latin typeface="Microsoft Sans Serif"/>
                <a:cs typeface="Microsoft Sans Serif"/>
              </a:rPr>
              <a:t>make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sure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output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logs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empty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to </a:t>
            </a:r>
            <a:r>
              <a:rPr sz="11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confirm</a:t>
            </a:r>
            <a:r>
              <a:rPr sz="11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successful</a:t>
            </a:r>
            <a:r>
              <a:rPr sz="11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execution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Check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any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errors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output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94841" y="770321"/>
            <a:ext cx="4565015" cy="4526915"/>
            <a:chOff x="6894841" y="770321"/>
            <a:chExt cx="4565015" cy="4526915"/>
          </a:xfrm>
        </p:grpSpPr>
        <p:sp>
          <p:nvSpPr>
            <p:cNvPr id="24" name="object 24"/>
            <p:cNvSpPr/>
            <p:nvPr/>
          </p:nvSpPr>
          <p:spPr>
            <a:xfrm>
              <a:off x="6894841" y="770321"/>
              <a:ext cx="4565015" cy="4526915"/>
            </a:xfrm>
            <a:custGeom>
              <a:avLst/>
              <a:gdLst/>
              <a:ahLst/>
              <a:cxnLst/>
              <a:rect l="l" t="t" r="r" b="b"/>
              <a:pathLst>
                <a:path w="4565015" h="4526915">
                  <a:moveTo>
                    <a:pt x="4493819" y="4526820"/>
                  </a:moveTo>
                  <a:lnTo>
                    <a:pt x="71088" y="4526820"/>
                  </a:lnTo>
                  <a:lnTo>
                    <a:pt x="66133" y="4526335"/>
                  </a:lnTo>
                  <a:lnTo>
                    <a:pt x="29662" y="4511223"/>
                  </a:lnTo>
                  <a:lnTo>
                    <a:pt x="3880" y="4475237"/>
                  </a:lnTo>
                  <a:lnTo>
                    <a:pt x="0" y="4455731"/>
                  </a:lnTo>
                  <a:lnTo>
                    <a:pt x="0" y="4450739"/>
                  </a:lnTo>
                  <a:lnTo>
                    <a:pt x="0" y="71085"/>
                  </a:lnTo>
                  <a:lnTo>
                    <a:pt x="15596" y="29659"/>
                  </a:lnTo>
                  <a:lnTo>
                    <a:pt x="51582" y="3879"/>
                  </a:lnTo>
                  <a:lnTo>
                    <a:pt x="71088" y="0"/>
                  </a:lnTo>
                  <a:lnTo>
                    <a:pt x="4493819" y="0"/>
                  </a:lnTo>
                  <a:lnTo>
                    <a:pt x="4535188" y="15597"/>
                  </a:lnTo>
                  <a:lnTo>
                    <a:pt x="4560961" y="51581"/>
                  </a:lnTo>
                  <a:lnTo>
                    <a:pt x="4564860" y="71085"/>
                  </a:lnTo>
                  <a:lnTo>
                    <a:pt x="4564860" y="4455731"/>
                  </a:lnTo>
                  <a:lnTo>
                    <a:pt x="4549263" y="4497157"/>
                  </a:lnTo>
                  <a:lnTo>
                    <a:pt x="4513315" y="4522939"/>
                  </a:lnTo>
                  <a:lnTo>
                    <a:pt x="4498765" y="4526335"/>
                  </a:lnTo>
                  <a:lnTo>
                    <a:pt x="4493819" y="4526820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7002" y="944499"/>
              <a:ext cx="152399" cy="1206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034303" y="905384"/>
            <a:ext cx="3176270" cy="1750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30"/>
              </a:spcBef>
            </a:pPr>
            <a:r>
              <a:rPr sz="1050" spc="-55" dirty="0">
                <a:solidFill>
                  <a:srgbClr val="94A2B8"/>
                </a:solidFill>
                <a:latin typeface="Courier New"/>
                <a:cs typeface="Courier New"/>
              </a:rPr>
              <a:t>PowerShell</a:t>
            </a:r>
            <a:r>
              <a:rPr sz="1050" spc="-65" dirty="0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Courier New"/>
                <a:cs typeface="Courier New"/>
              </a:rPr>
              <a:t>Commands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spc="-1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5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Set</a:t>
            </a:r>
            <a:r>
              <a:rPr sz="105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WebApp</a:t>
            </a:r>
            <a:r>
              <a:rPr sz="105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support</a:t>
            </a:r>
            <a:r>
              <a:rPr sz="105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Lucida Console"/>
                <a:cs typeface="Lucida Console"/>
              </a:rPr>
              <a:t>variable</a:t>
            </a:r>
            <a:endParaRPr sz="10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100" dirty="0">
                <a:solidFill>
                  <a:srgbClr val="F472B5"/>
                </a:solidFill>
                <a:latin typeface="Lucida Console"/>
                <a:cs typeface="Lucida Console"/>
              </a:rPr>
              <a:t>$SUPPORT_WEB_APPLICATIONS</a:t>
            </a:r>
            <a:r>
              <a:rPr sz="1050" spc="-4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50" spc="-100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1050" spc="-4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0A5FA"/>
                </a:solidFill>
                <a:latin typeface="Lucida Console"/>
                <a:cs typeface="Lucida Console"/>
              </a:rPr>
              <a:t>$true</a:t>
            </a:r>
            <a:endParaRPr sz="10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1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5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Run</a:t>
            </a:r>
            <a:r>
              <a:rPr sz="105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hardening</a:t>
            </a:r>
            <a:r>
              <a:rPr sz="105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Lucida Console"/>
                <a:cs typeface="Lucida Console"/>
              </a:rPr>
              <a:t>script</a:t>
            </a:r>
            <a:endParaRPr sz="1050">
              <a:latin typeface="Lucida Console"/>
              <a:cs typeface="Lucida Console"/>
            </a:endParaRPr>
          </a:p>
          <a:p>
            <a:pPr marL="12700" marR="347345">
              <a:lnSpc>
                <a:spcPct val="112900"/>
              </a:lnSpc>
            </a:pPr>
            <a:r>
              <a:rPr sz="1050" spc="-100" dirty="0">
                <a:solidFill>
                  <a:srgbClr val="FABE24"/>
                </a:solidFill>
                <a:latin typeface="Lucida Console"/>
                <a:cs typeface="Lucida Console"/>
              </a:rPr>
              <a:t>.\PSMHardening.ps1</a:t>
            </a:r>
            <a:r>
              <a:rPr sz="1050" spc="-10" dirty="0">
                <a:solidFill>
                  <a:srgbClr val="FABE24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0A5FA"/>
                </a:solidFill>
                <a:latin typeface="Lucida Console"/>
                <a:cs typeface="Lucida Console"/>
              </a:rPr>
              <a:t>-</a:t>
            </a:r>
            <a:r>
              <a:rPr sz="1050" spc="-110" dirty="0">
                <a:solidFill>
                  <a:srgbClr val="60A5FA"/>
                </a:solidFill>
                <a:latin typeface="Lucida Console"/>
                <a:cs typeface="Lucida Console"/>
              </a:rPr>
              <a:t>supportWebApplication </a:t>
            </a:r>
            <a:r>
              <a:rPr sz="1050" spc="-1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5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Verify</a:t>
            </a:r>
            <a:r>
              <a:rPr sz="105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logs</a:t>
            </a:r>
            <a:r>
              <a:rPr sz="105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64738B"/>
                </a:solidFill>
                <a:latin typeface="Lucida Console"/>
                <a:cs typeface="Lucida Console"/>
              </a:rPr>
              <a:t>are</a:t>
            </a:r>
            <a:r>
              <a:rPr sz="105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64738B"/>
                </a:solidFill>
                <a:latin typeface="Lucida Console"/>
                <a:cs typeface="Lucida Console"/>
              </a:rPr>
              <a:t>empty</a:t>
            </a:r>
            <a:endParaRPr sz="1050">
              <a:latin typeface="Lucida Console"/>
              <a:cs typeface="Lucida Console"/>
            </a:endParaRPr>
          </a:p>
          <a:p>
            <a:pPr marL="12700" marR="5080">
              <a:lnSpc>
                <a:spcPct val="112900"/>
              </a:lnSpc>
            </a:pPr>
            <a:r>
              <a:rPr sz="1050" spc="-105" dirty="0">
                <a:solidFill>
                  <a:srgbClr val="60A5FA"/>
                </a:solidFill>
                <a:latin typeface="Lucida Console"/>
                <a:cs typeface="Lucida Console"/>
              </a:rPr>
              <a:t>Get-Content</a:t>
            </a:r>
            <a:r>
              <a:rPr sz="1050" spc="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50" spc="-10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1050" spc="1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33D399"/>
                </a:solidFill>
                <a:latin typeface="Lucida Console"/>
                <a:cs typeface="Lucida Console"/>
              </a:rPr>
              <a:t>Files </a:t>
            </a:r>
            <a:r>
              <a:rPr sz="1050" spc="-105" dirty="0">
                <a:solidFill>
                  <a:srgbClr val="33D399"/>
                </a:solidFill>
                <a:latin typeface="Lucida Console"/>
                <a:cs typeface="Lucida Console"/>
              </a:rPr>
              <a:t>(x86)\CyberArk\PSM\Hardening\PSMHardening.log"</a:t>
            </a:r>
            <a:endParaRPr sz="1050">
              <a:latin typeface="Lucida Console"/>
              <a:cs typeface="Lucida Consol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94841" y="5525384"/>
            <a:ext cx="4565015" cy="570865"/>
            <a:chOff x="6894841" y="5525384"/>
            <a:chExt cx="4565015" cy="570865"/>
          </a:xfrm>
        </p:grpSpPr>
        <p:sp>
          <p:nvSpPr>
            <p:cNvPr id="28" name="object 28"/>
            <p:cNvSpPr/>
            <p:nvPr/>
          </p:nvSpPr>
          <p:spPr>
            <a:xfrm>
              <a:off x="6899596" y="5530139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4506468" y="561097"/>
                  </a:moveTo>
                  <a:lnTo>
                    <a:pt x="48872" y="561097"/>
                  </a:lnTo>
                  <a:lnTo>
                    <a:pt x="45467" y="560764"/>
                  </a:lnTo>
                  <a:lnTo>
                    <a:pt x="10717" y="540707"/>
                  </a:lnTo>
                  <a:lnTo>
                    <a:pt x="0" y="512224"/>
                  </a:lnTo>
                  <a:lnTo>
                    <a:pt x="0" y="508791"/>
                  </a:lnTo>
                  <a:lnTo>
                    <a:pt x="0" y="48872"/>
                  </a:lnTo>
                  <a:lnTo>
                    <a:pt x="17745" y="12886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512224"/>
                  </a:lnTo>
                  <a:lnTo>
                    <a:pt x="4537566" y="548201"/>
                  </a:lnTo>
                  <a:lnTo>
                    <a:pt x="4509892" y="560764"/>
                  </a:lnTo>
                  <a:lnTo>
                    <a:pt x="4506468" y="561097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99596" y="5530139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0" y="508791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1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86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86"/>
                  </a:lnTo>
                  <a:lnTo>
                    <a:pt x="4551356" y="32286"/>
                  </a:lnTo>
                  <a:lnTo>
                    <a:pt x="4552687" y="35463"/>
                  </a:lnTo>
                  <a:lnTo>
                    <a:pt x="4553638" y="38734"/>
                  </a:lnTo>
                  <a:lnTo>
                    <a:pt x="4554304" y="42101"/>
                  </a:lnTo>
                  <a:lnTo>
                    <a:pt x="4554970" y="45467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508791"/>
                  </a:lnTo>
                  <a:lnTo>
                    <a:pt x="4555350" y="512224"/>
                  </a:lnTo>
                  <a:lnTo>
                    <a:pt x="4554970" y="515629"/>
                  </a:lnTo>
                  <a:lnTo>
                    <a:pt x="4534998" y="550370"/>
                  </a:lnTo>
                  <a:lnTo>
                    <a:pt x="4532145" y="552281"/>
                  </a:lnTo>
                  <a:lnTo>
                    <a:pt x="4529292" y="554193"/>
                  </a:lnTo>
                  <a:lnTo>
                    <a:pt x="4526249" y="555800"/>
                  </a:lnTo>
                  <a:lnTo>
                    <a:pt x="4523015" y="557112"/>
                  </a:lnTo>
                  <a:lnTo>
                    <a:pt x="4519877" y="558425"/>
                  </a:lnTo>
                  <a:lnTo>
                    <a:pt x="4516644" y="559423"/>
                  </a:lnTo>
                  <a:lnTo>
                    <a:pt x="4513220" y="560089"/>
                  </a:lnTo>
                  <a:lnTo>
                    <a:pt x="4509892" y="560764"/>
                  </a:lnTo>
                  <a:lnTo>
                    <a:pt x="4506468" y="561097"/>
                  </a:lnTo>
                  <a:lnTo>
                    <a:pt x="4503044" y="561097"/>
                  </a:lnTo>
                  <a:lnTo>
                    <a:pt x="52305" y="561097"/>
                  </a:lnTo>
                  <a:lnTo>
                    <a:pt x="48872" y="561097"/>
                  </a:lnTo>
                  <a:lnTo>
                    <a:pt x="45467" y="560764"/>
                  </a:lnTo>
                  <a:lnTo>
                    <a:pt x="42101" y="560089"/>
                  </a:lnTo>
                  <a:lnTo>
                    <a:pt x="38734" y="559423"/>
                  </a:lnTo>
                  <a:lnTo>
                    <a:pt x="15320" y="545776"/>
                  </a:lnTo>
                  <a:lnTo>
                    <a:pt x="12886" y="543351"/>
                  </a:lnTo>
                  <a:lnTo>
                    <a:pt x="10717" y="540707"/>
                  </a:lnTo>
                  <a:lnTo>
                    <a:pt x="8815" y="537854"/>
                  </a:lnTo>
                  <a:lnTo>
                    <a:pt x="6904" y="534992"/>
                  </a:lnTo>
                  <a:lnTo>
                    <a:pt x="5297" y="531977"/>
                  </a:lnTo>
                  <a:lnTo>
                    <a:pt x="3984" y="528810"/>
                  </a:lnTo>
                  <a:lnTo>
                    <a:pt x="2662" y="525634"/>
                  </a:lnTo>
                  <a:lnTo>
                    <a:pt x="1673" y="522362"/>
                  </a:lnTo>
                  <a:lnTo>
                    <a:pt x="1008" y="518996"/>
                  </a:lnTo>
                  <a:lnTo>
                    <a:pt x="332" y="515629"/>
                  </a:lnTo>
                  <a:lnTo>
                    <a:pt x="0" y="512224"/>
                  </a:lnTo>
                  <a:lnTo>
                    <a:pt x="0" y="508791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8472" y="5664682"/>
              <a:ext cx="133349" cy="13652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214995" y="5618484"/>
            <a:ext cx="4043679" cy="3454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65"/>
              </a:spcBef>
            </a:pPr>
            <a:r>
              <a:rPr sz="950" b="1" spc="-20" dirty="0">
                <a:solidFill>
                  <a:srgbClr val="91400D"/>
                </a:solidFill>
                <a:latin typeface="Arial"/>
                <a:cs typeface="Arial"/>
              </a:rPr>
              <a:t>Test</a:t>
            </a:r>
            <a:r>
              <a:rPr sz="1000" b="1" spc="-2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4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After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hardening</a:t>
            </a:r>
            <a:r>
              <a:rPr sz="1000" spc="-30" dirty="0">
                <a:solidFill>
                  <a:srgbClr val="91400D"/>
                </a:solidFill>
                <a:latin typeface="Britannic Bold"/>
                <a:cs typeface="Britannic Bold"/>
              </a:rPr>
              <a:t>,</a:t>
            </a:r>
            <a:r>
              <a:rPr sz="1000" spc="-50" dirty="0">
                <a:solidFill>
                  <a:srgbClr val="91400D"/>
                </a:solidFill>
                <a:latin typeface="Britannic Bold"/>
                <a:cs typeface="Britannic Bold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target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login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page should open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successfully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from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5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91400D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machine</a:t>
            </a:r>
            <a:r>
              <a:rPr sz="1000" spc="-30" dirty="0">
                <a:solidFill>
                  <a:srgbClr val="91400D"/>
                </a:solidFill>
                <a:latin typeface="Britannic Bold"/>
                <a:cs typeface="Britannic Bold"/>
              </a:rPr>
              <a:t>.</a:t>
            </a:r>
            <a:r>
              <a:rPr sz="1000" spc="-50" dirty="0">
                <a:solidFill>
                  <a:srgbClr val="91400D"/>
                </a:solidFill>
                <a:latin typeface="Britannic Bold"/>
                <a:cs typeface="Britannic Bold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Verify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can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access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web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application</a:t>
            </a:r>
            <a:r>
              <a:rPr sz="1000" spc="-10" dirty="0">
                <a:solidFill>
                  <a:srgbClr val="91400D"/>
                </a:solidFill>
                <a:latin typeface="Britannic Bold"/>
                <a:cs typeface="Britannic Bold"/>
              </a:rPr>
              <a:t>.</a:t>
            </a:r>
            <a:endParaRPr sz="1000">
              <a:latin typeface="Britannic Bold"/>
              <a:cs typeface="Britannic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pc="-130" dirty="0"/>
              <a:t>Edge</a:t>
            </a:r>
            <a:r>
              <a:rPr sz="1950" spc="-130" dirty="0"/>
              <a:t>:</a:t>
            </a:r>
            <a:r>
              <a:rPr sz="1950" spc="-65" dirty="0"/>
              <a:t> </a:t>
            </a:r>
            <a:r>
              <a:rPr spc="-90" dirty="0"/>
              <a:t>Install</a:t>
            </a:r>
            <a:r>
              <a:rPr spc="-80" dirty="0"/>
              <a:t> </a:t>
            </a:r>
            <a:r>
              <a:rPr sz="1950" spc="-235" dirty="0"/>
              <a:t>&amp;</a:t>
            </a:r>
            <a:r>
              <a:rPr sz="1950" spc="-65" dirty="0"/>
              <a:t> </a:t>
            </a:r>
            <a:r>
              <a:rPr spc="-120" dirty="0"/>
              <a:t>AppLocker</a:t>
            </a:r>
            <a:r>
              <a:rPr spc="-80" dirty="0"/>
              <a:t> </a:t>
            </a:r>
            <a:r>
              <a:rPr spc="-10" dirty="0"/>
              <a:t>Configuration</a:t>
            </a:r>
            <a:endParaRPr sz="1950"/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b="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Microsoft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AppLocker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rules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b="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WebApp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access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4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9358"/>
            <a:ext cx="389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3"/>
            <a:ext cx="11412220" cy="400050"/>
            <a:chOff x="389907" y="770313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6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9"/>
              <a:ext cx="133349" cy="136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8183" y="900109"/>
              <a:ext cx="133349" cy="1365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8110" y="861935"/>
            <a:ext cx="540639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668905" algn="l"/>
              </a:tabLst>
            </a:pP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Install</a:t>
            </a:r>
            <a:r>
              <a:rPr sz="105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85" dirty="0">
                <a:solidFill>
                  <a:srgbClr val="2562EB"/>
                </a:solidFill>
                <a:latin typeface="Arial"/>
                <a:cs typeface="Arial"/>
              </a:rPr>
              <a:t>Edge</a:t>
            </a:r>
            <a:r>
              <a:rPr sz="1100" b="1" spc="-65" dirty="0">
                <a:solidFill>
                  <a:srgbClr val="2562EB"/>
                </a:solidFill>
                <a:latin typeface="Arial"/>
                <a:cs typeface="Arial"/>
              </a:rPr>
              <a:t> browser</a:t>
            </a:r>
            <a:r>
              <a:rPr sz="1100" b="1" spc="-35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on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spc="-60" dirty="0">
                <a:solidFill>
                  <a:srgbClr val="1D293B"/>
                </a:solidFill>
                <a:latin typeface="Microsoft Sans Serif"/>
                <a:cs typeface="Microsoft Sans Serif"/>
              </a:rPr>
              <a:t>PSM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 machine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	</a:t>
            </a:r>
            <a:r>
              <a:rPr sz="105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Place</a:t>
            </a:r>
            <a:r>
              <a:rPr sz="1050" spc="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65" dirty="0">
                <a:solidFill>
                  <a:srgbClr val="2562EB"/>
                </a:solidFill>
                <a:latin typeface="Arial"/>
                <a:cs typeface="Arial"/>
              </a:rPr>
              <a:t>msedgedriver</a:t>
            </a:r>
            <a:r>
              <a:rPr sz="1100" b="1" spc="-65" dirty="0">
                <a:solidFill>
                  <a:srgbClr val="2562EB"/>
                </a:solidFill>
                <a:latin typeface="Tahoma"/>
                <a:cs typeface="Tahoma"/>
              </a:rPr>
              <a:t>.</a:t>
            </a:r>
            <a:r>
              <a:rPr sz="1100" b="1" spc="-65" dirty="0">
                <a:solidFill>
                  <a:srgbClr val="2562EB"/>
                </a:solidFill>
                <a:latin typeface="Arial"/>
                <a:cs typeface="Arial"/>
              </a:rPr>
              <a:t>exe</a:t>
            </a:r>
            <a:r>
              <a:rPr sz="1100" b="1" spc="-20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in</a:t>
            </a:r>
            <a:r>
              <a:rPr sz="1050" spc="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Components</a:t>
            </a: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folder</a:t>
            </a:r>
            <a:endParaRPr sz="10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9558" y="900109"/>
            <a:ext cx="133349" cy="1365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66081" y="865608"/>
            <a:ext cx="16198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D293B"/>
                </a:solidFill>
                <a:latin typeface="Microsoft Sans Serif"/>
                <a:cs typeface="Microsoft Sans Serif"/>
              </a:rPr>
              <a:t>Configure</a:t>
            </a:r>
            <a:r>
              <a:rPr sz="1050" spc="2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75" dirty="0">
                <a:solidFill>
                  <a:srgbClr val="2562EB"/>
                </a:solidFill>
                <a:latin typeface="Arial"/>
                <a:cs typeface="Arial"/>
              </a:rPr>
              <a:t>AppLocker</a:t>
            </a:r>
            <a:r>
              <a:rPr sz="1100" b="1" spc="-40" dirty="0">
                <a:solidFill>
                  <a:srgbClr val="2562EB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2562EB"/>
                </a:solidFill>
                <a:latin typeface="Arial"/>
                <a:cs typeface="Arial"/>
              </a:rPr>
              <a:t>rules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9907" y="1321900"/>
            <a:ext cx="5630545" cy="2748915"/>
            <a:chOff x="389907" y="1321900"/>
            <a:chExt cx="5630545" cy="2748915"/>
          </a:xfrm>
        </p:grpSpPr>
        <p:sp>
          <p:nvSpPr>
            <p:cNvPr id="14" name="object 14"/>
            <p:cNvSpPr/>
            <p:nvPr/>
          </p:nvSpPr>
          <p:spPr>
            <a:xfrm>
              <a:off x="394670" y="1326663"/>
              <a:ext cx="5621020" cy="2739390"/>
            </a:xfrm>
            <a:custGeom>
              <a:avLst/>
              <a:gdLst/>
              <a:ahLst/>
              <a:cxnLst/>
              <a:rect l="l" t="t" r="r" b="b"/>
              <a:pathLst>
                <a:path w="5621020" h="2739390">
                  <a:moveTo>
                    <a:pt x="0" y="266759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2667590"/>
                  </a:lnTo>
                  <a:lnTo>
                    <a:pt x="5620484" y="2672269"/>
                  </a:lnTo>
                  <a:lnTo>
                    <a:pt x="5620028" y="2676910"/>
                  </a:lnTo>
                  <a:lnTo>
                    <a:pt x="5619115" y="2681503"/>
                  </a:lnTo>
                  <a:lnTo>
                    <a:pt x="5618202" y="2686097"/>
                  </a:lnTo>
                  <a:lnTo>
                    <a:pt x="5599590" y="2718022"/>
                  </a:lnTo>
                  <a:lnTo>
                    <a:pt x="5596281" y="2721332"/>
                  </a:lnTo>
                  <a:lnTo>
                    <a:pt x="5576452" y="2733486"/>
                  </a:lnTo>
                  <a:lnTo>
                    <a:pt x="5572125" y="2735283"/>
                  </a:lnTo>
                  <a:lnTo>
                    <a:pt x="5567665" y="2736633"/>
                  </a:lnTo>
                  <a:lnTo>
                    <a:pt x="5563071" y="2737546"/>
                  </a:lnTo>
                  <a:lnTo>
                    <a:pt x="5558478" y="2738459"/>
                  </a:lnTo>
                  <a:lnTo>
                    <a:pt x="5553837" y="2738916"/>
                  </a:lnTo>
                  <a:lnTo>
                    <a:pt x="5549158" y="2738916"/>
                  </a:lnTo>
                  <a:lnTo>
                    <a:pt x="71325" y="2738916"/>
                  </a:lnTo>
                  <a:lnTo>
                    <a:pt x="66642" y="2738916"/>
                  </a:lnTo>
                  <a:lnTo>
                    <a:pt x="62004" y="2738459"/>
                  </a:lnTo>
                  <a:lnTo>
                    <a:pt x="57410" y="2737546"/>
                  </a:lnTo>
                  <a:lnTo>
                    <a:pt x="52817" y="2736633"/>
                  </a:lnTo>
                  <a:lnTo>
                    <a:pt x="48357" y="2735283"/>
                  </a:lnTo>
                  <a:lnTo>
                    <a:pt x="44030" y="2733486"/>
                  </a:lnTo>
                  <a:lnTo>
                    <a:pt x="39703" y="2731698"/>
                  </a:lnTo>
                  <a:lnTo>
                    <a:pt x="9418" y="2703319"/>
                  </a:lnTo>
                  <a:lnTo>
                    <a:pt x="1370" y="2681503"/>
                  </a:lnTo>
                  <a:lnTo>
                    <a:pt x="456" y="2676910"/>
                  </a:lnTo>
                  <a:lnTo>
                    <a:pt x="0" y="2672269"/>
                  </a:lnTo>
                  <a:lnTo>
                    <a:pt x="0" y="266759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1587" y="1721333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87" y="1492882"/>
              <a:ext cx="152399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7130" y="1454033"/>
            <a:ext cx="113284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Installation</a:t>
            </a:r>
            <a:r>
              <a:rPr sz="1150" b="1" spc="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Steps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1587" y="1844965"/>
            <a:ext cx="5306695" cy="475615"/>
            <a:chOff x="551587" y="1844965"/>
            <a:chExt cx="5306695" cy="475615"/>
          </a:xfrm>
        </p:grpSpPr>
        <p:sp>
          <p:nvSpPr>
            <p:cNvPr id="19" name="object 19"/>
            <p:cNvSpPr/>
            <p:nvPr/>
          </p:nvSpPr>
          <p:spPr>
            <a:xfrm>
              <a:off x="551587" y="1844965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2996" y="475506"/>
                  </a:lnTo>
                  <a:lnTo>
                    <a:pt x="28143" y="474536"/>
                  </a:lnTo>
                  <a:lnTo>
                    <a:pt x="965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9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800" y="1955792"/>
              <a:ext cx="101599" cy="7302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05170" y="1885612"/>
            <a:ext cx="328358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Install</a:t>
            </a:r>
            <a:r>
              <a:rPr sz="1000" spc="-50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Edge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Microsoft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(32-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or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950" spc="55" dirty="0">
                <a:solidFill>
                  <a:srgbClr val="334054"/>
                </a:solidFill>
                <a:latin typeface="Microsoft Sans Serif"/>
                <a:cs typeface="Microsoft Sans Serif"/>
              </a:rPr>
              <a:t>64-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bit</a:t>
            </a:r>
            <a:r>
              <a:rPr sz="950" dirty="0">
                <a:solidFill>
                  <a:srgbClr val="334054"/>
                </a:solidFill>
                <a:latin typeface="Microsoft Sans Serif"/>
                <a:cs typeface="Microsoft Sans Serif"/>
              </a:rPr>
              <a:t>)</a:t>
            </a:r>
            <a:r>
              <a:rPr sz="9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on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machine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1587" y="2396552"/>
            <a:ext cx="5306695" cy="628015"/>
            <a:chOff x="551587" y="2396552"/>
            <a:chExt cx="5306695" cy="628015"/>
          </a:xfrm>
        </p:grpSpPr>
        <p:sp>
          <p:nvSpPr>
            <p:cNvPr id="23" name="object 23"/>
            <p:cNvSpPr/>
            <p:nvPr/>
          </p:nvSpPr>
          <p:spPr>
            <a:xfrm>
              <a:off x="551587" y="2396552"/>
              <a:ext cx="5306695" cy="628015"/>
            </a:xfrm>
            <a:custGeom>
              <a:avLst/>
              <a:gdLst/>
              <a:ahLst/>
              <a:cxnLst/>
              <a:rect l="l" t="t" r="r" b="b"/>
              <a:pathLst>
                <a:path w="5306695" h="628014">
                  <a:moveTo>
                    <a:pt x="5273650" y="627668"/>
                  </a:moveTo>
                  <a:lnTo>
                    <a:pt x="32996" y="627668"/>
                  </a:lnTo>
                  <a:lnTo>
                    <a:pt x="28143" y="626698"/>
                  </a:lnTo>
                  <a:lnTo>
                    <a:pt x="965" y="599527"/>
                  </a:lnTo>
                  <a:lnTo>
                    <a:pt x="0" y="594668"/>
                  </a:lnTo>
                  <a:lnTo>
                    <a:pt x="0" y="589627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594668"/>
                  </a:lnTo>
                  <a:lnTo>
                    <a:pt x="5278509" y="626698"/>
                  </a:lnTo>
                  <a:lnTo>
                    <a:pt x="5273650" y="627668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800" y="2507380"/>
              <a:ext cx="101599" cy="7302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05170" y="2446197"/>
            <a:ext cx="4032885" cy="4927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105"/>
              </a:spcBef>
            </a:pP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Download</a:t>
            </a:r>
            <a:r>
              <a:rPr sz="100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Driver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Download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driver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and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place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msedgedriver</a:t>
            </a:r>
            <a:r>
              <a:rPr sz="9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exe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C</a:t>
            </a:r>
            <a:r>
              <a:rPr sz="9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:\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Program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Files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(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x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86)\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CyberArk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\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\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Components</a:t>
            </a:r>
            <a:r>
              <a:rPr sz="1000" spc="18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folder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1587" y="3100302"/>
            <a:ext cx="5306695" cy="475615"/>
            <a:chOff x="551587" y="3100302"/>
            <a:chExt cx="5306695" cy="475615"/>
          </a:xfrm>
        </p:grpSpPr>
        <p:sp>
          <p:nvSpPr>
            <p:cNvPr id="27" name="object 27"/>
            <p:cNvSpPr/>
            <p:nvPr/>
          </p:nvSpPr>
          <p:spPr>
            <a:xfrm>
              <a:off x="551587" y="3100302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2996" y="475506"/>
                  </a:lnTo>
                  <a:lnTo>
                    <a:pt x="28143" y="474536"/>
                  </a:lnTo>
                  <a:lnTo>
                    <a:pt x="965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3" y="960"/>
                  </a:lnTo>
                  <a:lnTo>
                    <a:pt x="32996" y="0"/>
                  </a:lnTo>
                  <a:lnTo>
                    <a:pt x="5273650" y="0"/>
                  </a:lnTo>
                  <a:lnTo>
                    <a:pt x="5305680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9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7668" y="3188904"/>
              <a:ext cx="114299" cy="117474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05170" y="3140949"/>
            <a:ext cx="260794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Version</a:t>
            </a:r>
            <a:r>
              <a:rPr sz="1000" spc="-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Matching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Ensure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driver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versions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match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72064" y="1321900"/>
            <a:ext cx="5630545" cy="2748915"/>
            <a:chOff x="6172064" y="1321900"/>
            <a:chExt cx="5630545" cy="2748915"/>
          </a:xfrm>
        </p:grpSpPr>
        <p:sp>
          <p:nvSpPr>
            <p:cNvPr id="31" name="object 31"/>
            <p:cNvSpPr/>
            <p:nvPr/>
          </p:nvSpPr>
          <p:spPr>
            <a:xfrm>
              <a:off x="6176826" y="1326663"/>
              <a:ext cx="5621020" cy="2739390"/>
            </a:xfrm>
            <a:custGeom>
              <a:avLst/>
              <a:gdLst/>
              <a:ahLst/>
              <a:cxnLst/>
              <a:rect l="l" t="t" r="r" b="b"/>
              <a:pathLst>
                <a:path w="5621020" h="2739390">
                  <a:moveTo>
                    <a:pt x="0" y="266759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2667590"/>
                  </a:lnTo>
                  <a:lnTo>
                    <a:pt x="5620484" y="2672269"/>
                  </a:lnTo>
                  <a:lnTo>
                    <a:pt x="5620009" y="2676910"/>
                  </a:lnTo>
                  <a:lnTo>
                    <a:pt x="5602890" y="2714713"/>
                  </a:lnTo>
                  <a:lnTo>
                    <a:pt x="5599562" y="2718022"/>
                  </a:lnTo>
                  <a:lnTo>
                    <a:pt x="5596328" y="2721332"/>
                  </a:lnTo>
                  <a:lnTo>
                    <a:pt x="5576452" y="2733486"/>
                  </a:lnTo>
                  <a:lnTo>
                    <a:pt x="5572173" y="2735283"/>
                  </a:lnTo>
                  <a:lnTo>
                    <a:pt x="5567703" y="2736633"/>
                  </a:lnTo>
                  <a:lnTo>
                    <a:pt x="5563043" y="2737546"/>
                  </a:lnTo>
                  <a:lnTo>
                    <a:pt x="5558478" y="2738459"/>
                  </a:lnTo>
                  <a:lnTo>
                    <a:pt x="5553818" y="2738916"/>
                  </a:lnTo>
                  <a:lnTo>
                    <a:pt x="5549158" y="2738916"/>
                  </a:lnTo>
                  <a:lnTo>
                    <a:pt x="71325" y="2738916"/>
                  </a:lnTo>
                  <a:lnTo>
                    <a:pt x="66646" y="2738916"/>
                  </a:lnTo>
                  <a:lnTo>
                    <a:pt x="62006" y="2738459"/>
                  </a:lnTo>
                  <a:lnTo>
                    <a:pt x="57412" y="2737546"/>
                  </a:lnTo>
                  <a:lnTo>
                    <a:pt x="52819" y="2736633"/>
                  </a:lnTo>
                  <a:lnTo>
                    <a:pt x="48358" y="2735283"/>
                  </a:lnTo>
                  <a:lnTo>
                    <a:pt x="44031" y="2733486"/>
                  </a:lnTo>
                  <a:lnTo>
                    <a:pt x="39704" y="2731698"/>
                  </a:lnTo>
                  <a:lnTo>
                    <a:pt x="20893" y="2718022"/>
                  </a:lnTo>
                  <a:lnTo>
                    <a:pt x="17574" y="2714713"/>
                  </a:lnTo>
                  <a:lnTo>
                    <a:pt x="14617" y="2711108"/>
                  </a:lnTo>
                  <a:lnTo>
                    <a:pt x="12020" y="2707219"/>
                  </a:lnTo>
                  <a:lnTo>
                    <a:pt x="9415" y="2703319"/>
                  </a:lnTo>
                  <a:lnTo>
                    <a:pt x="7218" y="2699211"/>
                  </a:lnTo>
                  <a:lnTo>
                    <a:pt x="5430" y="2694884"/>
                  </a:lnTo>
                  <a:lnTo>
                    <a:pt x="3632" y="2690557"/>
                  </a:lnTo>
                  <a:lnTo>
                    <a:pt x="2282" y="2686097"/>
                  </a:lnTo>
                  <a:lnTo>
                    <a:pt x="1369" y="2681503"/>
                  </a:lnTo>
                  <a:lnTo>
                    <a:pt x="456" y="2676910"/>
                  </a:lnTo>
                  <a:lnTo>
                    <a:pt x="0" y="2672269"/>
                  </a:lnTo>
                  <a:lnTo>
                    <a:pt x="0" y="266759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33743" y="1721333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6918" y="1492882"/>
              <a:ext cx="146049" cy="15557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549287" y="1454033"/>
            <a:ext cx="164592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65" dirty="0">
                <a:solidFill>
                  <a:srgbClr val="1D293B"/>
                </a:solidFill>
                <a:latin typeface="Arial"/>
                <a:cs typeface="Arial"/>
              </a:rPr>
              <a:t>AppLocker</a:t>
            </a:r>
            <a:r>
              <a:rPr sz="1150" b="1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33744" y="1844965"/>
            <a:ext cx="5306695" cy="475615"/>
            <a:chOff x="6333744" y="1844965"/>
            <a:chExt cx="5306695" cy="475615"/>
          </a:xfrm>
        </p:grpSpPr>
        <p:sp>
          <p:nvSpPr>
            <p:cNvPr id="36" name="object 36"/>
            <p:cNvSpPr/>
            <p:nvPr/>
          </p:nvSpPr>
          <p:spPr>
            <a:xfrm>
              <a:off x="6333744" y="1844965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3000" y="475506"/>
                  </a:lnTo>
                  <a:lnTo>
                    <a:pt x="28140" y="474536"/>
                  </a:lnTo>
                  <a:lnTo>
                    <a:pt x="960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0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6957" y="1955792"/>
              <a:ext cx="101599" cy="7302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587327" y="1885612"/>
            <a:ext cx="2911475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Edit</a:t>
            </a:r>
            <a:r>
              <a:rPr sz="1000" spc="-3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XML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Remove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read</a:t>
            </a:r>
            <a:r>
              <a:rPr sz="9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only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from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PSMConfigureAppLocker</a:t>
            </a:r>
            <a:r>
              <a:rPr sz="9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xml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33744" y="2396552"/>
            <a:ext cx="5306695" cy="466090"/>
            <a:chOff x="6333744" y="2396552"/>
            <a:chExt cx="5306695" cy="466090"/>
          </a:xfrm>
        </p:grpSpPr>
        <p:sp>
          <p:nvSpPr>
            <p:cNvPr id="40" name="object 40"/>
            <p:cNvSpPr/>
            <p:nvPr/>
          </p:nvSpPr>
          <p:spPr>
            <a:xfrm>
              <a:off x="6333744" y="2396552"/>
              <a:ext cx="5306695" cy="466090"/>
            </a:xfrm>
            <a:custGeom>
              <a:avLst/>
              <a:gdLst/>
              <a:ahLst/>
              <a:cxnLst/>
              <a:rect l="l" t="t" r="r" b="b"/>
              <a:pathLst>
                <a:path w="5306695" h="466089">
                  <a:moveTo>
                    <a:pt x="5273650" y="465996"/>
                  </a:moveTo>
                  <a:lnTo>
                    <a:pt x="33000" y="465996"/>
                  </a:lnTo>
                  <a:lnTo>
                    <a:pt x="28140" y="465026"/>
                  </a:lnTo>
                  <a:lnTo>
                    <a:pt x="960" y="437855"/>
                  </a:lnTo>
                  <a:lnTo>
                    <a:pt x="0" y="432996"/>
                  </a:lnTo>
                  <a:lnTo>
                    <a:pt x="0" y="42795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32996"/>
                  </a:lnTo>
                  <a:lnTo>
                    <a:pt x="5278500" y="465026"/>
                  </a:lnTo>
                  <a:lnTo>
                    <a:pt x="5273650" y="46599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6957" y="2507380"/>
              <a:ext cx="101599" cy="7302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587327" y="2446197"/>
            <a:ext cx="27876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105"/>
              </a:spcBef>
            </a:pPr>
            <a:r>
              <a:rPr sz="1000" spc="-25" dirty="0">
                <a:solidFill>
                  <a:srgbClr val="1D293B"/>
                </a:solidFill>
                <a:latin typeface="Microsoft Sans Serif"/>
                <a:cs typeface="Microsoft Sans Serif"/>
              </a:rPr>
              <a:t>Uncomment</a:t>
            </a:r>
            <a:r>
              <a:rPr sz="1000" spc="1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1D293B"/>
                </a:solidFill>
                <a:latin typeface="Microsoft Sans Serif"/>
                <a:cs typeface="Microsoft Sans Serif"/>
              </a:rPr>
              <a:t>Edge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0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Remove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comments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around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processes</a:t>
            </a:r>
            <a:r>
              <a:rPr sz="100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section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333744" y="2938629"/>
            <a:ext cx="5306695" cy="475615"/>
            <a:chOff x="6333744" y="2938629"/>
            <a:chExt cx="5306695" cy="475615"/>
          </a:xfrm>
        </p:grpSpPr>
        <p:sp>
          <p:nvSpPr>
            <p:cNvPr id="44" name="object 44"/>
            <p:cNvSpPr/>
            <p:nvPr/>
          </p:nvSpPr>
          <p:spPr>
            <a:xfrm>
              <a:off x="6333744" y="2938629"/>
              <a:ext cx="5306695" cy="475615"/>
            </a:xfrm>
            <a:custGeom>
              <a:avLst/>
              <a:gdLst/>
              <a:ahLst/>
              <a:cxnLst/>
              <a:rect l="l" t="t" r="r" b="b"/>
              <a:pathLst>
                <a:path w="5306695" h="475614">
                  <a:moveTo>
                    <a:pt x="5273650" y="475506"/>
                  </a:moveTo>
                  <a:lnTo>
                    <a:pt x="33000" y="475506"/>
                  </a:lnTo>
                  <a:lnTo>
                    <a:pt x="28140" y="474536"/>
                  </a:lnTo>
                  <a:lnTo>
                    <a:pt x="960" y="447365"/>
                  </a:lnTo>
                  <a:lnTo>
                    <a:pt x="0" y="442506"/>
                  </a:lnTo>
                  <a:lnTo>
                    <a:pt x="0" y="437465"/>
                  </a:lnTo>
                  <a:lnTo>
                    <a:pt x="0" y="33000"/>
                  </a:lnTo>
                  <a:lnTo>
                    <a:pt x="28140" y="960"/>
                  </a:lnTo>
                  <a:lnTo>
                    <a:pt x="33000" y="0"/>
                  </a:lnTo>
                  <a:lnTo>
                    <a:pt x="5273650" y="0"/>
                  </a:lnTo>
                  <a:lnTo>
                    <a:pt x="5305699" y="28140"/>
                  </a:lnTo>
                  <a:lnTo>
                    <a:pt x="5306650" y="33000"/>
                  </a:lnTo>
                  <a:lnTo>
                    <a:pt x="5306650" y="442506"/>
                  </a:lnTo>
                  <a:lnTo>
                    <a:pt x="5278500" y="474536"/>
                  </a:lnTo>
                  <a:lnTo>
                    <a:pt x="5273650" y="475506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6957" y="3049457"/>
              <a:ext cx="101599" cy="7302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587327" y="2979276"/>
            <a:ext cx="2056130" cy="34988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spc="-65" dirty="0">
                <a:solidFill>
                  <a:srgbClr val="1D293B"/>
                </a:solidFill>
                <a:latin typeface="Microsoft Sans Serif"/>
                <a:cs typeface="Microsoft Sans Serif"/>
              </a:rPr>
              <a:t>Run</a:t>
            </a:r>
            <a:r>
              <a:rPr sz="1000" spc="-1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Script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Execute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PSMConfigureAppLocker</a:t>
            </a:r>
            <a:r>
              <a:rPr sz="9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.</a:t>
            </a:r>
            <a:r>
              <a:rPr sz="100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ps</a:t>
            </a:r>
            <a:r>
              <a:rPr sz="9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1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89915" y="4298577"/>
            <a:ext cx="11412220" cy="1797685"/>
            <a:chOff x="389915" y="4298577"/>
            <a:chExt cx="11412220" cy="1797685"/>
          </a:xfrm>
        </p:grpSpPr>
        <p:sp>
          <p:nvSpPr>
            <p:cNvPr id="48" name="object 48"/>
            <p:cNvSpPr/>
            <p:nvPr/>
          </p:nvSpPr>
          <p:spPr>
            <a:xfrm>
              <a:off x="389915" y="4298577"/>
              <a:ext cx="11412220" cy="1797685"/>
            </a:xfrm>
            <a:custGeom>
              <a:avLst/>
              <a:gdLst/>
              <a:ahLst/>
              <a:cxnLst/>
              <a:rect l="l" t="t" r="r" b="b"/>
              <a:pathLst>
                <a:path w="11412220" h="1797685">
                  <a:moveTo>
                    <a:pt x="11341110" y="1797413"/>
                  </a:moveTo>
                  <a:lnTo>
                    <a:pt x="71085" y="1797413"/>
                  </a:lnTo>
                  <a:lnTo>
                    <a:pt x="66138" y="1796928"/>
                  </a:lnTo>
                  <a:lnTo>
                    <a:pt x="29659" y="1781817"/>
                  </a:lnTo>
                  <a:lnTo>
                    <a:pt x="3879" y="1745830"/>
                  </a:lnTo>
                  <a:lnTo>
                    <a:pt x="0" y="1726325"/>
                  </a:lnTo>
                  <a:lnTo>
                    <a:pt x="0" y="1721332"/>
                  </a:lnTo>
                  <a:lnTo>
                    <a:pt x="0" y="71088"/>
                  </a:lnTo>
                  <a:lnTo>
                    <a:pt x="15597" y="29662"/>
                  </a:lnTo>
                  <a:lnTo>
                    <a:pt x="51581" y="3880"/>
                  </a:lnTo>
                  <a:lnTo>
                    <a:pt x="71085" y="0"/>
                  </a:lnTo>
                  <a:lnTo>
                    <a:pt x="11341110" y="0"/>
                  </a:lnTo>
                  <a:lnTo>
                    <a:pt x="11382479" y="15596"/>
                  </a:lnTo>
                  <a:lnTo>
                    <a:pt x="11408252" y="51582"/>
                  </a:lnTo>
                  <a:lnTo>
                    <a:pt x="11412151" y="71088"/>
                  </a:lnTo>
                  <a:lnTo>
                    <a:pt x="11412151" y="1726325"/>
                  </a:lnTo>
                  <a:lnTo>
                    <a:pt x="11396554" y="1767751"/>
                  </a:lnTo>
                  <a:lnTo>
                    <a:pt x="11360606" y="1793533"/>
                  </a:lnTo>
                  <a:lnTo>
                    <a:pt x="11346055" y="1796928"/>
                  </a:lnTo>
                  <a:lnTo>
                    <a:pt x="11341110" y="1797413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2077" y="4425220"/>
              <a:ext cx="142874" cy="11747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529377" y="4396670"/>
            <a:ext cx="9255125" cy="157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AppLocker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Configuration</a:t>
            </a:r>
            <a:endParaRPr sz="10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&lt;!-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Edge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Application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Rule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--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&gt;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00" spc="-55" dirty="0">
                <a:solidFill>
                  <a:srgbClr val="60A5FA"/>
                </a:solidFill>
                <a:latin typeface="Lucida Console"/>
                <a:cs typeface="Lucida Console"/>
              </a:rPr>
              <a:t>&lt;Application</a:t>
            </a:r>
            <a:r>
              <a:rPr sz="90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Name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"Edge"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Type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"Exe"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Path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900" spc="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Files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(x86)\Microsoft\Edge\Application\msedge.exe"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Method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"Hash"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60A5FA"/>
                </a:solidFill>
                <a:latin typeface="Lucida Console"/>
                <a:cs typeface="Lucida Console"/>
              </a:rPr>
              <a:t>/&gt;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&lt;!-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9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Edge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Driver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Rule</a:t>
            </a:r>
            <a:r>
              <a:rPr sz="900" spc="-60" dirty="0">
                <a:solidFill>
                  <a:srgbClr val="64738B"/>
                </a:solidFill>
                <a:latin typeface="Lucida Console"/>
                <a:cs typeface="Lucida Console"/>
              </a:rPr>
              <a:t> --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&gt;</a:t>
            </a:r>
            <a:endParaRPr sz="900">
              <a:latin typeface="Lucida Console"/>
              <a:cs typeface="Lucida Console"/>
            </a:endParaRPr>
          </a:p>
          <a:p>
            <a:pPr marL="12700" marR="5080">
              <a:lnSpc>
                <a:spcPct val="117900"/>
              </a:lnSpc>
              <a:spcBef>
                <a:spcPts val="75"/>
              </a:spcBef>
            </a:pPr>
            <a:r>
              <a:rPr sz="900" spc="-55" dirty="0">
                <a:solidFill>
                  <a:srgbClr val="60A5FA"/>
                </a:solidFill>
                <a:latin typeface="Lucida Console"/>
                <a:cs typeface="Lucida Console"/>
              </a:rPr>
              <a:t>&lt;Application</a:t>
            </a:r>
            <a:r>
              <a:rPr sz="90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Name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"msedgedriver"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Type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"Exe"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SessionType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"*"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Path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Files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(x86)\CyberArk\PSM\Components\msedgedriver.exe"</a:t>
            </a:r>
            <a:r>
              <a:rPr sz="900" spc="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F472B5"/>
                </a:solidFill>
                <a:latin typeface="Lucida Console"/>
                <a:cs typeface="Lucida Console"/>
              </a:rPr>
              <a:t>Method</a:t>
            </a:r>
            <a:r>
              <a:rPr sz="900" spc="-55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"Hash"</a:t>
            </a:r>
            <a:r>
              <a:rPr sz="90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60A5FA"/>
                </a:solidFill>
                <a:latin typeface="Lucida Console"/>
                <a:cs typeface="Lucida Console"/>
              </a:rPr>
              <a:t>/&gt;</a:t>
            </a:r>
            <a:r>
              <a:rPr sz="900" spc="500" dirty="0">
                <a:solidFill>
                  <a:srgbClr val="60A5FA"/>
                </a:solidFill>
                <a:latin typeface="Lucida Console"/>
                <a:cs typeface="Lucida Console"/>
              </a:rPr>
              <a:t>  </a:t>
            </a:r>
            <a:r>
              <a:rPr sz="9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9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Lucida Console"/>
                <a:cs typeface="Lucida Console"/>
              </a:rPr>
              <a:t>Apply</a:t>
            </a:r>
            <a:r>
              <a:rPr sz="9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Lucida Console"/>
                <a:cs typeface="Lucida Console"/>
              </a:rPr>
              <a:t>AppLocker</a:t>
            </a:r>
            <a:r>
              <a:rPr sz="9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Lucida Console"/>
                <a:cs typeface="Lucida Console"/>
              </a:rPr>
              <a:t>rules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00" spc="-30" dirty="0">
                <a:solidFill>
                  <a:srgbClr val="F472B5"/>
                </a:solidFill>
                <a:latin typeface="Lucida Console"/>
                <a:cs typeface="Lucida Console"/>
              </a:rPr>
              <a:t>cd</a:t>
            </a:r>
            <a:r>
              <a:rPr sz="900" spc="-6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55" dirty="0">
                <a:solidFill>
                  <a:srgbClr val="33D399"/>
                </a:solidFill>
                <a:latin typeface="Lucida Console"/>
                <a:cs typeface="Lucida Console"/>
              </a:rPr>
              <a:t>Files</a:t>
            </a:r>
            <a:r>
              <a:rPr sz="900" spc="-6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900" spc="-30" dirty="0">
                <a:solidFill>
                  <a:srgbClr val="33D399"/>
                </a:solidFill>
                <a:latin typeface="Lucida Console"/>
                <a:cs typeface="Lucida Console"/>
              </a:rPr>
              <a:t>(x86)\CyberArk\PSM\Hardening"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spc="-30" dirty="0">
                <a:solidFill>
                  <a:srgbClr val="F472B5"/>
                </a:solidFill>
                <a:latin typeface="Lucida Console"/>
                <a:cs typeface="Lucida Console"/>
              </a:rPr>
              <a:t>.\PSMConfigureAppLocker.ps1</a:t>
            </a:r>
            <a:endParaRPr sz="9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pc="-80" dirty="0"/>
              <a:t>Edge</a:t>
            </a:r>
            <a:r>
              <a:rPr sz="2050" b="0" spc="-80" dirty="0">
                <a:latin typeface="Segoe UI Symbol"/>
                <a:cs typeface="Segoe UI Symbol"/>
              </a:rPr>
              <a:t>:</a:t>
            </a:r>
            <a:r>
              <a:rPr sz="2050" b="0" spc="-95" dirty="0">
                <a:latin typeface="Segoe UI Symbol"/>
                <a:cs typeface="Segoe UI Symbol"/>
              </a:rPr>
              <a:t> </a:t>
            </a:r>
            <a:r>
              <a:rPr spc="-125" dirty="0"/>
              <a:t>Browser</a:t>
            </a:r>
            <a:r>
              <a:rPr spc="-85" dirty="0"/>
              <a:t> </a:t>
            </a:r>
            <a:r>
              <a:rPr spc="-110" dirty="0"/>
              <a:t>Hardening</a:t>
            </a:r>
            <a:r>
              <a:rPr spc="-90" dirty="0"/>
              <a:t> </a:t>
            </a:r>
            <a:r>
              <a:rPr spc="-140" dirty="0"/>
              <a:t>on</a:t>
            </a:r>
            <a:r>
              <a:rPr spc="-85" dirty="0"/>
              <a:t> </a:t>
            </a:r>
            <a:r>
              <a:rPr spc="-25" dirty="0"/>
              <a:t>PSM</a:t>
            </a:r>
            <a:endParaRPr sz="20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b="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Microsoft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secure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1150" b="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93705" y="237754"/>
            <a:ext cx="808355" cy="219075"/>
          </a:xfrm>
          <a:custGeom>
            <a:avLst/>
            <a:gdLst/>
            <a:ahLst/>
            <a:cxnLst/>
            <a:rect l="l" t="t" r="r" b="b"/>
            <a:pathLst>
              <a:path w="808354" h="219075">
                <a:moveTo>
                  <a:pt x="775360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775360" y="0"/>
                </a:lnTo>
                <a:lnTo>
                  <a:pt x="807409" y="28143"/>
                </a:lnTo>
                <a:lnTo>
                  <a:pt x="808360" y="32996"/>
                </a:lnTo>
                <a:lnTo>
                  <a:pt x="808360" y="185736"/>
                </a:lnTo>
                <a:lnTo>
                  <a:pt x="780210" y="217767"/>
                </a:lnTo>
                <a:lnTo>
                  <a:pt x="775360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8835" y="251922"/>
            <a:ext cx="60198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562EB"/>
                </a:solidFill>
                <a:latin typeface="Microsoft Sans Serif"/>
                <a:cs typeface="Microsoft Sans Serif"/>
              </a:rPr>
              <a:t>Edge</a:t>
            </a:r>
            <a:r>
              <a:rPr sz="950" spc="-60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103+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3"/>
            <a:ext cx="6276975" cy="5325745"/>
            <a:chOff x="389907" y="770313"/>
            <a:chExt cx="6276975" cy="5325745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6267450" cy="5316220"/>
            </a:xfrm>
            <a:custGeom>
              <a:avLst/>
              <a:gdLst/>
              <a:ahLst/>
              <a:cxnLst/>
              <a:rect l="l" t="t" r="r" b="b"/>
              <a:pathLst>
                <a:path w="6267450" h="5316220">
                  <a:moveTo>
                    <a:pt x="0" y="5244834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5244834"/>
                  </a:lnTo>
                  <a:lnTo>
                    <a:pt x="6267173" y="5249513"/>
                  </a:lnTo>
                  <a:lnTo>
                    <a:pt x="6266716" y="5254154"/>
                  </a:lnTo>
                  <a:lnTo>
                    <a:pt x="6249588" y="5291957"/>
                  </a:lnTo>
                  <a:lnTo>
                    <a:pt x="6246279" y="5295266"/>
                  </a:lnTo>
                  <a:lnTo>
                    <a:pt x="6242969" y="5298576"/>
                  </a:lnTo>
                  <a:lnTo>
                    <a:pt x="6223141" y="5310730"/>
                  </a:lnTo>
                  <a:lnTo>
                    <a:pt x="6218814" y="5312527"/>
                  </a:lnTo>
                  <a:lnTo>
                    <a:pt x="6214353" y="5313878"/>
                  </a:lnTo>
                  <a:lnTo>
                    <a:pt x="6209760" y="5314791"/>
                  </a:lnTo>
                  <a:lnTo>
                    <a:pt x="6205167" y="5315704"/>
                  </a:lnTo>
                  <a:lnTo>
                    <a:pt x="6200526" y="5316160"/>
                  </a:lnTo>
                  <a:lnTo>
                    <a:pt x="6195847" y="5316160"/>
                  </a:lnTo>
                  <a:lnTo>
                    <a:pt x="71325" y="5316160"/>
                  </a:lnTo>
                  <a:lnTo>
                    <a:pt x="66642" y="5316160"/>
                  </a:lnTo>
                  <a:lnTo>
                    <a:pt x="62004" y="5315704"/>
                  </a:lnTo>
                  <a:lnTo>
                    <a:pt x="57410" y="5314791"/>
                  </a:lnTo>
                  <a:lnTo>
                    <a:pt x="52817" y="5313878"/>
                  </a:lnTo>
                  <a:lnTo>
                    <a:pt x="48357" y="5312527"/>
                  </a:lnTo>
                  <a:lnTo>
                    <a:pt x="44030" y="5310730"/>
                  </a:lnTo>
                  <a:lnTo>
                    <a:pt x="39703" y="5308942"/>
                  </a:lnTo>
                  <a:lnTo>
                    <a:pt x="9418" y="5280564"/>
                  </a:lnTo>
                  <a:lnTo>
                    <a:pt x="1370" y="5258747"/>
                  </a:lnTo>
                  <a:lnTo>
                    <a:pt x="456" y="5254154"/>
                  </a:lnTo>
                  <a:lnTo>
                    <a:pt x="0" y="5249513"/>
                  </a:lnTo>
                  <a:lnTo>
                    <a:pt x="0" y="524483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46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331429"/>
              <a:ext cx="5953760" cy="3395345"/>
            </a:xfrm>
            <a:custGeom>
              <a:avLst/>
              <a:gdLst/>
              <a:ahLst/>
              <a:cxnLst/>
              <a:rect l="l" t="t" r="r" b="b"/>
              <a:pathLst>
                <a:path w="5953759" h="3395345">
                  <a:moveTo>
                    <a:pt x="5953328" y="2773210"/>
                  </a:moveTo>
                  <a:lnTo>
                    <a:pt x="5933973" y="2733954"/>
                  </a:lnTo>
                  <a:lnTo>
                    <a:pt x="5900013" y="2719895"/>
                  </a:lnTo>
                  <a:lnTo>
                    <a:pt x="53314" y="2719895"/>
                  </a:lnTo>
                  <a:lnTo>
                    <a:pt x="14058" y="2739250"/>
                  </a:lnTo>
                  <a:lnTo>
                    <a:pt x="0" y="2773210"/>
                  </a:lnTo>
                  <a:lnTo>
                    <a:pt x="0" y="3338055"/>
                  </a:lnTo>
                  <a:lnTo>
                    <a:pt x="0" y="3341801"/>
                  </a:lnTo>
                  <a:lnTo>
                    <a:pt x="19354" y="3381044"/>
                  </a:lnTo>
                  <a:lnTo>
                    <a:pt x="53314" y="3395103"/>
                  </a:lnTo>
                  <a:lnTo>
                    <a:pt x="5900013" y="3395103"/>
                  </a:lnTo>
                  <a:lnTo>
                    <a:pt x="5939269" y="3375749"/>
                  </a:lnTo>
                  <a:lnTo>
                    <a:pt x="5953328" y="3341801"/>
                  </a:lnTo>
                  <a:lnTo>
                    <a:pt x="5953328" y="2773210"/>
                  </a:lnTo>
                  <a:close/>
                </a:path>
                <a:path w="5953759" h="3395345">
                  <a:moveTo>
                    <a:pt x="5953328" y="1812683"/>
                  </a:moveTo>
                  <a:lnTo>
                    <a:pt x="5933973" y="1773428"/>
                  </a:lnTo>
                  <a:lnTo>
                    <a:pt x="5900013" y="1759369"/>
                  </a:lnTo>
                  <a:lnTo>
                    <a:pt x="53314" y="1759369"/>
                  </a:lnTo>
                  <a:lnTo>
                    <a:pt x="14058" y="1778736"/>
                  </a:lnTo>
                  <a:lnTo>
                    <a:pt x="0" y="1812683"/>
                  </a:lnTo>
                  <a:lnTo>
                    <a:pt x="0" y="2548712"/>
                  </a:lnTo>
                  <a:lnTo>
                    <a:pt x="0" y="2552458"/>
                  </a:lnTo>
                  <a:lnTo>
                    <a:pt x="19354" y="2591701"/>
                  </a:lnTo>
                  <a:lnTo>
                    <a:pt x="53314" y="2605773"/>
                  </a:lnTo>
                  <a:lnTo>
                    <a:pt x="5900013" y="2605773"/>
                  </a:lnTo>
                  <a:lnTo>
                    <a:pt x="5939269" y="2586405"/>
                  </a:lnTo>
                  <a:lnTo>
                    <a:pt x="5953328" y="2552458"/>
                  </a:lnTo>
                  <a:lnTo>
                    <a:pt x="5953328" y="1812683"/>
                  </a:lnTo>
                  <a:close/>
                </a:path>
                <a:path w="5953759" h="3395345">
                  <a:moveTo>
                    <a:pt x="5953328" y="1013828"/>
                  </a:moveTo>
                  <a:lnTo>
                    <a:pt x="5933973" y="974585"/>
                  </a:lnTo>
                  <a:lnTo>
                    <a:pt x="5900013" y="960513"/>
                  </a:lnTo>
                  <a:lnTo>
                    <a:pt x="53314" y="960513"/>
                  </a:lnTo>
                  <a:lnTo>
                    <a:pt x="14058" y="979881"/>
                  </a:lnTo>
                  <a:lnTo>
                    <a:pt x="0" y="1013828"/>
                  </a:lnTo>
                  <a:lnTo>
                    <a:pt x="0" y="1588185"/>
                  </a:lnTo>
                  <a:lnTo>
                    <a:pt x="0" y="1591932"/>
                  </a:lnTo>
                  <a:lnTo>
                    <a:pt x="19354" y="1631175"/>
                  </a:lnTo>
                  <a:lnTo>
                    <a:pt x="53314" y="1645246"/>
                  </a:lnTo>
                  <a:lnTo>
                    <a:pt x="5900013" y="1645246"/>
                  </a:lnTo>
                  <a:lnTo>
                    <a:pt x="5939269" y="1625879"/>
                  </a:lnTo>
                  <a:lnTo>
                    <a:pt x="5953328" y="1591932"/>
                  </a:lnTo>
                  <a:lnTo>
                    <a:pt x="5953328" y="1013828"/>
                  </a:lnTo>
                  <a:close/>
                </a:path>
                <a:path w="5953759" h="3395345">
                  <a:moveTo>
                    <a:pt x="5953328" y="53314"/>
                  </a:moveTo>
                  <a:lnTo>
                    <a:pt x="5933973" y="14058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54"/>
                  </a:lnTo>
                  <a:lnTo>
                    <a:pt x="0" y="53314"/>
                  </a:lnTo>
                  <a:lnTo>
                    <a:pt x="0" y="789330"/>
                  </a:lnTo>
                  <a:lnTo>
                    <a:pt x="0" y="793076"/>
                  </a:lnTo>
                  <a:lnTo>
                    <a:pt x="19354" y="832332"/>
                  </a:lnTo>
                  <a:lnTo>
                    <a:pt x="53314" y="846391"/>
                  </a:lnTo>
                  <a:lnTo>
                    <a:pt x="5900013" y="846391"/>
                  </a:lnTo>
                  <a:lnTo>
                    <a:pt x="5939269" y="827036"/>
                  </a:lnTo>
                  <a:lnTo>
                    <a:pt x="5953328" y="793076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50820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902445"/>
            <a:ext cx="109474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Hardening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Steps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445540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69217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425942"/>
            <a:ext cx="4968875" cy="5410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5"/>
              </a:spcBef>
            </a:pPr>
            <a:r>
              <a:rPr sz="1100" b="1" spc="-100" dirty="0">
                <a:solidFill>
                  <a:srgbClr val="334054"/>
                </a:solidFill>
                <a:latin typeface="Arial"/>
                <a:cs typeface="Arial"/>
              </a:rPr>
              <a:t>Run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80" dirty="0">
                <a:solidFill>
                  <a:srgbClr val="334054"/>
                </a:solidFill>
                <a:latin typeface="Arial"/>
                <a:cs typeface="Arial"/>
              </a:rPr>
              <a:t>PSM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hardening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script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WebApp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support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enabled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configure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security settings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Command:</a:t>
            </a:r>
            <a:r>
              <a:rPr sz="9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.\PSMHardening.ps1</a:t>
            </a:r>
            <a:r>
              <a:rPr sz="9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8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supportWebApplication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2406062"/>
            <a:ext cx="228243" cy="22824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467" y="2429740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373" y="2328296"/>
            <a:ext cx="4984115" cy="43751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Verify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output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logs</a:t>
            </a:r>
            <a:r>
              <a:rPr sz="1100" b="1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empty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after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running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script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ensure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successful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execution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Check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any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errors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hardening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output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log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204913"/>
            <a:ext cx="228243" cy="228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0724" y="3219081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373" y="3182406"/>
            <a:ext cx="510984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95"/>
              </a:spcBef>
            </a:pP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Apply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in</a:t>
            </a:r>
            <a:r>
              <a:rPr sz="1100" b="1" spc="-60" dirty="0">
                <a:solidFill>
                  <a:srgbClr val="334054"/>
                </a:solidFill>
                <a:latin typeface="Berlin Sans FB"/>
                <a:cs typeface="Berlin Sans FB"/>
              </a:rPr>
              <a:t>-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domain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25" dirty="0">
                <a:solidFill>
                  <a:srgbClr val="334054"/>
                </a:solidFill>
                <a:latin typeface="Arial"/>
                <a:cs typeface="Arial"/>
              </a:rPr>
              <a:t>GPO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settings</a:t>
            </a:r>
            <a:r>
              <a:rPr sz="1100" b="1" spc="-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if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relevant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following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Hardening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documentation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for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Group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Policy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settings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browser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4165436"/>
            <a:ext cx="228243" cy="2282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9089" y="4179604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73" y="4099333"/>
            <a:ext cx="3773804" cy="416559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Test</a:t>
            </a:r>
            <a:r>
              <a:rPr sz="1100" b="1" spc="-8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access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target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login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page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by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launching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Edge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on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100" spc="-35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Verify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you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can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open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access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login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page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94841" y="770321"/>
            <a:ext cx="4565015" cy="4526915"/>
            <a:chOff x="6894841" y="770321"/>
            <a:chExt cx="4565015" cy="4526915"/>
          </a:xfrm>
        </p:grpSpPr>
        <p:sp>
          <p:nvSpPr>
            <p:cNvPr id="24" name="object 24"/>
            <p:cNvSpPr/>
            <p:nvPr/>
          </p:nvSpPr>
          <p:spPr>
            <a:xfrm>
              <a:off x="6894841" y="770321"/>
              <a:ext cx="4565015" cy="4526915"/>
            </a:xfrm>
            <a:custGeom>
              <a:avLst/>
              <a:gdLst/>
              <a:ahLst/>
              <a:cxnLst/>
              <a:rect l="l" t="t" r="r" b="b"/>
              <a:pathLst>
                <a:path w="4565015" h="4526915">
                  <a:moveTo>
                    <a:pt x="4493819" y="4526820"/>
                  </a:moveTo>
                  <a:lnTo>
                    <a:pt x="71088" y="4526820"/>
                  </a:lnTo>
                  <a:lnTo>
                    <a:pt x="66133" y="4526335"/>
                  </a:lnTo>
                  <a:lnTo>
                    <a:pt x="29662" y="4511223"/>
                  </a:lnTo>
                  <a:lnTo>
                    <a:pt x="3880" y="4475237"/>
                  </a:lnTo>
                  <a:lnTo>
                    <a:pt x="0" y="4455731"/>
                  </a:lnTo>
                  <a:lnTo>
                    <a:pt x="0" y="4450739"/>
                  </a:lnTo>
                  <a:lnTo>
                    <a:pt x="0" y="71085"/>
                  </a:lnTo>
                  <a:lnTo>
                    <a:pt x="15596" y="29659"/>
                  </a:lnTo>
                  <a:lnTo>
                    <a:pt x="51582" y="3879"/>
                  </a:lnTo>
                  <a:lnTo>
                    <a:pt x="71088" y="0"/>
                  </a:lnTo>
                  <a:lnTo>
                    <a:pt x="4493819" y="0"/>
                  </a:lnTo>
                  <a:lnTo>
                    <a:pt x="4535188" y="15597"/>
                  </a:lnTo>
                  <a:lnTo>
                    <a:pt x="4560961" y="51581"/>
                  </a:lnTo>
                  <a:lnTo>
                    <a:pt x="4564860" y="71085"/>
                  </a:lnTo>
                  <a:lnTo>
                    <a:pt x="4564860" y="4455731"/>
                  </a:lnTo>
                  <a:lnTo>
                    <a:pt x="4549263" y="4497157"/>
                  </a:lnTo>
                  <a:lnTo>
                    <a:pt x="4513315" y="4522939"/>
                  </a:lnTo>
                  <a:lnTo>
                    <a:pt x="4498765" y="4526335"/>
                  </a:lnTo>
                  <a:lnTo>
                    <a:pt x="4493819" y="4526820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7002" y="944499"/>
              <a:ext cx="152399" cy="1206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034303" y="905384"/>
            <a:ext cx="4066540" cy="1938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30"/>
              </a:spcBef>
            </a:pPr>
            <a:r>
              <a:rPr sz="1050" spc="-55" dirty="0">
                <a:solidFill>
                  <a:srgbClr val="94A2B8"/>
                </a:solidFill>
                <a:latin typeface="Courier New"/>
                <a:cs typeface="Courier New"/>
              </a:rPr>
              <a:t>PowerShell</a:t>
            </a:r>
            <a:r>
              <a:rPr sz="1050" spc="-65" dirty="0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Courier New"/>
                <a:cs typeface="Courier New"/>
              </a:rPr>
              <a:t>Commands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0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Run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PSM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hardening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with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WebApp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support</a:t>
            </a:r>
            <a:endParaRPr sz="1000">
              <a:latin typeface="Lucida Console"/>
              <a:cs typeface="Lucida Console"/>
            </a:endParaRPr>
          </a:p>
          <a:p>
            <a:pPr marL="12700" marR="1237615">
              <a:lnSpc>
                <a:spcPts val="1500"/>
              </a:lnSpc>
              <a:spcBef>
                <a:spcPts val="20"/>
              </a:spcBef>
            </a:pPr>
            <a:r>
              <a:rPr sz="1000" spc="-65" dirty="0">
                <a:solidFill>
                  <a:srgbClr val="FABE24"/>
                </a:solidFill>
                <a:latin typeface="Lucida Console"/>
                <a:cs typeface="Lucida Console"/>
              </a:rPr>
              <a:t>.\PSMHardening.ps1</a:t>
            </a:r>
            <a:r>
              <a:rPr sz="1000" spc="25" dirty="0">
                <a:solidFill>
                  <a:srgbClr val="FABE24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0A5FA"/>
                </a:solidFill>
                <a:latin typeface="Lucida Console"/>
                <a:cs typeface="Lucida Console"/>
              </a:rPr>
              <a:t>-</a:t>
            </a:r>
            <a:r>
              <a:rPr sz="1000" spc="-70" dirty="0">
                <a:solidFill>
                  <a:srgbClr val="60A5FA"/>
                </a:solidFill>
                <a:latin typeface="Lucida Console"/>
                <a:cs typeface="Lucida Console"/>
              </a:rPr>
              <a:t>supportWebApplication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2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Verify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logs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are</a:t>
            </a:r>
            <a:r>
              <a:rPr sz="1000" spc="-10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Lucida Console"/>
                <a:cs typeface="Lucida Console"/>
              </a:rPr>
              <a:t>empty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60" dirty="0">
                <a:solidFill>
                  <a:srgbClr val="60A5FA"/>
                </a:solidFill>
                <a:latin typeface="Lucida Console"/>
                <a:cs typeface="Lucida Console"/>
              </a:rPr>
              <a:t>Get-</a:t>
            </a:r>
            <a:r>
              <a:rPr sz="1000" spc="-65" dirty="0">
                <a:solidFill>
                  <a:srgbClr val="60A5FA"/>
                </a:solidFill>
                <a:latin typeface="Lucida Console"/>
                <a:cs typeface="Lucida Console"/>
              </a:rPr>
              <a:t>Content</a:t>
            </a:r>
            <a:r>
              <a:rPr sz="1000" spc="-5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"C:\Program</a:t>
            </a:r>
            <a:r>
              <a:rPr sz="1000" spc="-4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Files</a:t>
            </a:r>
            <a:endParaRPr sz="1000">
              <a:latin typeface="Lucida Console"/>
              <a:cs typeface="Lucida Console"/>
            </a:endParaRPr>
          </a:p>
          <a:p>
            <a:pPr marL="12700" marR="895350">
              <a:lnSpc>
                <a:spcPct val="118600"/>
              </a:lnSpc>
            </a:pP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(x86)\CyberArk\PSM\Hardening\PSMHardening.log"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Check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Edge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version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ts val="1500"/>
              </a:lnSpc>
              <a:spcBef>
                <a:spcPts val="20"/>
              </a:spcBef>
            </a:pPr>
            <a:r>
              <a:rPr sz="1000" spc="-60" dirty="0">
                <a:solidFill>
                  <a:srgbClr val="60A5FA"/>
                </a:solidFill>
                <a:latin typeface="Lucida Console"/>
                <a:cs typeface="Lucida Console"/>
              </a:rPr>
              <a:t>Get-ItemProperty</a:t>
            </a:r>
            <a:r>
              <a:rPr sz="1000" spc="3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"HKLM:\Software\Microsoft\Edge\BLBeacon"</a:t>
            </a:r>
            <a:r>
              <a:rPr sz="1000" spc="3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40" dirty="0">
                <a:solidFill>
                  <a:srgbClr val="F472B5"/>
                </a:solidFill>
                <a:latin typeface="Lucida Console"/>
                <a:cs typeface="Lucida Console"/>
              </a:rPr>
              <a:t>- </a:t>
            </a:r>
            <a:r>
              <a:rPr sz="1000" spc="-55" dirty="0">
                <a:solidFill>
                  <a:srgbClr val="F472B5"/>
                </a:solidFill>
                <a:latin typeface="Lucida Console"/>
                <a:cs typeface="Lucida Console"/>
              </a:rPr>
              <a:t>Name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F472B5"/>
                </a:solidFill>
                <a:latin typeface="Lucida Console"/>
                <a:cs typeface="Lucida Console"/>
              </a:rPr>
              <a:t>version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94841" y="5525384"/>
            <a:ext cx="4565015" cy="570865"/>
            <a:chOff x="6894841" y="5525384"/>
            <a:chExt cx="4565015" cy="570865"/>
          </a:xfrm>
        </p:grpSpPr>
        <p:sp>
          <p:nvSpPr>
            <p:cNvPr id="28" name="object 28"/>
            <p:cNvSpPr/>
            <p:nvPr/>
          </p:nvSpPr>
          <p:spPr>
            <a:xfrm>
              <a:off x="6899596" y="5530139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4506468" y="561097"/>
                  </a:moveTo>
                  <a:lnTo>
                    <a:pt x="48872" y="561097"/>
                  </a:lnTo>
                  <a:lnTo>
                    <a:pt x="45467" y="560764"/>
                  </a:lnTo>
                  <a:lnTo>
                    <a:pt x="10717" y="540707"/>
                  </a:lnTo>
                  <a:lnTo>
                    <a:pt x="0" y="512224"/>
                  </a:lnTo>
                  <a:lnTo>
                    <a:pt x="0" y="508791"/>
                  </a:lnTo>
                  <a:lnTo>
                    <a:pt x="0" y="48872"/>
                  </a:lnTo>
                  <a:lnTo>
                    <a:pt x="17745" y="12886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512224"/>
                  </a:lnTo>
                  <a:lnTo>
                    <a:pt x="4537566" y="548201"/>
                  </a:lnTo>
                  <a:lnTo>
                    <a:pt x="4509892" y="560764"/>
                  </a:lnTo>
                  <a:lnTo>
                    <a:pt x="4506468" y="561097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99596" y="5530139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0" y="508791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1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86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86"/>
                  </a:lnTo>
                  <a:lnTo>
                    <a:pt x="4551356" y="32286"/>
                  </a:lnTo>
                  <a:lnTo>
                    <a:pt x="4552687" y="35463"/>
                  </a:lnTo>
                  <a:lnTo>
                    <a:pt x="4553638" y="38734"/>
                  </a:lnTo>
                  <a:lnTo>
                    <a:pt x="4554304" y="42101"/>
                  </a:lnTo>
                  <a:lnTo>
                    <a:pt x="4554970" y="45467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508791"/>
                  </a:lnTo>
                  <a:lnTo>
                    <a:pt x="4555350" y="512224"/>
                  </a:lnTo>
                  <a:lnTo>
                    <a:pt x="4554970" y="515629"/>
                  </a:lnTo>
                  <a:lnTo>
                    <a:pt x="4534998" y="550370"/>
                  </a:lnTo>
                  <a:lnTo>
                    <a:pt x="4532145" y="552281"/>
                  </a:lnTo>
                  <a:lnTo>
                    <a:pt x="4529292" y="554193"/>
                  </a:lnTo>
                  <a:lnTo>
                    <a:pt x="4526249" y="555800"/>
                  </a:lnTo>
                  <a:lnTo>
                    <a:pt x="4523015" y="557112"/>
                  </a:lnTo>
                  <a:lnTo>
                    <a:pt x="4519877" y="558425"/>
                  </a:lnTo>
                  <a:lnTo>
                    <a:pt x="4516644" y="559423"/>
                  </a:lnTo>
                  <a:lnTo>
                    <a:pt x="4513220" y="560089"/>
                  </a:lnTo>
                  <a:lnTo>
                    <a:pt x="4509892" y="560764"/>
                  </a:lnTo>
                  <a:lnTo>
                    <a:pt x="4506468" y="561097"/>
                  </a:lnTo>
                  <a:lnTo>
                    <a:pt x="4503044" y="561097"/>
                  </a:lnTo>
                  <a:lnTo>
                    <a:pt x="52305" y="561097"/>
                  </a:lnTo>
                  <a:lnTo>
                    <a:pt x="48872" y="561097"/>
                  </a:lnTo>
                  <a:lnTo>
                    <a:pt x="45467" y="560764"/>
                  </a:lnTo>
                  <a:lnTo>
                    <a:pt x="42101" y="560089"/>
                  </a:lnTo>
                  <a:lnTo>
                    <a:pt x="38734" y="559423"/>
                  </a:lnTo>
                  <a:lnTo>
                    <a:pt x="15320" y="545776"/>
                  </a:lnTo>
                  <a:lnTo>
                    <a:pt x="12886" y="543351"/>
                  </a:lnTo>
                  <a:lnTo>
                    <a:pt x="10717" y="540707"/>
                  </a:lnTo>
                  <a:lnTo>
                    <a:pt x="8815" y="537854"/>
                  </a:lnTo>
                  <a:lnTo>
                    <a:pt x="6904" y="534992"/>
                  </a:lnTo>
                  <a:lnTo>
                    <a:pt x="5297" y="531977"/>
                  </a:lnTo>
                  <a:lnTo>
                    <a:pt x="3984" y="528810"/>
                  </a:lnTo>
                  <a:lnTo>
                    <a:pt x="2662" y="525634"/>
                  </a:lnTo>
                  <a:lnTo>
                    <a:pt x="1673" y="522362"/>
                  </a:lnTo>
                  <a:lnTo>
                    <a:pt x="1008" y="518996"/>
                  </a:lnTo>
                  <a:lnTo>
                    <a:pt x="332" y="515629"/>
                  </a:lnTo>
                  <a:lnTo>
                    <a:pt x="0" y="512224"/>
                  </a:lnTo>
                  <a:lnTo>
                    <a:pt x="0" y="508791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5297" y="5671032"/>
              <a:ext cx="139699" cy="1206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214995" y="5618484"/>
            <a:ext cx="3796665" cy="3454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65"/>
              </a:spcBef>
            </a:pPr>
            <a:r>
              <a:rPr sz="1000" b="1" spc="-30" dirty="0">
                <a:solidFill>
                  <a:srgbClr val="91400D"/>
                </a:solidFill>
                <a:latin typeface="Arial"/>
                <a:cs typeface="Arial"/>
              </a:rPr>
              <a:t>Certificate</a:t>
            </a:r>
            <a:r>
              <a:rPr sz="1000" b="1" spc="-5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91400D"/>
                </a:solidFill>
                <a:latin typeface="Arial"/>
                <a:cs typeface="Arial"/>
              </a:rPr>
              <a:t>Requirement:</a:t>
            </a:r>
            <a:r>
              <a:rPr sz="1000" b="1" spc="-1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Certificates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used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by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91400D"/>
                </a:solidFill>
                <a:latin typeface="Microsoft Sans Serif"/>
                <a:cs typeface="Microsoft Sans Serif"/>
              </a:rPr>
              <a:t>HTTPS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targets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must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be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installed</a:t>
            </a:r>
            <a:r>
              <a:rPr sz="1000" spc="-5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and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on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91400D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machine</a:t>
            </a:r>
            <a:r>
              <a:rPr sz="1000" spc="-10" dirty="0">
                <a:solidFill>
                  <a:srgbClr val="91400D"/>
                </a:solidFill>
                <a:latin typeface="Britannic Bold"/>
                <a:cs typeface="Britannic Bold"/>
              </a:rPr>
              <a:t>.</a:t>
            </a:r>
            <a:endParaRPr sz="1000">
              <a:latin typeface="Britannic Bold"/>
              <a:cs typeface="Britannic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80" dirty="0"/>
              <a:t>Create</a:t>
            </a:r>
            <a:r>
              <a:rPr spc="-75" dirty="0"/>
              <a:t> </a:t>
            </a:r>
            <a:r>
              <a:rPr spc="-110" dirty="0"/>
              <a:t>Connection</a:t>
            </a:r>
            <a:r>
              <a:rPr spc="-75" dirty="0"/>
              <a:t> </a:t>
            </a:r>
            <a:r>
              <a:rPr spc="-120" dirty="0"/>
              <a:t>Component</a:t>
            </a:r>
            <a:r>
              <a:rPr spc="-75" dirty="0"/>
              <a:t> </a:t>
            </a:r>
            <a:r>
              <a:rPr spc="-120" dirty="0"/>
              <a:t>in</a:t>
            </a:r>
            <a:r>
              <a:rPr spc="-75" dirty="0"/>
              <a:t> </a:t>
            </a:r>
            <a:r>
              <a:rPr spc="-20" dirty="0"/>
              <a:t>PVWA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Step</a:t>
            </a:r>
            <a:r>
              <a:rPr sz="120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by</a:t>
            </a:r>
            <a:r>
              <a:rPr sz="120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step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guide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create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a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new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4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3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3"/>
            <a:ext cx="6276975" cy="5325745"/>
            <a:chOff x="389907" y="770313"/>
            <a:chExt cx="6276975" cy="5325745"/>
          </a:xfrm>
        </p:grpSpPr>
        <p:sp>
          <p:nvSpPr>
            <p:cNvPr id="6" name="object 6"/>
            <p:cNvSpPr/>
            <p:nvPr/>
          </p:nvSpPr>
          <p:spPr>
            <a:xfrm>
              <a:off x="394670" y="775076"/>
              <a:ext cx="6267450" cy="5316220"/>
            </a:xfrm>
            <a:custGeom>
              <a:avLst/>
              <a:gdLst/>
              <a:ahLst/>
              <a:cxnLst/>
              <a:rect l="l" t="t" r="r" b="b"/>
              <a:pathLst>
                <a:path w="6267450" h="5316220">
                  <a:moveTo>
                    <a:pt x="0" y="5244834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5244834"/>
                  </a:lnTo>
                  <a:lnTo>
                    <a:pt x="6267173" y="5249513"/>
                  </a:lnTo>
                  <a:lnTo>
                    <a:pt x="6266716" y="5254154"/>
                  </a:lnTo>
                  <a:lnTo>
                    <a:pt x="6249588" y="5291957"/>
                  </a:lnTo>
                  <a:lnTo>
                    <a:pt x="6246279" y="5295266"/>
                  </a:lnTo>
                  <a:lnTo>
                    <a:pt x="6242969" y="5298576"/>
                  </a:lnTo>
                  <a:lnTo>
                    <a:pt x="6223141" y="5310730"/>
                  </a:lnTo>
                  <a:lnTo>
                    <a:pt x="6218814" y="5312527"/>
                  </a:lnTo>
                  <a:lnTo>
                    <a:pt x="6214353" y="5313878"/>
                  </a:lnTo>
                  <a:lnTo>
                    <a:pt x="6209760" y="5314791"/>
                  </a:lnTo>
                  <a:lnTo>
                    <a:pt x="6205167" y="5315704"/>
                  </a:lnTo>
                  <a:lnTo>
                    <a:pt x="6200526" y="5316160"/>
                  </a:lnTo>
                  <a:lnTo>
                    <a:pt x="6195847" y="5316160"/>
                  </a:lnTo>
                  <a:lnTo>
                    <a:pt x="71325" y="5316160"/>
                  </a:lnTo>
                  <a:lnTo>
                    <a:pt x="66642" y="5316160"/>
                  </a:lnTo>
                  <a:lnTo>
                    <a:pt x="62004" y="5315704"/>
                  </a:lnTo>
                  <a:lnTo>
                    <a:pt x="57410" y="5314791"/>
                  </a:lnTo>
                  <a:lnTo>
                    <a:pt x="52817" y="5313878"/>
                  </a:lnTo>
                  <a:lnTo>
                    <a:pt x="48357" y="5312527"/>
                  </a:lnTo>
                  <a:lnTo>
                    <a:pt x="44030" y="5310730"/>
                  </a:lnTo>
                  <a:lnTo>
                    <a:pt x="39703" y="5308942"/>
                  </a:lnTo>
                  <a:lnTo>
                    <a:pt x="9418" y="5280564"/>
                  </a:lnTo>
                  <a:lnTo>
                    <a:pt x="1370" y="5258747"/>
                  </a:lnTo>
                  <a:lnTo>
                    <a:pt x="456" y="5254154"/>
                  </a:lnTo>
                  <a:lnTo>
                    <a:pt x="0" y="5249513"/>
                  </a:lnTo>
                  <a:lnTo>
                    <a:pt x="0" y="524483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46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331429"/>
              <a:ext cx="5953760" cy="3842385"/>
            </a:xfrm>
            <a:custGeom>
              <a:avLst/>
              <a:gdLst/>
              <a:ahLst/>
              <a:cxnLst/>
              <a:rect l="l" t="t" r="r" b="b"/>
              <a:pathLst>
                <a:path w="5953759" h="3842385">
                  <a:moveTo>
                    <a:pt x="5953328" y="3220186"/>
                  </a:moveTo>
                  <a:lnTo>
                    <a:pt x="5933973" y="3180931"/>
                  </a:lnTo>
                  <a:lnTo>
                    <a:pt x="5900013" y="3166872"/>
                  </a:lnTo>
                  <a:lnTo>
                    <a:pt x="53314" y="3166872"/>
                  </a:lnTo>
                  <a:lnTo>
                    <a:pt x="14058" y="3186226"/>
                  </a:lnTo>
                  <a:lnTo>
                    <a:pt x="0" y="3220186"/>
                  </a:lnTo>
                  <a:lnTo>
                    <a:pt x="0" y="3785019"/>
                  </a:lnTo>
                  <a:lnTo>
                    <a:pt x="0" y="3788778"/>
                  </a:lnTo>
                  <a:lnTo>
                    <a:pt x="19354" y="3828021"/>
                  </a:lnTo>
                  <a:lnTo>
                    <a:pt x="53314" y="3842080"/>
                  </a:lnTo>
                  <a:lnTo>
                    <a:pt x="5900013" y="3842080"/>
                  </a:lnTo>
                  <a:lnTo>
                    <a:pt x="5939269" y="3822725"/>
                  </a:lnTo>
                  <a:lnTo>
                    <a:pt x="5953328" y="3788778"/>
                  </a:lnTo>
                  <a:lnTo>
                    <a:pt x="5953328" y="3220186"/>
                  </a:lnTo>
                  <a:close/>
                </a:path>
                <a:path w="5953759" h="3842385">
                  <a:moveTo>
                    <a:pt x="5953328" y="2430843"/>
                  </a:moveTo>
                  <a:lnTo>
                    <a:pt x="5933973" y="2391587"/>
                  </a:lnTo>
                  <a:lnTo>
                    <a:pt x="5900013" y="2377529"/>
                  </a:lnTo>
                  <a:lnTo>
                    <a:pt x="53314" y="2377529"/>
                  </a:lnTo>
                  <a:lnTo>
                    <a:pt x="14058" y="2396883"/>
                  </a:lnTo>
                  <a:lnTo>
                    <a:pt x="0" y="2430843"/>
                  </a:lnTo>
                  <a:lnTo>
                    <a:pt x="0" y="2995688"/>
                  </a:lnTo>
                  <a:lnTo>
                    <a:pt x="0" y="2999435"/>
                  </a:lnTo>
                  <a:lnTo>
                    <a:pt x="19354" y="3038678"/>
                  </a:lnTo>
                  <a:lnTo>
                    <a:pt x="53314" y="3052749"/>
                  </a:lnTo>
                  <a:lnTo>
                    <a:pt x="5900013" y="3052749"/>
                  </a:lnTo>
                  <a:lnTo>
                    <a:pt x="5939269" y="3033382"/>
                  </a:lnTo>
                  <a:lnTo>
                    <a:pt x="5953328" y="2999435"/>
                  </a:lnTo>
                  <a:lnTo>
                    <a:pt x="5953328" y="2430843"/>
                  </a:lnTo>
                  <a:close/>
                </a:path>
                <a:path w="5953759" h="3842385">
                  <a:moveTo>
                    <a:pt x="5953328" y="1631988"/>
                  </a:moveTo>
                  <a:lnTo>
                    <a:pt x="5933973" y="1592745"/>
                  </a:lnTo>
                  <a:lnTo>
                    <a:pt x="5900013" y="1578673"/>
                  </a:lnTo>
                  <a:lnTo>
                    <a:pt x="53314" y="1578673"/>
                  </a:lnTo>
                  <a:lnTo>
                    <a:pt x="14058" y="1598041"/>
                  </a:lnTo>
                  <a:lnTo>
                    <a:pt x="0" y="1631988"/>
                  </a:lnTo>
                  <a:lnTo>
                    <a:pt x="0" y="2206345"/>
                  </a:lnTo>
                  <a:lnTo>
                    <a:pt x="0" y="2210092"/>
                  </a:lnTo>
                  <a:lnTo>
                    <a:pt x="19354" y="2249335"/>
                  </a:lnTo>
                  <a:lnTo>
                    <a:pt x="53314" y="2263406"/>
                  </a:lnTo>
                  <a:lnTo>
                    <a:pt x="5900013" y="2263406"/>
                  </a:lnTo>
                  <a:lnTo>
                    <a:pt x="5939269" y="2244039"/>
                  </a:lnTo>
                  <a:lnTo>
                    <a:pt x="5953328" y="2210092"/>
                  </a:lnTo>
                  <a:lnTo>
                    <a:pt x="5953328" y="1631988"/>
                  </a:lnTo>
                  <a:close/>
                </a:path>
                <a:path w="5953759" h="3842385">
                  <a:moveTo>
                    <a:pt x="5953328" y="842645"/>
                  </a:moveTo>
                  <a:lnTo>
                    <a:pt x="5933973" y="803402"/>
                  </a:lnTo>
                  <a:lnTo>
                    <a:pt x="5900013" y="789330"/>
                  </a:lnTo>
                  <a:lnTo>
                    <a:pt x="53314" y="789330"/>
                  </a:lnTo>
                  <a:lnTo>
                    <a:pt x="14058" y="808697"/>
                  </a:lnTo>
                  <a:lnTo>
                    <a:pt x="0" y="842645"/>
                  </a:lnTo>
                  <a:lnTo>
                    <a:pt x="0" y="1407490"/>
                  </a:lnTo>
                  <a:lnTo>
                    <a:pt x="0" y="1411236"/>
                  </a:lnTo>
                  <a:lnTo>
                    <a:pt x="19354" y="1450492"/>
                  </a:lnTo>
                  <a:lnTo>
                    <a:pt x="53314" y="1464551"/>
                  </a:lnTo>
                  <a:lnTo>
                    <a:pt x="5900013" y="1464551"/>
                  </a:lnTo>
                  <a:lnTo>
                    <a:pt x="5939269" y="1445196"/>
                  </a:lnTo>
                  <a:lnTo>
                    <a:pt x="5953328" y="1411236"/>
                  </a:lnTo>
                  <a:lnTo>
                    <a:pt x="5953328" y="842645"/>
                  </a:lnTo>
                  <a:close/>
                </a:path>
                <a:path w="5953759" h="3842385">
                  <a:moveTo>
                    <a:pt x="5953328" y="53314"/>
                  </a:moveTo>
                  <a:lnTo>
                    <a:pt x="5933973" y="14058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54"/>
                  </a:lnTo>
                  <a:lnTo>
                    <a:pt x="0" y="53314"/>
                  </a:lnTo>
                  <a:lnTo>
                    <a:pt x="0" y="618147"/>
                  </a:lnTo>
                  <a:lnTo>
                    <a:pt x="0" y="621906"/>
                  </a:lnTo>
                  <a:lnTo>
                    <a:pt x="19354" y="661149"/>
                  </a:lnTo>
                  <a:lnTo>
                    <a:pt x="53314" y="675208"/>
                  </a:lnTo>
                  <a:lnTo>
                    <a:pt x="5900013" y="675208"/>
                  </a:lnTo>
                  <a:lnTo>
                    <a:pt x="5939269" y="655853"/>
                  </a:lnTo>
                  <a:lnTo>
                    <a:pt x="5953328" y="621906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50820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898489"/>
            <a:ext cx="14446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Step</a:t>
            </a:r>
            <a:r>
              <a:rPr sz="1200" b="1" spc="-6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80" dirty="0">
                <a:solidFill>
                  <a:srgbClr val="1D293B"/>
                </a:solidFill>
                <a:latin typeface="Arial"/>
                <a:cs typeface="Arial"/>
              </a:rPr>
              <a:t>by</a:t>
            </a:r>
            <a:r>
              <a:rPr sz="1200" b="1" spc="-8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Step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445540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69217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389209"/>
            <a:ext cx="3602990" cy="4076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Navigate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to</a:t>
            </a:r>
            <a:r>
              <a:rPr sz="1100" b="1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Connection</a:t>
            </a:r>
            <a:r>
              <a:rPr sz="1100" b="1" spc="-3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Go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Administration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9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Configuration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Options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9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5708" y="2234880"/>
            <a:ext cx="228600" cy="1017905"/>
            <a:chOff x="665708" y="2234880"/>
            <a:chExt cx="228600" cy="101790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708" y="2234880"/>
              <a:ext cx="228243" cy="2282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708" y="3024221"/>
              <a:ext cx="228243" cy="228243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31467" y="2258558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5373" y="2175564"/>
            <a:ext cx="2623820" cy="41020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Copy</a:t>
            </a:r>
            <a:r>
              <a:rPr sz="1100" b="1" spc="-2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85" dirty="0">
                <a:solidFill>
                  <a:srgbClr val="334054"/>
                </a:solidFill>
                <a:latin typeface="Arial"/>
                <a:cs typeface="Arial"/>
              </a:rPr>
              <a:t>PSM</a:t>
            </a:r>
            <a:r>
              <a:rPr sz="1100" b="1" spc="-85" dirty="0">
                <a:solidFill>
                  <a:srgbClr val="334054"/>
                </a:solidFill>
                <a:latin typeface="Berlin Sans FB"/>
                <a:cs typeface="Berlin Sans FB"/>
              </a:rPr>
              <a:t>-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WebAppSample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Right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95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WebAppSample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select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Copy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724" y="3047899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5373" y="2956879"/>
            <a:ext cx="4010660" cy="4279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Paste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Component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Right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select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Paste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823071"/>
            <a:ext cx="228243" cy="22824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29089" y="3837239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5373" y="3760066"/>
            <a:ext cx="3348990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80" dirty="0">
                <a:solidFill>
                  <a:srgbClr val="334054"/>
                </a:solidFill>
                <a:latin typeface="Arial"/>
                <a:cs typeface="Arial"/>
              </a:rPr>
              <a:t>Rename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Id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Change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Id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unique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identifier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your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4612412"/>
            <a:ext cx="228243" cy="228243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32061" y="4626580"/>
            <a:ext cx="9588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95373" y="4549407"/>
            <a:ext cx="3313429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80" dirty="0">
                <a:solidFill>
                  <a:srgbClr val="334054"/>
                </a:solidFill>
                <a:latin typeface="Arial"/>
                <a:cs typeface="Arial"/>
              </a:rPr>
              <a:t>Rename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DisplayName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Change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DisplayName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descriptive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name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component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894849" y="770321"/>
            <a:ext cx="4565015" cy="4641215"/>
            <a:chOff x="6894849" y="770321"/>
            <a:chExt cx="4565015" cy="4641215"/>
          </a:xfrm>
        </p:grpSpPr>
        <p:sp>
          <p:nvSpPr>
            <p:cNvPr id="28" name="object 28"/>
            <p:cNvSpPr/>
            <p:nvPr/>
          </p:nvSpPr>
          <p:spPr>
            <a:xfrm>
              <a:off x="6894849" y="770321"/>
              <a:ext cx="4565015" cy="4641215"/>
            </a:xfrm>
            <a:custGeom>
              <a:avLst/>
              <a:gdLst/>
              <a:ahLst/>
              <a:cxnLst/>
              <a:rect l="l" t="t" r="r" b="b"/>
              <a:pathLst>
                <a:path w="4565015" h="4641215">
                  <a:moveTo>
                    <a:pt x="4488789" y="4640945"/>
                  </a:moveTo>
                  <a:lnTo>
                    <a:pt x="76078" y="4640945"/>
                  </a:lnTo>
                  <a:lnTo>
                    <a:pt x="68585" y="4640584"/>
                  </a:lnTo>
                  <a:lnTo>
                    <a:pt x="27835" y="4623705"/>
                  </a:lnTo>
                  <a:lnTo>
                    <a:pt x="3253" y="4586911"/>
                  </a:lnTo>
                  <a:lnTo>
                    <a:pt x="0" y="4564867"/>
                  </a:lnTo>
                  <a:lnTo>
                    <a:pt x="0" y="76081"/>
                  </a:lnTo>
                  <a:lnTo>
                    <a:pt x="12813" y="33805"/>
                  </a:lnTo>
                  <a:lnTo>
                    <a:pt x="46969" y="5791"/>
                  </a:lnTo>
                  <a:lnTo>
                    <a:pt x="76078" y="0"/>
                  </a:lnTo>
                  <a:lnTo>
                    <a:pt x="4488789" y="0"/>
                  </a:lnTo>
                  <a:lnTo>
                    <a:pt x="4531064" y="12811"/>
                  </a:lnTo>
                  <a:lnTo>
                    <a:pt x="4559076" y="46966"/>
                  </a:lnTo>
                  <a:lnTo>
                    <a:pt x="4564867" y="76081"/>
                  </a:lnTo>
                  <a:lnTo>
                    <a:pt x="4564867" y="4564867"/>
                  </a:lnTo>
                  <a:lnTo>
                    <a:pt x="4552054" y="4607143"/>
                  </a:lnTo>
                  <a:lnTo>
                    <a:pt x="4517897" y="4635154"/>
                  </a:lnTo>
                  <a:lnTo>
                    <a:pt x="4488789" y="464094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94843" y="770330"/>
              <a:ext cx="4565015" cy="4641215"/>
            </a:xfrm>
            <a:custGeom>
              <a:avLst/>
              <a:gdLst/>
              <a:ahLst/>
              <a:cxnLst/>
              <a:rect l="l" t="t" r="r" b="b"/>
              <a:pathLst>
                <a:path w="4565015" h="4641215">
                  <a:moveTo>
                    <a:pt x="19024" y="4474743"/>
                  </a:moveTo>
                  <a:lnTo>
                    <a:pt x="0" y="4474743"/>
                  </a:lnTo>
                  <a:lnTo>
                    <a:pt x="0" y="4531792"/>
                  </a:lnTo>
                  <a:lnTo>
                    <a:pt x="19024" y="4531792"/>
                  </a:lnTo>
                  <a:lnTo>
                    <a:pt x="19024" y="4474743"/>
                  </a:lnTo>
                  <a:close/>
                </a:path>
                <a:path w="4565015" h="4641215">
                  <a:moveTo>
                    <a:pt x="19024" y="4379887"/>
                  </a:moveTo>
                  <a:lnTo>
                    <a:pt x="0" y="4379887"/>
                  </a:lnTo>
                  <a:lnTo>
                    <a:pt x="0" y="4436948"/>
                  </a:lnTo>
                  <a:lnTo>
                    <a:pt x="19024" y="4436948"/>
                  </a:lnTo>
                  <a:lnTo>
                    <a:pt x="19024" y="4379887"/>
                  </a:lnTo>
                  <a:close/>
                </a:path>
                <a:path w="4565015" h="4641215">
                  <a:moveTo>
                    <a:pt x="19024" y="4285031"/>
                  </a:moveTo>
                  <a:lnTo>
                    <a:pt x="0" y="4285031"/>
                  </a:lnTo>
                  <a:lnTo>
                    <a:pt x="0" y="4342092"/>
                  </a:lnTo>
                  <a:lnTo>
                    <a:pt x="19024" y="4342092"/>
                  </a:lnTo>
                  <a:lnTo>
                    <a:pt x="19024" y="4285031"/>
                  </a:lnTo>
                  <a:close/>
                </a:path>
                <a:path w="4565015" h="4641215">
                  <a:moveTo>
                    <a:pt x="19024" y="4190174"/>
                  </a:moveTo>
                  <a:lnTo>
                    <a:pt x="0" y="4190174"/>
                  </a:lnTo>
                  <a:lnTo>
                    <a:pt x="0" y="4247235"/>
                  </a:lnTo>
                  <a:lnTo>
                    <a:pt x="19024" y="4247235"/>
                  </a:lnTo>
                  <a:lnTo>
                    <a:pt x="19024" y="4190174"/>
                  </a:lnTo>
                  <a:close/>
                </a:path>
                <a:path w="4565015" h="4641215">
                  <a:moveTo>
                    <a:pt x="19024" y="4095318"/>
                  </a:moveTo>
                  <a:lnTo>
                    <a:pt x="0" y="4095318"/>
                  </a:lnTo>
                  <a:lnTo>
                    <a:pt x="0" y="4152379"/>
                  </a:lnTo>
                  <a:lnTo>
                    <a:pt x="19024" y="4152379"/>
                  </a:lnTo>
                  <a:lnTo>
                    <a:pt x="19024" y="4095318"/>
                  </a:lnTo>
                  <a:close/>
                </a:path>
                <a:path w="4565015" h="4641215">
                  <a:moveTo>
                    <a:pt x="19024" y="4000474"/>
                  </a:moveTo>
                  <a:lnTo>
                    <a:pt x="0" y="4000474"/>
                  </a:lnTo>
                  <a:lnTo>
                    <a:pt x="0" y="4057535"/>
                  </a:lnTo>
                  <a:lnTo>
                    <a:pt x="19024" y="4057535"/>
                  </a:lnTo>
                  <a:lnTo>
                    <a:pt x="19024" y="4000474"/>
                  </a:lnTo>
                  <a:close/>
                </a:path>
                <a:path w="4565015" h="4641215">
                  <a:moveTo>
                    <a:pt x="19024" y="3905618"/>
                  </a:moveTo>
                  <a:lnTo>
                    <a:pt x="0" y="3905618"/>
                  </a:lnTo>
                  <a:lnTo>
                    <a:pt x="0" y="3962679"/>
                  </a:lnTo>
                  <a:lnTo>
                    <a:pt x="19024" y="3962679"/>
                  </a:lnTo>
                  <a:lnTo>
                    <a:pt x="19024" y="3905618"/>
                  </a:lnTo>
                  <a:close/>
                </a:path>
                <a:path w="4565015" h="4641215">
                  <a:moveTo>
                    <a:pt x="19024" y="3810774"/>
                  </a:moveTo>
                  <a:lnTo>
                    <a:pt x="0" y="3810774"/>
                  </a:lnTo>
                  <a:lnTo>
                    <a:pt x="0" y="3867835"/>
                  </a:lnTo>
                  <a:lnTo>
                    <a:pt x="19024" y="3867835"/>
                  </a:lnTo>
                  <a:lnTo>
                    <a:pt x="19024" y="3810774"/>
                  </a:lnTo>
                  <a:close/>
                </a:path>
                <a:path w="4565015" h="4641215">
                  <a:moveTo>
                    <a:pt x="19024" y="3715918"/>
                  </a:moveTo>
                  <a:lnTo>
                    <a:pt x="0" y="3715918"/>
                  </a:lnTo>
                  <a:lnTo>
                    <a:pt x="0" y="3772979"/>
                  </a:lnTo>
                  <a:lnTo>
                    <a:pt x="19024" y="3772979"/>
                  </a:lnTo>
                  <a:lnTo>
                    <a:pt x="19024" y="3715918"/>
                  </a:lnTo>
                  <a:close/>
                </a:path>
                <a:path w="4565015" h="4641215">
                  <a:moveTo>
                    <a:pt x="19024" y="3621062"/>
                  </a:moveTo>
                  <a:lnTo>
                    <a:pt x="0" y="3621062"/>
                  </a:lnTo>
                  <a:lnTo>
                    <a:pt x="0" y="3678123"/>
                  </a:lnTo>
                  <a:lnTo>
                    <a:pt x="19024" y="3678123"/>
                  </a:lnTo>
                  <a:lnTo>
                    <a:pt x="19024" y="3621062"/>
                  </a:lnTo>
                  <a:close/>
                </a:path>
                <a:path w="4565015" h="4641215">
                  <a:moveTo>
                    <a:pt x="19024" y="3526205"/>
                  </a:moveTo>
                  <a:lnTo>
                    <a:pt x="0" y="3526205"/>
                  </a:lnTo>
                  <a:lnTo>
                    <a:pt x="0" y="3583267"/>
                  </a:lnTo>
                  <a:lnTo>
                    <a:pt x="19024" y="3583267"/>
                  </a:lnTo>
                  <a:lnTo>
                    <a:pt x="19024" y="3526205"/>
                  </a:lnTo>
                  <a:close/>
                </a:path>
                <a:path w="4565015" h="4641215">
                  <a:moveTo>
                    <a:pt x="19024" y="3431349"/>
                  </a:moveTo>
                  <a:lnTo>
                    <a:pt x="0" y="3431349"/>
                  </a:lnTo>
                  <a:lnTo>
                    <a:pt x="0" y="3488410"/>
                  </a:lnTo>
                  <a:lnTo>
                    <a:pt x="19024" y="3488410"/>
                  </a:lnTo>
                  <a:lnTo>
                    <a:pt x="19024" y="3431349"/>
                  </a:lnTo>
                  <a:close/>
                </a:path>
                <a:path w="4565015" h="4641215">
                  <a:moveTo>
                    <a:pt x="19024" y="3336493"/>
                  </a:moveTo>
                  <a:lnTo>
                    <a:pt x="0" y="3336493"/>
                  </a:lnTo>
                  <a:lnTo>
                    <a:pt x="0" y="3393554"/>
                  </a:lnTo>
                  <a:lnTo>
                    <a:pt x="19024" y="3393554"/>
                  </a:lnTo>
                  <a:lnTo>
                    <a:pt x="19024" y="3336493"/>
                  </a:lnTo>
                  <a:close/>
                </a:path>
                <a:path w="4565015" h="4641215">
                  <a:moveTo>
                    <a:pt x="19024" y="3241649"/>
                  </a:moveTo>
                  <a:lnTo>
                    <a:pt x="0" y="3241649"/>
                  </a:lnTo>
                  <a:lnTo>
                    <a:pt x="0" y="3298710"/>
                  </a:lnTo>
                  <a:lnTo>
                    <a:pt x="19024" y="3298710"/>
                  </a:lnTo>
                  <a:lnTo>
                    <a:pt x="19024" y="3241649"/>
                  </a:lnTo>
                  <a:close/>
                </a:path>
                <a:path w="4565015" h="4641215">
                  <a:moveTo>
                    <a:pt x="19024" y="3146793"/>
                  </a:moveTo>
                  <a:lnTo>
                    <a:pt x="0" y="3146793"/>
                  </a:lnTo>
                  <a:lnTo>
                    <a:pt x="0" y="3203854"/>
                  </a:lnTo>
                  <a:lnTo>
                    <a:pt x="19024" y="3203854"/>
                  </a:lnTo>
                  <a:lnTo>
                    <a:pt x="19024" y="3146793"/>
                  </a:lnTo>
                  <a:close/>
                </a:path>
                <a:path w="4565015" h="4641215">
                  <a:moveTo>
                    <a:pt x="19024" y="3051937"/>
                  </a:moveTo>
                  <a:lnTo>
                    <a:pt x="0" y="3051937"/>
                  </a:lnTo>
                  <a:lnTo>
                    <a:pt x="0" y="3108998"/>
                  </a:lnTo>
                  <a:lnTo>
                    <a:pt x="19024" y="3108998"/>
                  </a:lnTo>
                  <a:lnTo>
                    <a:pt x="19024" y="3051937"/>
                  </a:lnTo>
                  <a:close/>
                </a:path>
                <a:path w="4565015" h="4641215">
                  <a:moveTo>
                    <a:pt x="19024" y="2957080"/>
                  </a:moveTo>
                  <a:lnTo>
                    <a:pt x="0" y="2957080"/>
                  </a:lnTo>
                  <a:lnTo>
                    <a:pt x="0" y="3014141"/>
                  </a:lnTo>
                  <a:lnTo>
                    <a:pt x="19024" y="3014141"/>
                  </a:lnTo>
                  <a:lnTo>
                    <a:pt x="19024" y="2957080"/>
                  </a:lnTo>
                  <a:close/>
                </a:path>
                <a:path w="4565015" h="4641215">
                  <a:moveTo>
                    <a:pt x="19024" y="2862224"/>
                  </a:moveTo>
                  <a:lnTo>
                    <a:pt x="0" y="2862224"/>
                  </a:lnTo>
                  <a:lnTo>
                    <a:pt x="0" y="2919285"/>
                  </a:lnTo>
                  <a:lnTo>
                    <a:pt x="19024" y="2919285"/>
                  </a:lnTo>
                  <a:lnTo>
                    <a:pt x="19024" y="2862224"/>
                  </a:lnTo>
                  <a:close/>
                </a:path>
                <a:path w="4565015" h="4641215">
                  <a:moveTo>
                    <a:pt x="19024" y="2767380"/>
                  </a:moveTo>
                  <a:lnTo>
                    <a:pt x="0" y="2767380"/>
                  </a:lnTo>
                  <a:lnTo>
                    <a:pt x="0" y="2824442"/>
                  </a:lnTo>
                  <a:lnTo>
                    <a:pt x="19024" y="2824442"/>
                  </a:lnTo>
                  <a:lnTo>
                    <a:pt x="19024" y="2767380"/>
                  </a:lnTo>
                  <a:close/>
                </a:path>
                <a:path w="4565015" h="4641215">
                  <a:moveTo>
                    <a:pt x="19024" y="2672524"/>
                  </a:moveTo>
                  <a:lnTo>
                    <a:pt x="0" y="2672524"/>
                  </a:lnTo>
                  <a:lnTo>
                    <a:pt x="0" y="2729585"/>
                  </a:lnTo>
                  <a:lnTo>
                    <a:pt x="19024" y="2729585"/>
                  </a:lnTo>
                  <a:lnTo>
                    <a:pt x="19024" y="2672524"/>
                  </a:lnTo>
                  <a:close/>
                </a:path>
                <a:path w="4565015" h="4641215">
                  <a:moveTo>
                    <a:pt x="19024" y="2577668"/>
                  </a:moveTo>
                  <a:lnTo>
                    <a:pt x="0" y="2577668"/>
                  </a:lnTo>
                  <a:lnTo>
                    <a:pt x="0" y="2634729"/>
                  </a:lnTo>
                  <a:lnTo>
                    <a:pt x="19024" y="2634729"/>
                  </a:lnTo>
                  <a:lnTo>
                    <a:pt x="19024" y="2577668"/>
                  </a:lnTo>
                  <a:close/>
                </a:path>
                <a:path w="4565015" h="4641215">
                  <a:moveTo>
                    <a:pt x="19024" y="2482812"/>
                  </a:moveTo>
                  <a:lnTo>
                    <a:pt x="0" y="2482812"/>
                  </a:lnTo>
                  <a:lnTo>
                    <a:pt x="0" y="2539873"/>
                  </a:lnTo>
                  <a:lnTo>
                    <a:pt x="19024" y="2539873"/>
                  </a:lnTo>
                  <a:lnTo>
                    <a:pt x="19024" y="2482812"/>
                  </a:lnTo>
                  <a:close/>
                </a:path>
                <a:path w="4565015" h="4641215">
                  <a:moveTo>
                    <a:pt x="19024" y="2387955"/>
                  </a:moveTo>
                  <a:lnTo>
                    <a:pt x="0" y="2387955"/>
                  </a:lnTo>
                  <a:lnTo>
                    <a:pt x="0" y="2445016"/>
                  </a:lnTo>
                  <a:lnTo>
                    <a:pt x="19024" y="2445016"/>
                  </a:lnTo>
                  <a:lnTo>
                    <a:pt x="19024" y="2387955"/>
                  </a:lnTo>
                  <a:close/>
                </a:path>
                <a:path w="4565015" h="4641215">
                  <a:moveTo>
                    <a:pt x="19024" y="2293099"/>
                  </a:moveTo>
                  <a:lnTo>
                    <a:pt x="0" y="2293099"/>
                  </a:lnTo>
                  <a:lnTo>
                    <a:pt x="0" y="2350160"/>
                  </a:lnTo>
                  <a:lnTo>
                    <a:pt x="19024" y="2350160"/>
                  </a:lnTo>
                  <a:lnTo>
                    <a:pt x="19024" y="2293099"/>
                  </a:lnTo>
                  <a:close/>
                </a:path>
                <a:path w="4565015" h="4641215">
                  <a:moveTo>
                    <a:pt x="19024" y="2198255"/>
                  </a:moveTo>
                  <a:lnTo>
                    <a:pt x="0" y="2198255"/>
                  </a:lnTo>
                  <a:lnTo>
                    <a:pt x="0" y="2255316"/>
                  </a:lnTo>
                  <a:lnTo>
                    <a:pt x="19024" y="2255316"/>
                  </a:lnTo>
                  <a:lnTo>
                    <a:pt x="19024" y="2198255"/>
                  </a:lnTo>
                  <a:close/>
                </a:path>
                <a:path w="4565015" h="4641215">
                  <a:moveTo>
                    <a:pt x="19024" y="2103399"/>
                  </a:moveTo>
                  <a:lnTo>
                    <a:pt x="0" y="2103399"/>
                  </a:lnTo>
                  <a:lnTo>
                    <a:pt x="0" y="2160460"/>
                  </a:lnTo>
                  <a:lnTo>
                    <a:pt x="19024" y="2160460"/>
                  </a:lnTo>
                  <a:lnTo>
                    <a:pt x="19024" y="2103399"/>
                  </a:lnTo>
                  <a:close/>
                </a:path>
                <a:path w="4565015" h="4641215">
                  <a:moveTo>
                    <a:pt x="19024" y="2008543"/>
                  </a:moveTo>
                  <a:lnTo>
                    <a:pt x="0" y="2008543"/>
                  </a:lnTo>
                  <a:lnTo>
                    <a:pt x="0" y="2065604"/>
                  </a:lnTo>
                  <a:lnTo>
                    <a:pt x="19024" y="2065604"/>
                  </a:lnTo>
                  <a:lnTo>
                    <a:pt x="19024" y="2008543"/>
                  </a:lnTo>
                  <a:close/>
                </a:path>
                <a:path w="4565015" h="4641215">
                  <a:moveTo>
                    <a:pt x="19024" y="1913686"/>
                  </a:moveTo>
                  <a:lnTo>
                    <a:pt x="0" y="1913686"/>
                  </a:lnTo>
                  <a:lnTo>
                    <a:pt x="0" y="1970747"/>
                  </a:lnTo>
                  <a:lnTo>
                    <a:pt x="19024" y="1970747"/>
                  </a:lnTo>
                  <a:lnTo>
                    <a:pt x="19024" y="1913686"/>
                  </a:lnTo>
                  <a:close/>
                </a:path>
                <a:path w="4565015" h="4641215">
                  <a:moveTo>
                    <a:pt x="19024" y="1818830"/>
                  </a:moveTo>
                  <a:lnTo>
                    <a:pt x="0" y="1818830"/>
                  </a:lnTo>
                  <a:lnTo>
                    <a:pt x="0" y="1875891"/>
                  </a:lnTo>
                  <a:lnTo>
                    <a:pt x="19024" y="1875891"/>
                  </a:lnTo>
                  <a:lnTo>
                    <a:pt x="19024" y="1818830"/>
                  </a:lnTo>
                  <a:close/>
                </a:path>
                <a:path w="4565015" h="4641215">
                  <a:moveTo>
                    <a:pt x="19024" y="1723986"/>
                  </a:moveTo>
                  <a:lnTo>
                    <a:pt x="0" y="1723986"/>
                  </a:lnTo>
                  <a:lnTo>
                    <a:pt x="0" y="1781048"/>
                  </a:lnTo>
                  <a:lnTo>
                    <a:pt x="19024" y="1781048"/>
                  </a:lnTo>
                  <a:lnTo>
                    <a:pt x="19024" y="1723986"/>
                  </a:lnTo>
                  <a:close/>
                </a:path>
                <a:path w="4565015" h="4641215">
                  <a:moveTo>
                    <a:pt x="19024" y="1629130"/>
                  </a:moveTo>
                  <a:lnTo>
                    <a:pt x="0" y="1629130"/>
                  </a:lnTo>
                  <a:lnTo>
                    <a:pt x="0" y="1686191"/>
                  </a:lnTo>
                  <a:lnTo>
                    <a:pt x="19024" y="1686191"/>
                  </a:lnTo>
                  <a:lnTo>
                    <a:pt x="19024" y="1629130"/>
                  </a:lnTo>
                  <a:close/>
                </a:path>
                <a:path w="4565015" h="4641215">
                  <a:moveTo>
                    <a:pt x="19024" y="1534287"/>
                  </a:moveTo>
                  <a:lnTo>
                    <a:pt x="0" y="1534287"/>
                  </a:lnTo>
                  <a:lnTo>
                    <a:pt x="0" y="1591348"/>
                  </a:lnTo>
                  <a:lnTo>
                    <a:pt x="19024" y="1591348"/>
                  </a:lnTo>
                  <a:lnTo>
                    <a:pt x="19024" y="1534287"/>
                  </a:lnTo>
                  <a:close/>
                </a:path>
                <a:path w="4565015" h="4641215">
                  <a:moveTo>
                    <a:pt x="19024" y="1439430"/>
                  </a:moveTo>
                  <a:lnTo>
                    <a:pt x="0" y="1439430"/>
                  </a:lnTo>
                  <a:lnTo>
                    <a:pt x="0" y="1496491"/>
                  </a:lnTo>
                  <a:lnTo>
                    <a:pt x="19024" y="1496491"/>
                  </a:lnTo>
                  <a:lnTo>
                    <a:pt x="19024" y="1439430"/>
                  </a:lnTo>
                  <a:close/>
                </a:path>
                <a:path w="4565015" h="4641215">
                  <a:moveTo>
                    <a:pt x="19024" y="1344574"/>
                  </a:moveTo>
                  <a:lnTo>
                    <a:pt x="0" y="1344574"/>
                  </a:lnTo>
                  <a:lnTo>
                    <a:pt x="0" y="1401635"/>
                  </a:lnTo>
                  <a:lnTo>
                    <a:pt x="19024" y="1401635"/>
                  </a:lnTo>
                  <a:lnTo>
                    <a:pt x="19024" y="1344574"/>
                  </a:lnTo>
                  <a:close/>
                </a:path>
                <a:path w="4565015" h="4641215">
                  <a:moveTo>
                    <a:pt x="19024" y="1249718"/>
                  </a:moveTo>
                  <a:lnTo>
                    <a:pt x="0" y="1249718"/>
                  </a:lnTo>
                  <a:lnTo>
                    <a:pt x="0" y="1306779"/>
                  </a:lnTo>
                  <a:lnTo>
                    <a:pt x="19024" y="1306779"/>
                  </a:lnTo>
                  <a:lnTo>
                    <a:pt x="19024" y="1249718"/>
                  </a:lnTo>
                  <a:close/>
                </a:path>
                <a:path w="4565015" h="4641215">
                  <a:moveTo>
                    <a:pt x="19024" y="1154861"/>
                  </a:moveTo>
                  <a:lnTo>
                    <a:pt x="0" y="1154861"/>
                  </a:lnTo>
                  <a:lnTo>
                    <a:pt x="0" y="1211922"/>
                  </a:lnTo>
                  <a:lnTo>
                    <a:pt x="19024" y="1211922"/>
                  </a:lnTo>
                  <a:lnTo>
                    <a:pt x="19024" y="1154861"/>
                  </a:lnTo>
                  <a:close/>
                </a:path>
                <a:path w="4565015" h="4641215">
                  <a:moveTo>
                    <a:pt x="19024" y="1060018"/>
                  </a:moveTo>
                  <a:lnTo>
                    <a:pt x="0" y="1060018"/>
                  </a:lnTo>
                  <a:lnTo>
                    <a:pt x="0" y="1117079"/>
                  </a:lnTo>
                  <a:lnTo>
                    <a:pt x="19024" y="1117079"/>
                  </a:lnTo>
                  <a:lnTo>
                    <a:pt x="19024" y="1060018"/>
                  </a:lnTo>
                  <a:close/>
                </a:path>
                <a:path w="4565015" h="4641215">
                  <a:moveTo>
                    <a:pt x="19024" y="965161"/>
                  </a:moveTo>
                  <a:lnTo>
                    <a:pt x="0" y="965161"/>
                  </a:lnTo>
                  <a:lnTo>
                    <a:pt x="0" y="1022223"/>
                  </a:lnTo>
                  <a:lnTo>
                    <a:pt x="19024" y="1022223"/>
                  </a:lnTo>
                  <a:lnTo>
                    <a:pt x="19024" y="965161"/>
                  </a:lnTo>
                  <a:close/>
                </a:path>
                <a:path w="4565015" h="4641215">
                  <a:moveTo>
                    <a:pt x="19024" y="870305"/>
                  </a:moveTo>
                  <a:lnTo>
                    <a:pt x="0" y="870305"/>
                  </a:lnTo>
                  <a:lnTo>
                    <a:pt x="0" y="927366"/>
                  </a:lnTo>
                  <a:lnTo>
                    <a:pt x="19024" y="927366"/>
                  </a:lnTo>
                  <a:lnTo>
                    <a:pt x="19024" y="870305"/>
                  </a:lnTo>
                  <a:close/>
                </a:path>
                <a:path w="4565015" h="4641215">
                  <a:moveTo>
                    <a:pt x="19024" y="775449"/>
                  </a:moveTo>
                  <a:lnTo>
                    <a:pt x="0" y="775449"/>
                  </a:lnTo>
                  <a:lnTo>
                    <a:pt x="0" y="832510"/>
                  </a:lnTo>
                  <a:lnTo>
                    <a:pt x="19024" y="832510"/>
                  </a:lnTo>
                  <a:lnTo>
                    <a:pt x="19024" y="775449"/>
                  </a:lnTo>
                  <a:close/>
                </a:path>
                <a:path w="4565015" h="4641215">
                  <a:moveTo>
                    <a:pt x="19024" y="680593"/>
                  </a:moveTo>
                  <a:lnTo>
                    <a:pt x="0" y="680593"/>
                  </a:lnTo>
                  <a:lnTo>
                    <a:pt x="0" y="737654"/>
                  </a:lnTo>
                  <a:lnTo>
                    <a:pt x="19024" y="737654"/>
                  </a:lnTo>
                  <a:lnTo>
                    <a:pt x="19024" y="680593"/>
                  </a:lnTo>
                  <a:close/>
                </a:path>
                <a:path w="4565015" h="4641215">
                  <a:moveTo>
                    <a:pt x="19024" y="585736"/>
                  </a:moveTo>
                  <a:lnTo>
                    <a:pt x="0" y="585736"/>
                  </a:lnTo>
                  <a:lnTo>
                    <a:pt x="0" y="642797"/>
                  </a:lnTo>
                  <a:lnTo>
                    <a:pt x="19024" y="642797"/>
                  </a:lnTo>
                  <a:lnTo>
                    <a:pt x="19024" y="585736"/>
                  </a:lnTo>
                  <a:close/>
                </a:path>
                <a:path w="4565015" h="4641215">
                  <a:moveTo>
                    <a:pt x="19024" y="490893"/>
                  </a:moveTo>
                  <a:lnTo>
                    <a:pt x="0" y="490893"/>
                  </a:lnTo>
                  <a:lnTo>
                    <a:pt x="0" y="547954"/>
                  </a:lnTo>
                  <a:lnTo>
                    <a:pt x="19024" y="547954"/>
                  </a:lnTo>
                  <a:lnTo>
                    <a:pt x="19024" y="490893"/>
                  </a:lnTo>
                  <a:close/>
                </a:path>
                <a:path w="4565015" h="4641215">
                  <a:moveTo>
                    <a:pt x="19024" y="396036"/>
                  </a:moveTo>
                  <a:lnTo>
                    <a:pt x="0" y="396036"/>
                  </a:lnTo>
                  <a:lnTo>
                    <a:pt x="0" y="453097"/>
                  </a:lnTo>
                  <a:lnTo>
                    <a:pt x="19024" y="453097"/>
                  </a:lnTo>
                  <a:lnTo>
                    <a:pt x="19024" y="396036"/>
                  </a:lnTo>
                  <a:close/>
                </a:path>
                <a:path w="4565015" h="4641215">
                  <a:moveTo>
                    <a:pt x="19024" y="301180"/>
                  </a:moveTo>
                  <a:lnTo>
                    <a:pt x="0" y="301180"/>
                  </a:lnTo>
                  <a:lnTo>
                    <a:pt x="0" y="358241"/>
                  </a:lnTo>
                  <a:lnTo>
                    <a:pt x="19024" y="358241"/>
                  </a:lnTo>
                  <a:lnTo>
                    <a:pt x="19024" y="301180"/>
                  </a:lnTo>
                  <a:close/>
                </a:path>
                <a:path w="4565015" h="4641215">
                  <a:moveTo>
                    <a:pt x="19024" y="206324"/>
                  </a:moveTo>
                  <a:lnTo>
                    <a:pt x="0" y="206324"/>
                  </a:lnTo>
                  <a:lnTo>
                    <a:pt x="0" y="263385"/>
                  </a:lnTo>
                  <a:lnTo>
                    <a:pt x="19024" y="263385"/>
                  </a:lnTo>
                  <a:lnTo>
                    <a:pt x="19024" y="206324"/>
                  </a:lnTo>
                  <a:close/>
                </a:path>
                <a:path w="4565015" h="4641215">
                  <a:moveTo>
                    <a:pt x="19024" y="111480"/>
                  </a:moveTo>
                  <a:lnTo>
                    <a:pt x="0" y="111480"/>
                  </a:lnTo>
                  <a:lnTo>
                    <a:pt x="0" y="168541"/>
                  </a:lnTo>
                  <a:lnTo>
                    <a:pt x="19024" y="168541"/>
                  </a:lnTo>
                  <a:lnTo>
                    <a:pt x="19024" y="111480"/>
                  </a:lnTo>
                  <a:close/>
                </a:path>
                <a:path w="4565015" h="4641215">
                  <a:moveTo>
                    <a:pt x="40386" y="31076"/>
                  </a:moveTo>
                  <a:lnTo>
                    <a:pt x="28829" y="16497"/>
                  </a:lnTo>
                  <a:lnTo>
                    <a:pt x="27838" y="17233"/>
                  </a:lnTo>
                  <a:lnTo>
                    <a:pt x="22288" y="22275"/>
                  </a:lnTo>
                  <a:lnTo>
                    <a:pt x="5689" y="47256"/>
                  </a:lnTo>
                  <a:lnTo>
                    <a:pt x="3251" y="54025"/>
                  </a:lnTo>
                  <a:lnTo>
                    <a:pt x="1447" y="61226"/>
                  </a:lnTo>
                  <a:lnTo>
                    <a:pt x="368" y="68516"/>
                  </a:lnTo>
                  <a:lnTo>
                    <a:pt x="127" y="73482"/>
                  </a:lnTo>
                  <a:lnTo>
                    <a:pt x="19024" y="74129"/>
                  </a:lnTo>
                  <a:lnTo>
                    <a:pt x="19024" y="68516"/>
                  </a:lnTo>
                  <a:lnTo>
                    <a:pt x="20472" y="61226"/>
                  </a:lnTo>
                  <a:lnTo>
                    <a:pt x="26263" y="47256"/>
                  </a:lnTo>
                  <a:lnTo>
                    <a:pt x="30391" y="41084"/>
                  </a:lnTo>
                  <a:lnTo>
                    <a:pt x="35737" y="35725"/>
                  </a:lnTo>
                  <a:lnTo>
                    <a:pt x="40386" y="31076"/>
                  </a:lnTo>
                  <a:close/>
                </a:path>
                <a:path w="4565015" h="4641215">
                  <a:moveTo>
                    <a:pt x="41986" y="4611154"/>
                  </a:moveTo>
                  <a:lnTo>
                    <a:pt x="20472" y="4579709"/>
                  </a:lnTo>
                  <a:lnTo>
                    <a:pt x="19024" y="4572355"/>
                  </a:lnTo>
                  <a:lnTo>
                    <a:pt x="19024" y="4568749"/>
                  </a:lnTo>
                  <a:lnTo>
                    <a:pt x="254" y="4570031"/>
                  </a:lnTo>
                  <a:lnTo>
                    <a:pt x="12814" y="4607141"/>
                  </a:lnTo>
                  <a:lnTo>
                    <a:pt x="31013" y="4626064"/>
                  </a:lnTo>
                  <a:lnTo>
                    <a:pt x="41986" y="4611154"/>
                  </a:lnTo>
                  <a:close/>
                </a:path>
                <a:path w="4565015" h="4641215">
                  <a:moveTo>
                    <a:pt x="128828" y="4621923"/>
                  </a:moveTo>
                  <a:lnTo>
                    <a:pt x="72542" y="4621923"/>
                  </a:lnTo>
                  <a:lnTo>
                    <a:pt x="71386" y="4640719"/>
                  </a:lnTo>
                  <a:lnTo>
                    <a:pt x="76073" y="4640935"/>
                  </a:lnTo>
                  <a:lnTo>
                    <a:pt x="128828" y="4640935"/>
                  </a:lnTo>
                  <a:lnTo>
                    <a:pt x="128828" y="4621923"/>
                  </a:lnTo>
                  <a:close/>
                </a:path>
                <a:path w="4565015" h="4641215">
                  <a:moveTo>
                    <a:pt x="133134" y="0"/>
                  </a:moveTo>
                  <a:lnTo>
                    <a:pt x="76073" y="0"/>
                  </a:lnTo>
                  <a:lnTo>
                    <a:pt x="68783" y="355"/>
                  </a:lnTo>
                  <a:lnTo>
                    <a:pt x="70573" y="19011"/>
                  </a:lnTo>
                  <a:lnTo>
                    <a:pt x="133134" y="19011"/>
                  </a:lnTo>
                  <a:lnTo>
                    <a:pt x="133134" y="0"/>
                  </a:lnTo>
                  <a:close/>
                </a:path>
                <a:path w="4565015" h="4641215">
                  <a:moveTo>
                    <a:pt x="223685" y="4621923"/>
                  </a:moveTo>
                  <a:lnTo>
                    <a:pt x="166624" y="4621923"/>
                  </a:lnTo>
                  <a:lnTo>
                    <a:pt x="166624" y="4640935"/>
                  </a:lnTo>
                  <a:lnTo>
                    <a:pt x="223685" y="4640935"/>
                  </a:lnTo>
                  <a:lnTo>
                    <a:pt x="223685" y="4621923"/>
                  </a:lnTo>
                  <a:close/>
                </a:path>
                <a:path w="4565015" h="4641215">
                  <a:moveTo>
                    <a:pt x="227990" y="0"/>
                  </a:moveTo>
                  <a:lnTo>
                    <a:pt x="170929" y="0"/>
                  </a:lnTo>
                  <a:lnTo>
                    <a:pt x="170929" y="19011"/>
                  </a:lnTo>
                  <a:lnTo>
                    <a:pt x="227990" y="19011"/>
                  </a:lnTo>
                  <a:lnTo>
                    <a:pt x="227990" y="0"/>
                  </a:lnTo>
                  <a:close/>
                </a:path>
                <a:path w="4565015" h="4641215">
                  <a:moveTo>
                    <a:pt x="318528" y="4621923"/>
                  </a:moveTo>
                  <a:lnTo>
                    <a:pt x="261467" y="4621923"/>
                  </a:lnTo>
                  <a:lnTo>
                    <a:pt x="261467" y="4640935"/>
                  </a:lnTo>
                  <a:lnTo>
                    <a:pt x="318528" y="4640935"/>
                  </a:lnTo>
                  <a:lnTo>
                    <a:pt x="318528" y="4621923"/>
                  </a:lnTo>
                  <a:close/>
                </a:path>
                <a:path w="4565015" h="4641215">
                  <a:moveTo>
                    <a:pt x="322846" y="0"/>
                  </a:moveTo>
                  <a:lnTo>
                    <a:pt x="265785" y="0"/>
                  </a:lnTo>
                  <a:lnTo>
                    <a:pt x="265785" y="19011"/>
                  </a:lnTo>
                  <a:lnTo>
                    <a:pt x="322846" y="19011"/>
                  </a:lnTo>
                  <a:lnTo>
                    <a:pt x="322846" y="0"/>
                  </a:lnTo>
                  <a:close/>
                </a:path>
                <a:path w="4565015" h="4641215">
                  <a:moveTo>
                    <a:pt x="413385" y="4621923"/>
                  </a:moveTo>
                  <a:lnTo>
                    <a:pt x="356323" y="4621923"/>
                  </a:lnTo>
                  <a:lnTo>
                    <a:pt x="356323" y="4640935"/>
                  </a:lnTo>
                  <a:lnTo>
                    <a:pt x="413385" y="4640935"/>
                  </a:lnTo>
                  <a:lnTo>
                    <a:pt x="413385" y="4621923"/>
                  </a:lnTo>
                  <a:close/>
                </a:path>
                <a:path w="4565015" h="4641215">
                  <a:moveTo>
                    <a:pt x="417690" y="0"/>
                  </a:moveTo>
                  <a:lnTo>
                    <a:pt x="360629" y="0"/>
                  </a:lnTo>
                  <a:lnTo>
                    <a:pt x="360629" y="19011"/>
                  </a:lnTo>
                  <a:lnTo>
                    <a:pt x="417690" y="19011"/>
                  </a:lnTo>
                  <a:lnTo>
                    <a:pt x="417690" y="0"/>
                  </a:lnTo>
                  <a:close/>
                </a:path>
                <a:path w="4565015" h="4641215">
                  <a:moveTo>
                    <a:pt x="508241" y="4621923"/>
                  </a:moveTo>
                  <a:lnTo>
                    <a:pt x="451180" y="4621923"/>
                  </a:lnTo>
                  <a:lnTo>
                    <a:pt x="451180" y="4640935"/>
                  </a:lnTo>
                  <a:lnTo>
                    <a:pt x="508241" y="4640935"/>
                  </a:lnTo>
                  <a:lnTo>
                    <a:pt x="508241" y="4621923"/>
                  </a:lnTo>
                  <a:close/>
                </a:path>
                <a:path w="4565015" h="4641215">
                  <a:moveTo>
                    <a:pt x="512546" y="0"/>
                  </a:moveTo>
                  <a:lnTo>
                    <a:pt x="455485" y="0"/>
                  </a:lnTo>
                  <a:lnTo>
                    <a:pt x="455485" y="19011"/>
                  </a:lnTo>
                  <a:lnTo>
                    <a:pt x="512546" y="19011"/>
                  </a:lnTo>
                  <a:lnTo>
                    <a:pt x="512546" y="0"/>
                  </a:lnTo>
                  <a:close/>
                </a:path>
                <a:path w="4565015" h="4641215">
                  <a:moveTo>
                    <a:pt x="603097" y="4621923"/>
                  </a:moveTo>
                  <a:lnTo>
                    <a:pt x="546036" y="4621923"/>
                  </a:lnTo>
                  <a:lnTo>
                    <a:pt x="546036" y="4640935"/>
                  </a:lnTo>
                  <a:lnTo>
                    <a:pt x="603097" y="4640935"/>
                  </a:lnTo>
                  <a:lnTo>
                    <a:pt x="603097" y="4621923"/>
                  </a:lnTo>
                  <a:close/>
                </a:path>
                <a:path w="4565015" h="4641215">
                  <a:moveTo>
                    <a:pt x="607402" y="0"/>
                  </a:moveTo>
                  <a:lnTo>
                    <a:pt x="550341" y="0"/>
                  </a:lnTo>
                  <a:lnTo>
                    <a:pt x="550341" y="19011"/>
                  </a:lnTo>
                  <a:lnTo>
                    <a:pt x="607402" y="19011"/>
                  </a:lnTo>
                  <a:lnTo>
                    <a:pt x="607402" y="0"/>
                  </a:lnTo>
                  <a:close/>
                </a:path>
                <a:path w="4565015" h="4641215">
                  <a:moveTo>
                    <a:pt x="697953" y="4621923"/>
                  </a:moveTo>
                  <a:lnTo>
                    <a:pt x="640892" y="4621923"/>
                  </a:lnTo>
                  <a:lnTo>
                    <a:pt x="640892" y="4640935"/>
                  </a:lnTo>
                  <a:lnTo>
                    <a:pt x="697953" y="4640935"/>
                  </a:lnTo>
                  <a:lnTo>
                    <a:pt x="697953" y="4621923"/>
                  </a:lnTo>
                  <a:close/>
                </a:path>
                <a:path w="4565015" h="4641215">
                  <a:moveTo>
                    <a:pt x="702259" y="0"/>
                  </a:moveTo>
                  <a:lnTo>
                    <a:pt x="645198" y="0"/>
                  </a:lnTo>
                  <a:lnTo>
                    <a:pt x="645198" y="19011"/>
                  </a:lnTo>
                  <a:lnTo>
                    <a:pt x="702259" y="19011"/>
                  </a:lnTo>
                  <a:lnTo>
                    <a:pt x="702259" y="0"/>
                  </a:lnTo>
                  <a:close/>
                </a:path>
                <a:path w="4565015" h="4641215">
                  <a:moveTo>
                    <a:pt x="792797" y="4621923"/>
                  </a:moveTo>
                  <a:lnTo>
                    <a:pt x="735736" y="4621923"/>
                  </a:lnTo>
                  <a:lnTo>
                    <a:pt x="735736" y="4640935"/>
                  </a:lnTo>
                  <a:lnTo>
                    <a:pt x="792797" y="4640935"/>
                  </a:lnTo>
                  <a:lnTo>
                    <a:pt x="792797" y="4621923"/>
                  </a:lnTo>
                  <a:close/>
                </a:path>
                <a:path w="4565015" h="4641215">
                  <a:moveTo>
                    <a:pt x="797115" y="0"/>
                  </a:moveTo>
                  <a:lnTo>
                    <a:pt x="740054" y="0"/>
                  </a:lnTo>
                  <a:lnTo>
                    <a:pt x="740054" y="19011"/>
                  </a:lnTo>
                  <a:lnTo>
                    <a:pt x="797115" y="19011"/>
                  </a:lnTo>
                  <a:lnTo>
                    <a:pt x="797115" y="0"/>
                  </a:lnTo>
                  <a:close/>
                </a:path>
                <a:path w="4565015" h="4641215">
                  <a:moveTo>
                    <a:pt x="887653" y="4621923"/>
                  </a:moveTo>
                  <a:lnTo>
                    <a:pt x="830592" y="4621923"/>
                  </a:lnTo>
                  <a:lnTo>
                    <a:pt x="830592" y="4640935"/>
                  </a:lnTo>
                  <a:lnTo>
                    <a:pt x="887653" y="4640935"/>
                  </a:lnTo>
                  <a:lnTo>
                    <a:pt x="887653" y="4621923"/>
                  </a:lnTo>
                  <a:close/>
                </a:path>
                <a:path w="4565015" h="4641215">
                  <a:moveTo>
                    <a:pt x="891959" y="0"/>
                  </a:moveTo>
                  <a:lnTo>
                    <a:pt x="834898" y="0"/>
                  </a:lnTo>
                  <a:lnTo>
                    <a:pt x="834898" y="19011"/>
                  </a:lnTo>
                  <a:lnTo>
                    <a:pt x="891959" y="19011"/>
                  </a:lnTo>
                  <a:lnTo>
                    <a:pt x="891959" y="0"/>
                  </a:lnTo>
                  <a:close/>
                </a:path>
                <a:path w="4565015" h="4641215">
                  <a:moveTo>
                    <a:pt x="982510" y="4621923"/>
                  </a:moveTo>
                  <a:lnTo>
                    <a:pt x="925449" y="4621923"/>
                  </a:lnTo>
                  <a:lnTo>
                    <a:pt x="925449" y="4640935"/>
                  </a:lnTo>
                  <a:lnTo>
                    <a:pt x="982510" y="4640935"/>
                  </a:lnTo>
                  <a:lnTo>
                    <a:pt x="982510" y="4621923"/>
                  </a:lnTo>
                  <a:close/>
                </a:path>
                <a:path w="4565015" h="4641215">
                  <a:moveTo>
                    <a:pt x="986815" y="0"/>
                  </a:moveTo>
                  <a:lnTo>
                    <a:pt x="929754" y="0"/>
                  </a:lnTo>
                  <a:lnTo>
                    <a:pt x="929754" y="19011"/>
                  </a:lnTo>
                  <a:lnTo>
                    <a:pt x="986815" y="19011"/>
                  </a:lnTo>
                  <a:lnTo>
                    <a:pt x="986815" y="0"/>
                  </a:lnTo>
                  <a:close/>
                </a:path>
                <a:path w="4565015" h="4641215">
                  <a:moveTo>
                    <a:pt x="1077366" y="4621923"/>
                  </a:moveTo>
                  <a:lnTo>
                    <a:pt x="1020305" y="4621923"/>
                  </a:lnTo>
                  <a:lnTo>
                    <a:pt x="1020305" y="4640935"/>
                  </a:lnTo>
                  <a:lnTo>
                    <a:pt x="1077366" y="4640935"/>
                  </a:lnTo>
                  <a:lnTo>
                    <a:pt x="1077366" y="4621923"/>
                  </a:lnTo>
                  <a:close/>
                </a:path>
                <a:path w="4565015" h="4641215">
                  <a:moveTo>
                    <a:pt x="1081671" y="0"/>
                  </a:moveTo>
                  <a:lnTo>
                    <a:pt x="1024610" y="0"/>
                  </a:lnTo>
                  <a:lnTo>
                    <a:pt x="1024610" y="19011"/>
                  </a:lnTo>
                  <a:lnTo>
                    <a:pt x="1081671" y="19011"/>
                  </a:lnTo>
                  <a:lnTo>
                    <a:pt x="1081671" y="0"/>
                  </a:lnTo>
                  <a:close/>
                </a:path>
                <a:path w="4565015" h="4641215">
                  <a:moveTo>
                    <a:pt x="1172222" y="4621923"/>
                  </a:moveTo>
                  <a:lnTo>
                    <a:pt x="1115161" y="4621923"/>
                  </a:lnTo>
                  <a:lnTo>
                    <a:pt x="1115161" y="4640935"/>
                  </a:lnTo>
                  <a:lnTo>
                    <a:pt x="1172222" y="4640935"/>
                  </a:lnTo>
                  <a:lnTo>
                    <a:pt x="1172222" y="4621923"/>
                  </a:lnTo>
                  <a:close/>
                </a:path>
                <a:path w="4565015" h="4641215">
                  <a:moveTo>
                    <a:pt x="1176528" y="0"/>
                  </a:moveTo>
                  <a:lnTo>
                    <a:pt x="1119466" y="0"/>
                  </a:lnTo>
                  <a:lnTo>
                    <a:pt x="1119466" y="19011"/>
                  </a:lnTo>
                  <a:lnTo>
                    <a:pt x="1176528" y="19011"/>
                  </a:lnTo>
                  <a:lnTo>
                    <a:pt x="1176528" y="0"/>
                  </a:lnTo>
                  <a:close/>
                </a:path>
                <a:path w="4565015" h="4641215">
                  <a:moveTo>
                    <a:pt x="1267079" y="4621923"/>
                  </a:moveTo>
                  <a:lnTo>
                    <a:pt x="1210017" y="4621923"/>
                  </a:lnTo>
                  <a:lnTo>
                    <a:pt x="1210017" y="4640935"/>
                  </a:lnTo>
                  <a:lnTo>
                    <a:pt x="1267079" y="4640935"/>
                  </a:lnTo>
                  <a:lnTo>
                    <a:pt x="1267079" y="4621923"/>
                  </a:lnTo>
                  <a:close/>
                </a:path>
                <a:path w="4565015" h="4641215">
                  <a:moveTo>
                    <a:pt x="1271371" y="0"/>
                  </a:moveTo>
                  <a:lnTo>
                    <a:pt x="1214323" y="0"/>
                  </a:lnTo>
                  <a:lnTo>
                    <a:pt x="1214323" y="19011"/>
                  </a:lnTo>
                  <a:lnTo>
                    <a:pt x="1271371" y="19011"/>
                  </a:lnTo>
                  <a:lnTo>
                    <a:pt x="1271371" y="0"/>
                  </a:lnTo>
                  <a:close/>
                </a:path>
                <a:path w="4565015" h="4641215">
                  <a:moveTo>
                    <a:pt x="1361922" y="4621923"/>
                  </a:moveTo>
                  <a:lnTo>
                    <a:pt x="1304861" y="4621923"/>
                  </a:lnTo>
                  <a:lnTo>
                    <a:pt x="1304861" y="4640935"/>
                  </a:lnTo>
                  <a:lnTo>
                    <a:pt x="1361922" y="4640935"/>
                  </a:lnTo>
                  <a:lnTo>
                    <a:pt x="1361922" y="4621923"/>
                  </a:lnTo>
                  <a:close/>
                </a:path>
                <a:path w="4565015" h="4641215">
                  <a:moveTo>
                    <a:pt x="1366227" y="0"/>
                  </a:moveTo>
                  <a:lnTo>
                    <a:pt x="1309166" y="0"/>
                  </a:lnTo>
                  <a:lnTo>
                    <a:pt x="1309166" y="19011"/>
                  </a:lnTo>
                  <a:lnTo>
                    <a:pt x="1366227" y="19011"/>
                  </a:lnTo>
                  <a:lnTo>
                    <a:pt x="1366227" y="0"/>
                  </a:lnTo>
                  <a:close/>
                </a:path>
                <a:path w="4565015" h="4641215">
                  <a:moveTo>
                    <a:pt x="1456778" y="4621923"/>
                  </a:moveTo>
                  <a:lnTo>
                    <a:pt x="1399717" y="4621923"/>
                  </a:lnTo>
                  <a:lnTo>
                    <a:pt x="1399717" y="4640935"/>
                  </a:lnTo>
                  <a:lnTo>
                    <a:pt x="1456778" y="4640935"/>
                  </a:lnTo>
                  <a:lnTo>
                    <a:pt x="1456778" y="4621923"/>
                  </a:lnTo>
                  <a:close/>
                </a:path>
                <a:path w="4565015" h="4641215">
                  <a:moveTo>
                    <a:pt x="1461084" y="0"/>
                  </a:moveTo>
                  <a:lnTo>
                    <a:pt x="1404023" y="0"/>
                  </a:lnTo>
                  <a:lnTo>
                    <a:pt x="1404023" y="19011"/>
                  </a:lnTo>
                  <a:lnTo>
                    <a:pt x="1461084" y="19011"/>
                  </a:lnTo>
                  <a:lnTo>
                    <a:pt x="1461084" y="0"/>
                  </a:lnTo>
                  <a:close/>
                </a:path>
                <a:path w="4565015" h="4641215">
                  <a:moveTo>
                    <a:pt x="1551635" y="4621923"/>
                  </a:moveTo>
                  <a:lnTo>
                    <a:pt x="1494574" y="4621923"/>
                  </a:lnTo>
                  <a:lnTo>
                    <a:pt x="1494574" y="4640935"/>
                  </a:lnTo>
                  <a:lnTo>
                    <a:pt x="1551635" y="4640935"/>
                  </a:lnTo>
                  <a:lnTo>
                    <a:pt x="1551635" y="4621923"/>
                  </a:lnTo>
                  <a:close/>
                </a:path>
                <a:path w="4565015" h="4641215">
                  <a:moveTo>
                    <a:pt x="1555927" y="0"/>
                  </a:moveTo>
                  <a:lnTo>
                    <a:pt x="1498866" y="0"/>
                  </a:lnTo>
                  <a:lnTo>
                    <a:pt x="1498866" y="19011"/>
                  </a:lnTo>
                  <a:lnTo>
                    <a:pt x="1555927" y="19011"/>
                  </a:lnTo>
                  <a:lnTo>
                    <a:pt x="1555927" y="0"/>
                  </a:lnTo>
                  <a:close/>
                </a:path>
                <a:path w="4565015" h="4641215">
                  <a:moveTo>
                    <a:pt x="1646491" y="4621923"/>
                  </a:moveTo>
                  <a:lnTo>
                    <a:pt x="1589430" y="4621923"/>
                  </a:lnTo>
                  <a:lnTo>
                    <a:pt x="1589430" y="4640935"/>
                  </a:lnTo>
                  <a:lnTo>
                    <a:pt x="1646491" y="4640935"/>
                  </a:lnTo>
                  <a:lnTo>
                    <a:pt x="1646491" y="4621923"/>
                  </a:lnTo>
                  <a:close/>
                </a:path>
                <a:path w="4565015" h="4641215">
                  <a:moveTo>
                    <a:pt x="1650784" y="0"/>
                  </a:moveTo>
                  <a:lnTo>
                    <a:pt x="1593723" y="0"/>
                  </a:lnTo>
                  <a:lnTo>
                    <a:pt x="1593723" y="19011"/>
                  </a:lnTo>
                  <a:lnTo>
                    <a:pt x="1650784" y="19011"/>
                  </a:lnTo>
                  <a:lnTo>
                    <a:pt x="1650784" y="0"/>
                  </a:lnTo>
                  <a:close/>
                </a:path>
                <a:path w="4565015" h="4641215">
                  <a:moveTo>
                    <a:pt x="1741347" y="4621923"/>
                  </a:moveTo>
                  <a:lnTo>
                    <a:pt x="1684286" y="4621923"/>
                  </a:lnTo>
                  <a:lnTo>
                    <a:pt x="1684286" y="4640935"/>
                  </a:lnTo>
                  <a:lnTo>
                    <a:pt x="1741347" y="4640935"/>
                  </a:lnTo>
                  <a:lnTo>
                    <a:pt x="1741347" y="4621923"/>
                  </a:lnTo>
                  <a:close/>
                </a:path>
                <a:path w="4565015" h="4641215">
                  <a:moveTo>
                    <a:pt x="1745640" y="0"/>
                  </a:moveTo>
                  <a:lnTo>
                    <a:pt x="1688579" y="0"/>
                  </a:lnTo>
                  <a:lnTo>
                    <a:pt x="1688579" y="19011"/>
                  </a:lnTo>
                  <a:lnTo>
                    <a:pt x="1745640" y="19011"/>
                  </a:lnTo>
                  <a:lnTo>
                    <a:pt x="1745640" y="0"/>
                  </a:lnTo>
                  <a:close/>
                </a:path>
                <a:path w="4565015" h="4641215">
                  <a:moveTo>
                    <a:pt x="1836191" y="4621923"/>
                  </a:moveTo>
                  <a:lnTo>
                    <a:pt x="1779130" y="4621923"/>
                  </a:lnTo>
                  <a:lnTo>
                    <a:pt x="1779130" y="4640935"/>
                  </a:lnTo>
                  <a:lnTo>
                    <a:pt x="1836191" y="4640935"/>
                  </a:lnTo>
                  <a:lnTo>
                    <a:pt x="1836191" y="4621923"/>
                  </a:lnTo>
                  <a:close/>
                </a:path>
                <a:path w="4565015" h="4641215">
                  <a:moveTo>
                    <a:pt x="1840496" y="0"/>
                  </a:moveTo>
                  <a:lnTo>
                    <a:pt x="1783435" y="0"/>
                  </a:lnTo>
                  <a:lnTo>
                    <a:pt x="1783435" y="19011"/>
                  </a:lnTo>
                  <a:lnTo>
                    <a:pt x="1840496" y="19011"/>
                  </a:lnTo>
                  <a:lnTo>
                    <a:pt x="1840496" y="0"/>
                  </a:lnTo>
                  <a:close/>
                </a:path>
                <a:path w="4565015" h="4641215">
                  <a:moveTo>
                    <a:pt x="1931047" y="4621923"/>
                  </a:moveTo>
                  <a:lnTo>
                    <a:pt x="1873986" y="4621923"/>
                  </a:lnTo>
                  <a:lnTo>
                    <a:pt x="1873986" y="4640935"/>
                  </a:lnTo>
                  <a:lnTo>
                    <a:pt x="1931047" y="4640935"/>
                  </a:lnTo>
                  <a:lnTo>
                    <a:pt x="1931047" y="4621923"/>
                  </a:lnTo>
                  <a:close/>
                </a:path>
                <a:path w="4565015" h="4641215">
                  <a:moveTo>
                    <a:pt x="1935353" y="0"/>
                  </a:moveTo>
                  <a:lnTo>
                    <a:pt x="1878291" y="0"/>
                  </a:lnTo>
                  <a:lnTo>
                    <a:pt x="1878291" y="19011"/>
                  </a:lnTo>
                  <a:lnTo>
                    <a:pt x="1935353" y="19011"/>
                  </a:lnTo>
                  <a:lnTo>
                    <a:pt x="1935353" y="0"/>
                  </a:lnTo>
                  <a:close/>
                </a:path>
                <a:path w="4565015" h="4641215">
                  <a:moveTo>
                    <a:pt x="2025891" y="4621923"/>
                  </a:moveTo>
                  <a:lnTo>
                    <a:pt x="1968830" y="4621923"/>
                  </a:lnTo>
                  <a:lnTo>
                    <a:pt x="1968830" y="4640935"/>
                  </a:lnTo>
                  <a:lnTo>
                    <a:pt x="2025891" y="4640935"/>
                  </a:lnTo>
                  <a:lnTo>
                    <a:pt x="2025891" y="4621923"/>
                  </a:lnTo>
                  <a:close/>
                </a:path>
                <a:path w="4565015" h="4641215">
                  <a:moveTo>
                    <a:pt x="2030209" y="0"/>
                  </a:moveTo>
                  <a:lnTo>
                    <a:pt x="1973148" y="0"/>
                  </a:lnTo>
                  <a:lnTo>
                    <a:pt x="1973148" y="19011"/>
                  </a:lnTo>
                  <a:lnTo>
                    <a:pt x="2030209" y="19011"/>
                  </a:lnTo>
                  <a:lnTo>
                    <a:pt x="2030209" y="0"/>
                  </a:lnTo>
                  <a:close/>
                </a:path>
                <a:path w="4565015" h="4641215">
                  <a:moveTo>
                    <a:pt x="2120747" y="4621923"/>
                  </a:moveTo>
                  <a:lnTo>
                    <a:pt x="2063686" y="4621923"/>
                  </a:lnTo>
                  <a:lnTo>
                    <a:pt x="2063686" y="4640935"/>
                  </a:lnTo>
                  <a:lnTo>
                    <a:pt x="2120747" y="4640935"/>
                  </a:lnTo>
                  <a:lnTo>
                    <a:pt x="2120747" y="4621923"/>
                  </a:lnTo>
                  <a:close/>
                </a:path>
                <a:path w="4565015" h="4641215">
                  <a:moveTo>
                    <a:pt x="2125053" y="0"/>
                  </a:moveTo>
                  <a:lnTo>
                    <a:pt x="2067991" y="0"/>
                  </a:lnTo>
                  <a:lnTo>
                    <a:pt x="2067991" y="19011"/>
                  </a:lnTo>
                  <a:lnTo>
                    <a:pt x="2125053" y="19011"/>
                  </a:lnTo>
                  <a:lnTo>
                    <a:pt x="2125053" y="0"/>
                  </a:lnTo>
                  <a:close/>
                </a:path>
                <a:path w="4565015" h="4641215">
                  <a:moveTo>
                    <a:pt x="2215604" y="4621923"/>
                  </a:moveTo>
                  <a:lnTo>
                    <a:pt x="2158542" y="4621923"/>
                  </a:lnTo>
                  <a:lnTo>
                    <a:pt x="2158542" y="4640935"/>
                  </a:lnTo>
                  <a:lnTo>
                    <a:pt x="2215604" y="4640935"/>
                  </a:lnTo>
                  <a:lnTo>
                    <a:pt x="2215604" y="4621923"/>
                  </a:lnTo>
                  <a:close/>
                </a:path>
                <a:path w="4565015" h="4641215">
                  <a:moveTo>
                    <a:pt x="2219909" y="0"/>
                  </a:moveTo>
                  <a:lnTo>
                    <a:pt x="2162848" y="0"/>
                  </a:lnTo>
                  <a:lnTo>
                    <a:pt x="2162848" y="19011"/>
                  </a:lnTo>
                  <a:lnTo>
                    <a:pt x="2219909" y="19011"/>
                  </a:lnTo>
                  <a:lnTo>
                    <a:pt x="2219909" y="0"/>
                  </a:lnTo>
                  <a:close/>
                </a:path>
                <a:path w="4565015" h="4641215">
                  <a:moveTo>
                    <a:pt x="2310460" y="4621923"/>
                  </a:moveTo>
                  <a:lnTo>
                    <a:pt x="2253399" y="4621923"/>
                  </a:lnTo>
                  <a:lnTo>
                    <a:pt x="2253399" y="4640935"/>
                  </a:lnTo>
                  <a:lnTo>
                    <a:pt x="2310460" y="4640935"/>
                  </a:lnTo>
                  <a:lnTo>
                    <a:pt x="2310460" y="4621923"/>
                  </a:lnTo>
                  <a:close/>
                </a:path>
                <a:path w="4565015" h="4641215">
                  <a:moveTo>
                    <a:pt x="2314765" y="0"/>
                  </a:moveTo>
                  <a:lnTo>
                    <a:pt x="2257704" y="0"/>
                  </a:lnTo>
                  <a:lnTo>
                    <a:pt x="2257704" y="19011"/>
                  </a:lnTo>
                  <a:lnTo>
                    <a:pt x="2314765" y="19011"/>
                  </a:lnTo>
                  <a:lnTo>
                    <a:pt x="2314765" y="0"/>
                  </a:lnTo>
                  <a:close/>
                </a:path>
                <a:path w="4565015" h="4641215">
                  <a:moveTo>
                    <a:pt x="2405316" y="4621923"/>
                  </a:moveTo>
                  <a:lnTo>
                    <a:pt x="2348255" y="4621923"/>
                  </a:lnTo>
                  <a:lnTo>
                    <a:pt x="2348255" y="4640935"/>
                  </a:lnTo>
                  <a:lnTo>
                    <a:pt x="2405316" y="4640935"/>
                  </a:lnTo>
                  <a:lnTo>
                    <a:pt x="2405316" y="4621923"/>
                  </a:lnTo>
                  <a:close/>
                </a:path>
                <a:path w="4565015" h="4641215">
                  <a:moveTo>
                    <a:pt x="2409621" y="0"/>
                  </a:moveTo>
                  <a:lnTo>
                    <a:pt x="2352560" y="0"/>
                  </a:lnTo>
                  <a:lnTo>
                    <a:pt x="2352560" y="19011"/>
                  </a:lnTo>
                  <a:lnTo>
                    <a:pt x="2409621" y="19011"/>
                  </a:lnTo>
                  <a:lnTo>
                    <a:pt x="2409621" y="0"/>
                  </a:lnTo>
                  <a:close/>
                </a:path>
                <a:path w="4565015" h="4641215">
                  <a:moveTo>
                    <a:pt x="2500160" y="4621923"/>
                  </a:moveTo>
                  <a:lnTo>
                    <a:pt x="2443099" y="4621923"/>
                  </a:lnTo>
                  <a:lnTo>
                    <a:pt x="2443099" y="4640935"/>
                  </a:lnTo>
                  <a:lnTo>
                    <a:pt x="2500160" y="4640935"/>
                  </a:lnTo>
                  <a:lnTo>
                    <a:pt x="2500160" y="4621923"/>
                  </a:lnTo>
                  <a:close/>
                </a:path>
                <a:path w="4565015" h="4641215">
                  <a:moveTo>
                    <a:pt x="2504478" y="0"/>
                  </a:moveTo>
                  <a:lnTo>
                    <a:pt x="2447417" y="0"/>
                  </a:lnTo>
                  <a:lnTo>
                    <a:pt x="2447417" y="19011"/>
                  </a:lnTo>
                  <a:lnTo>
                    <a:pt x="2504478" y="19011"/>
                  </a:lnTo>
                  <a:lnTo>
                    <a:pt x="2504478" y="0"/>
                  </a:lnTo>
                  <a:close/>
                </a:path>
                <a:path w="4565015" h="4641215">
                  <a:moveTo>
                    <a:pt x="2595016" y="4621923"/>
                  </a:moveTo>
                  <a:lnTo>
                    <a:pt x="2537955" y="4621923"/>
                  </a:lnTo>
                  <a:lnTo>
                    <a:pt x="2537955" y="4640935"/>
                  </a:lnTo>
                  <a:lnTo>
                    <a:pt x="2595016" y="4640935"/>
                  </a:lnTo>
                  <a:lnTo>
                    <a:pt x="2595016" y="4621923"/>
                  </a:lnTo>
                  <a:close/>
                </a:path>
                <a:path w="4565015" h="4641215">
                  <a:moveTo>
                    <a:pt x="2599321" y="0"/>
                  </a:moveTo>
                  <a:lnTo>
                    <a:pt x="2542260" y="0"/>
                  </a:lnTo>
                  <a:lnTo>
                    <a:pt x="2542260" y="19011"/>
                  </a:lnTo>
                  <a:lnTo>
                    <a:pt x="2599321" y="19011"/>
                  </a:lnTo>
                  <a:lnTo>
                    <a:pt x="2599321" y="0"/>
                  </a:lnTo>
                  <a:close/>
                </a:path>
                <a:path w="4565015" h="4641215">
                  <a:moveTo>
                    <a:pt x="2689834" y="4621923"/>
                  </a:moveTo>
                  <a:lnTo>
                    <a:pt x="2632773" y="4621923"/>
                  </a:lnTo>
                  <a:lnTo>
                    <a:pt x="2632773" y="4640935"/>
                  </a:lnTo>
                  <a:lnTo>
                    <a:pt x="2689834" y="4640935"/>
                  </a:lnTo>
                  <a:lnTo>
                    <a:pt x="2689834" y="4621923"/>
                  </a:lnTo>
                  <a:close/>
                </a:path>
                <a:path w="4565015" h="4641215">
                  <a:moveTo>
                    <a:pt x="2694216" y="0"/>
                  </a:moveTo>
                  <a:lnTo>
                    <a:pt x="2637155" y="0"/>
                  </a:lnTo>
                  <a:lnTo>
                    <a:pt x="2637155" y="19011"/>
                  </a:lnTo>
                  <a:lnTo>
                    <a:pt x="2694216" y="19011"/>
                  </a:lnTo>
                  <a:lnTo>
                    <a:pt x="2694216" y="0"/>
                  </a:lnTo>
                  <a:close/>
                </a:path>
                <a:path w="4565015" h="4641215">
                  <a:moveTo>
                    <a:pt x="2784741" y="4621923"/>
                  </a:moveTo>
                  <a:lnTo>
                    <a:pt x="2727680" y="4621923"/>
                  </a:lnTo>
                  <a:lnTo>
                    <a:pt x="2727680" y="4640935"/>
                  </a:lnTo>
                  <a:lnTo>
                    <a:pt x="2784741" y="4640935"/>
                  </a:lnTo>
                  <a:lnTo>
                    <a:pt x="2784741" y="4621923"/>
                  </a:lnTo>
                  <a:close/>
                </a:path>
                <a:path w="4565015" h="4641215">
                  <a:moveTo>
                    <a:pt x="2789021" y="0"/>
                  </a:moveTo>
                  <a:lnTo>
                    <a:pt x="2731960" y="0"/>
                  </a:lnTo>
                  <a:lnTo>
                    <a:pt x="2731960" y="19011"/>
                  </a:lnTo>
                  <a:lnTo>
                    <a:pt x="2789021" y="19011"/>
                  </a:lnTo>
                  <a:lnTo>
                    <a:pt x="2789021" y="0"/>
                  </a:lnTo>
                  <a:close/>
                </a:path>
                <a:path w="4565015" h="4641215">
                  <a:moveTo>
                    <a:pt x="2879560" y="4621923"/>
                  </a:moveTo>
                  <a:lnTo>
                    <a:pt x="2822498" y="4621923"/>
                  </a:lnTo>
                  <a:lnTo>
                    <a:pt x="2822498" y="4640935"/>
                  </a:lnTo>
                  <a:lnTo>
                    <a:pt x="2879560" y="4640935"/>
                  </a:lnTo>
                  <a:lnTo>
                    <a:pt x="2879560" y="4621923"/>
                  </a:lnTo>
                  <a:close/>
                </a:path>
                <a:path w="4565015" h="4641215">
                  <a:moveTo>
                    <a:pt x="2883839" y="0"/>
                  </a:moveTo>
                  <a:lnTo>
                    <a:pt x="2826778" y="0"/>
                  </a:lnTo>
                  <a:lnTo>
                    <a:pt x="2826778" y="19011"/>
                  </a:lnTo>
                  <a:lnTo>
                    <a:pt x="2883839" y="19011"/>
                  </a:lnTo>
                  <a:lnTo>
                    <a:pt x="2883839" y="0"/>
                  </a:lnTo>
                  <a:close/>
                </a:path>
                <a:path w="4565015" h="4641215">
                  <a:moveTo>
                    <a:pt x="2974467" y="4621923"/>
                  </a:moveTo>
                  <a:lnTo>
                    <a:pt x="2917418" y="4621923"/>
                  </a:lnTo>
                  <a:lnTo>
                    <a:pt x="2917418" y="4640935"/>
                  </a:lnTo>
                  <a:lnTo>
                    <a:pt x="2974467" y="4640935"/>
                  </a:lnTo>
                  <a:lnTo>
                    <a:pt x="2974467" y="4621923"/>
                  </a:lnTo>
                  <a:close/>
                </a:path>
                <a:path w="4565015" h="4641215">
                  <a:moveTo>
                    <a:pt x="2978747" y="0"/>
                  </a:moveTo>
                  <a:lnTo>
                    <a:pt x="2921685" y="0"/>
                  </a:lnTo>
                  <a:lnTo>
                    <a:pt x="2921685" y="19011"/>
                  </a:lnTo>
                  <a:lnTo>
                    <a:pt x="2978747" y="19011"/>
                  </a:lnTo>
                  <a:lnTo>
                    <a:pt x="2978747" y="0"/>
                  </a:lnTo>
                  <a:close/>
                </a:path>
                <a:path w="4565015" h="4641215">
                  <a:moveTo>
                    <a:pt x="3069285" y="4621923"/>
                  </a:moveTo>
                  <a:lnTo>
                    <a:pt x="3012224" y="4621923"/>
                  </a:lnTo>
                  <a:lnTo>
                    <a:pt x="3012224" y="4640935"/>
                  </a:lnTo>
                  <a:lnTo>
                    <a:pt x="3069285" y="4640935"/>
                  </a:lnTo>
                  <a:lnTo>
                    <a:pt x="3069285" y="4621923"/>
                  </a:lnTo>
                  <a:close/>
                </a:path>
                <a:path w="4565015" h="4641215">
                  <a:moveTo>
                    <a:pt x="3073565" y="0"/>
                  </a:moveTo>
                  <a:lnTo>
                    <a:pt x="3016504" y="0"/>
                  </a:lnTo>
                  <a:lnTo>
                    <a:pt x="3016504" y="19011"/>
                  </a:lnTo>
                  <a:lnTo>
                    <a:pt x="3073565" y="19011"/>
                  </a:lnTo>
                  <a:lnTo>
                    <a:pt x="3073565" y="0"/>
                  </a:lnTo>
                  <a:close/>
                </a:path>
                <a:path w="4565015" h="4641215">
                  <a:moveTo>
                    <a:pt x="3164103" y="4621923"/>
                  </a:moveTo>
                  <a:lnTo>
                    <a:pt x="3107042" y="4621923"/>
                  </a:lnTo>
                  <a:lnTo>
                    <a:pt x="3107042" y="4640935"/>
                  </a:lnTo>
                  <a:lnTo>
                    <a:pt x="3164103" y="4640935"/>
                  </a:lnTo>
                  <a:lnTo>
                    <a:pt x="3164103" y="4621923"/>
                  </a:lnTo>
                  <a:close/>
                </a:path>
                <a:path w="4565015" h="4641215">
                  <a:moveTo>
                    <a:pt x="3168485" y="0"/>
                  </a:moveTo>
                  <a:lnTo>
                    <a:pt x="3111423" y="0"/>
                  </a:lnTo>
                  <a:lnTo>
                    <a:pt x="3111423" y="19011"/>
                  </a:lnTo>
                  <a:lnTo>
                    <a:pt x="3168485" y="19011"/>
                  </a:lnTo>
                  <a:lnTo>
                    <a:pt x="3168485" y="0"/>
                  </a:lnTo>
                  <a:close/>
                </a:path>
                <a:path w="4565015" h="4641215">
                  <a:moveTo>
                    <a:pt x="3259010" y="4621923"/>
                  </a:moveTo>
                  <a:lnTo>
                    <a:pt x="3201949" y="4621923"/>
                  </a:lnTo>
                  <a:lnTo>
                    <a:pt x="3201949" y="4640935"/>
                  </a:lnTo>
                  <a:lnTo>
                    <a:pt x="3259010" y="4640935"/>
                  </a:lnTo>
                  <a:lnTo>
                    <a:pt x="3259010" y="4621923"/>
                  </a:lnTo>
                  <a:close/>
                </a:path>
                <a:path w="4565015" h="4641215">
                  <a:moveTo>
                    <a:pt x="3263290" y="0"/>
                  </a:moveTo>
                  <a:lnTo>
                    <a:pt x="3206229" y="0"/>
                  </a:lnTo>
                  <a:lnTo>
                    <a:pt x="3206229" y="19011"/>
                  </a:lnTo>
                  <a:lnTo>
                    <a:pt x="3263290" y="19011"/>
                  </a:lnTo>
                  <a:lnTo>
                    <a:pt x="3263290" y="0"/>
                  </a:lnTo>
                  <a:close/>
                </a:path>
                <a:path w="4565015" h="4641215">
                  <a:moveTo>
                    <a:pt x="3353828" y="4621923"/>
                  </a:moveTo>
                  <a:lnTo>
                    <a:pt x="3296767" y="4621923"/>
                  </a:lnTo>
                  <a:lnTo>
                    <a:pt x="3296767" y="4640935"/>
                  </a:lnTo>
                  <a:lnTo>
                    <a:pt x="3353828" y="4640935"/>
                  </a:lnTo>
                  <a:lnTo>
                    <a:pt x="3353828" y="4621923"/>
                  </a:lnTo>
                  <a:close/>
                </a:path>
                <a:path w="4565015" h="4641215">
                  <a:moveTo>
                    <a:pt x="3358108" y="0"/>
                  </a:moveTo>
                  <a:lnTo>
                    <a:pt x="3301047" y="0"/>
                  </a:lnTo>
                  <a:lnTo>
                    <a:pt x="3301047" y="19011"/>
                  </a:lnTo>
                  <a:lnTo>
                    <a:pt x="3358108" y="19011"/>
                  </a:lnTo>
                  <a:lnTo>
                    <a:pt x="3358108" y="0"/>
                  </a:lnTo>
                  <a:close/>
                </a:path>
                <a:path w="4565015" h="4641215">
                  <a:moveTo>
                    <a:pt x="3448748" y="4621923"/>
                  </a:moveTo>
                  <a:lnTo>
                    <a:pt x="3391687" y="4621923"/>
                  </a:lnTo>
                  <a:lnTo>
                    <a:pt x="3391687" y="4640935"/>
                  </a:lnTo>
                  <a:lnTo>
                    <a:pt x="3448748" y="4640935"/>
                  </a:lnTo>
                  <a:lnTo>
                    <a:pt x="3448748" y="4621923"/>
                  </a:lnTo>
                  <a:close/>
                </a:path>
                <a:path w="4565015" h="4641215">
                  <a:moveTo>
                    <a:pt x="3453028" y="0"/>
                  </a:moveTo>
                  <a:lnTo>
                    <a:pt x="3395967" y="0"/>
                  </a:lnTo>
                  <a:lnTo>
                    <a:pt x="3395967" y="19011"/>
                  </a:lnTo>
                  <a:lnTo>
                    <a:pt x="3453028" y="19011"/>
                  </a:lnTo>
                  <a:lnTo>
                    <a:pt x="3453028" y="0"/>
                  </a:lnTo>
                  <a:close/>
                </a:path>
                <a:path w="4565015" h="4641215">
                  <a:moveTo>
                    <a:pt x="3543554" y="4621923"/>
                  </a:moveTo>
                  <a:lnTo>
                    <a:pt x="3486493" y="4621923"/>
                  </a:lnTo>
                  <a:lnTo>
                    <a:pt x="3486493" y="4640935"/>
                  </a:lnTo>
                  <a:lnTo>
                    <a:pt x="3543554" y="4640935"/>
                  </a:lnTo>
                  <a:lnTo>
                    <a:pt x="3543554" y="4621923"/>
                  </a:lnTo>
                  <a:close/>
                </a:path>
                <a:path w="4565015" h="4641215">
                  <a:moveTo>
                    <a:pt x="3547834" y="0"/>
                  </a:moveTo>
                  <a:lnTo>
                    <a:pt x="3490772" y="0"/>
                  </a:lnTo>
                  <a:lnTo>
                    <a:pt x="3490772" y="19011"/>
                  </a:lnTo>
                  <a:lnTo>
                    <a:pt x="3547834" y="19011"/>
                  </a:lnTo>
                  <a:lnTo>
                    <a:pt x="3547834" y="0"/>
                  </a:lnTo>
                  <a:close/>
                </a:path>
                <a:path w="4565015" h="4641215">
                  <a:moveTo>
                    <a:pt x="3638372" y="4621923"/>
                  </a:moveTo>
                  <a:lnTo>
                    <a:pt x="3581311" y="4621923"/>
                  </a:lnTo>
                  <a:lnTo>
                    <a:pt x="3581311" y="4640935"/>
                  </a:lnTo>
                  <a:lnTo>
                    <a:pt x="3638372" y="4640935"/>
                  </a:lnTo>
                  <a:lnTo>
                    <a:pt x="3638372" y="4621923"/>
                  </a:lnTo>
                  <a:close/>
                </a:path>
                <a:path w="4565015" h="4641215">
                  <a:moveTo>
                    <a:pt x="3642753" y="0"/>
                  </a:moveTo>
                  <a:lnTo>
                    <a:pt x="3585692" y="0"/>
                  </a:lnTo>
                  <a:lnTo>
                    <a:pt x="3585692" y="19011"/>
                  </a:lnTo>
                  <a:lnTo>
                    <a:pt x="3642753" y="19011"/>
                  </a:lnTo>
                  <a:lnTo>
                    <a:pt x="3642753" y="0"/>
                  </a:lnTo>
                  <a:close/>
                </a:path>
                <a:path w="4565015" h="4641215">
                  <a:moveTo>
                    <a:pt x="3733292" y="4621923"/>
                  </a:moveTo>
                  <a:lnTo>
                    <a:pt x="3676231" y="4621923"/>
                  </a:lnTo>
                  <a:lnTo>
                    <a:pt x="3676231" y="4640935"/>
                  </a:lnTo>
                  <a:lnTo>
                    <a:pt x="3733292" y="4640935"/>
                  </a:lnTo>
                  <a:lnTo>
                    <a:pt x="3733292" y="4621923"/>
                  </a:lnTo>
                  <a:close/>
                </a:path>
                <a:path w="4565015" h="4641215">
                  <a:moveTo>
                    <a:pt x="3737572" y="0"/>
                  </a:moveTo>
                  <a:lnTo>
                    <a:pt x="3680510" y="0"/>
                  </a:lnTo>
                  <a:lnTo>
                    <a:pt x="3680510" y="19011"/>
                  </a:lnTo>
                  <a:lnTo>
                    <a:pt x="3737572" y="19011"/>
                  </a:lnTo>
                  <a:lnTo>
                    <a:pt x="3737572" y="0"/>
                  </a:lnTo>
                  <a:close/>
                </a:path>
                <a:path w="4565015" h="4641215">
                  <a:moveTo>
                    <a:pt x="3828097" y="4621923"/>
                  </a:moveTo>
                  <a:lnTo>
                    <a:pt x="3771036" y="4621923"/>
                  </a:lnTo>
                  <a:lnTo>
                    <a:pt x="3771036" y="4640935"/>
                  </a:lnTo>
                  <a:lnTo>
                    <a:pt x="3828097" y="4640935"/>
                  </a:lnTo>
                  <a:lnTo>
                    <a:pt x="3828097" y="4621923"/>
                  </a:lnTo>
                  <a:close/>
                </a:path>
                <a:path w="4565015" h="4641215">
                  <a:moveTo>
                    <a:pt x="3832377" y="0"/>
                  </a:moveTo>
                  <a:lnTo>
                    <a:pt x="3775316" y="0"/>
                  </a:lnTo>
                  <a:lnTo>
                    <a:pt x="3775316" y="19011"/>
                  </a:lnTo>
                  <a:lnTo>
                    <a:pt x="3832377" y="19011"/>
                  </a:lnTo>
                  <a:lnTo>
                    <a:pt x="3832377" y="0"/>
                  </a:lnTo>
                  <a:close/>
                </a:path>
                <a:path w="4565015" h="4641215">
                  <a:moveTo>
                    <a:pt x="3923017" y="4621923"/>
                  </a:moveTo>
                  <a:lnTo>
                    <a:pt x="3865956" y="4621923"/>
                  </a:lnTo>
                  <a:lnTo>
                    <a:pt x="3865956" y="4640935"/>
                  </a:lnTo>
                  <a:lnTo>
                    <a:pt x="3923017" y="4640935"/>
                  </a:lnTo>
                  <a:lnTo>
                    <a:pt x="3923017" y="4621923"/>
                  </a:lnTo>
                  <a:close/>
                </a:path>
                <a:path w="4565015" h="4641215">
                  <a:moveTo>
                    <a:pt x="3927297" y="0"/>
                  </a:moveTo>
                  <a:lnTo>
                    <a:pt x="3870236" y="0"/>
                  </a:lnTo>
                  <a:lnTo>
                    <a:pt x="3870236" y="19011"/>
                  </a:lnTo>
                  <a:lnTo>
                    <a:pt x="3927297" y="19011"/>
                  </a:lnTo>
                  <a:lnTo>
                    <a:pt x="3927297" y="0"/>
                  </a:lnTo>
                  <a:close/>
                </a:path>
                <a:path w="4565015" h="4641215">
                  <a:moveTo>
                    <a:pt x="4017822" y="4621923"/>
                  </a:moveTo>
                  <a:lnTo>
                    <a:pt x="3960774" y="4621923"/>
                  </a:lnTo>
                  <a:lnTo>
                    <a:pt x="3960774" y="4640935"/>
                  </a:lnTo>
                  <a:lnTo>
                    <a:pt x="4017822" y="4640935"/>
                  </a:lnTo>
                  <a:lnTo>
                    <a:pt x="4017822" y="4621923"/>
                  </a:lnTo>
                  <a:close/>
                </a:path>
                <a:path w="4565015" h="4641215">
                  <a:moveTo>
                    <a:pt x="4022102" y="0"/>
                  </a:moveTo>
                  <a:lnTo>
                    <a:pt x="3965041" y="0"/>
                  </a:lnTo>
                  <a:lnTo>
                    <a:pt x="3965041" y="19011"/>
                  </a:lnTo>
                  <a:lnTo>
                    <a:pt x="4022102" y="19011"/>
                  </a:lnTo>
                  <a:lnTo>
                    <a:pt x="4022102" y="0"/>
                  </a:lnTo>
                  <a:close/>
                </a:path>
                <a:path w="4565015" h="4641215">
                  <a:moveTo>
                    <a:pt x="4112641" y="4621923"/>
                  </a:moveTo>
                  <a:lnTo>
                    <a:pt x="4055580" y="4621923"/>
                  </a:lnTo>
                  <a:lnTo>
                    <a:pt x="4055580" y="4640935"/>
                  </a:lnTo>
                  <a:lnTo>
                    <a:pt x="4112641" y="4640935"/>
                  </a:lnTo>
                  <a:lnTo>
                    <a:pt x="4112641" y="4621923"/>
                  </a:lnTo>
                  <a:close/>
                </a:path>
                <a:path w="4565015" h="4641215">
                  <a:moveTo>
                    <a:pt x="4117022" y="0"/>
                  </a:moveTo>
                  <a:lnTo>
                    <a:pt x="4059961" y="0"/>
                  </a:lnTo>
                  <a:lnTo>
                    <a:pt x="4059961" y="19011"/>
                  </a:lnTo>
                  <a:lnTo>
                    <a:pt x="4117022" y="19011"/>
                  </a:lnTo>
                  <a:lnTo>
                    <a:pt x="4117022" y="0"/>
                  </a:lnTo>
                  <a:close/>
                </a:path>
                <a:path w="4565015" h="4641215">
                  <a:moveTo>
                    <a:pt x="4207560" y="4621923"/>
                  </a:moveTo>
                  <a:lnTo>
                    <a:pt x="4150499" y="4621923"/>
                  </a:lnTo>
                  <a:lnTo>
                    <a:pt x="4150499" y="4640935"/>
                  </a:lnTo>
                  <a:lnTo>
                    <a:pt x="4207560" y="4640935"/>
                  </a:lnTo>
                  <a:lnTo>
                    <a:pt x="4207560" y="4621923"/>
                  </a:lnTo>
                  <a:close/>
                </a:path>
                <a:path w="4565015" h="4641215">
                  <a:moveTo>
                    <a:pt x="4211840" y="0"/>
                  </a:moveTo>
                  <a:lnTo>
                    <a:pt x="4154779" y="0"/>
                  </a:lnTo>
                  <a:lnTo>
                    <a:pt x="4154779" y="19011"/>
                  </a:lnTo>
                  <a:lnTo>
                    <a:pt x="4211840" y="19011"/>
                  </a:lnTo>
                  <a:lnTo>
                    <a:pt x="4211840" y="0"/>
                  </a:lnTo>
                  <a:close/>
                </a:path>
                <a:path w="4565015" h="4641215">
                  <a:moveTo>
                    <a:pt x="4302366" y="4621923"/>
                  </a:moveTo>
                  <a:lnTo>
                    <a:pt x="4245305" y="4621923"/>
                  </a:lnTo>
                  <a:lnTo>
                    <a:pt x="4245305" y="4640935"/>
                  </a:lnTo>
                  <a:lnTo>
                    <a:pt x="4302366" y="4640935"/>
                  </a:lnTo>
                  <a:lnTo>
                    <a:pt x="4302366" y="4621923"/>
                  </a:lnTo>
                  <a:close/>
                </a:path>
                <a:path w="4565015" h="4641215">
                  <a:moveTo>
                    <a:pt x="4306646" y="0"/>
                  </a:moveTo>
                  <a:lnTo>
                    <a:pt x="4249585" y="0"/>
                  </a:lnTo>
                  <a:lnTo>
                    <a:pt x="4249585" y="19011"/>
                  </a:lnTo>
                  <a:lnTo>
                    <a:pt x="4306646" y="19011"/>
                  </a:lnTo>
                  <a:lnTo>
                    <a:pt x="4306646" y="0"/>
                  </a:lnTo>
                  <a:close/>
                </a:path>
                <a:path w="4565015" h="4641215">
                  <a:moveTo>
                    <a:pt x="4397286" y="4621923"/>
                  </a:moveTo>
                  <a:lnTo>
                    <a:pt x="4340225" y="4621923"/>
                  </a:lnTo>
                  <a:lnTo>
                    <a:pt x="4340225" y="4640935"/>
                  </a:lnTo>
                  <a:lnTo>
                    <a:pt x="4397286" y="4640935"/>
                  </a:lnTo>
                  <a:lnTo>
                    <a:pt x="4397286" y="4621923"/>
                  </a:lnTo>
                  <a:close/>
                </a:path>
                <a:path w="4565015" h="4641215">
                  <a:moveTo>
                    <a:pt x="4401566" y="0"/>
                  </a:moveTo>
                  <a:lnTo>
                    <a:pt x="4344505" y="0"/>
                  </a:lnTo>
                  <a:lnTo>
                    <a:pt x="4344505" y="19011"/>
                  </a:lnTo>
                  <a:lnTo>
                    <a:pt x="4401566" y="19011"/>
                  </a:lnTo>
                  <a:lnTo>
                    <a:pt x="4401566" y="0"/>
                  </a:lnTo>
                  <a:close/>
                </a:path>
                <a:path w="4565015" h="4641215">
                  <a:moveTo>
                    <a:pt x="4492409" y="4640770"/>
                  </a:moveTo>
                  <a:lnTo>
                    <a:pt x="4491507" y="4621923"/>
                  </a:lnTo>
                  <a:lnTo>
                    <a:pt x="4435043" y="4621923"/>
                  </a:lnTo>
                  <a:lnTo>
                    <a:pt x="4435043" y="4640935"/>
                  </a:lnTo>
                  <a:lnTo>
                    <a:pt x="4488789" y="4640935"/>
                  </a:lnTo>
                  <a:lnTo>
                    <a:pt x="4492409" y="4640770"/>
                  </a:lnTo>
                  <a:close/>
                </a:path>
                <a:path w="4565015" h="4641215">
                  <a:moveTo>
                    <a:pt x="4497146" y="355"/>
                  </a:moveTo>
                  <a:lnTo>
                    <a:pt x="4496282" y="355"/>
                  </a:lnTo>
                  <a:lnTo>
                    <a:pt x="4488789" y="0"/>
                  </a:lnTo>
                  <a:lnTo>
                    <a:pt x="4439323" y="0"/>
                  </a:lnTo>
                  <a:lnTo>
                    <a:pt x="4439323" y="19011"/>
                  </a:lnTo>
                  <a:lnTo>
                    <a:pt x="4495089" y="19011"/>
                  </a:lnTo>
                  <a:lnTo>
                    <a:pt x="4497146" y="355"/>
                  </a:lnTo>
                  <a:close/>
                </a:path>
                <a:path w="4565015" h="4641215">
                  <a:moveTo>
                    <a:pt x="4564570" y="4571111"/>
                  </a:moveTo>
                  <a:lnTo>
                    <a:pt x="4545850" y="4569574"/>
                  </a:lnTo>
                  <a:lnTo>
                    <a:pt x="4545850" y="4572355"/>
                  </a:lnTo>
                  <a:lnTo>
                    <a:pt x="4544415" y="4579709"/>
                  </a:lnTo>
                  <a:lnTo>
                    <a:pt x="4522152" y="4611649"/>
                  </a:lnTo>
                  <a:lnTo>
                    <a:pt x="4532909" y="4626762"/>
                  </a:lnTo>
                  <a:lnTo>
                    <a:pt x="4559071" y="4593971"/>
                  </a:lnTo>
                  <a:lnTo>
                    <a:pt x="4564507" y="4572355"/>
                  </a:lnTo>
                  <a:lnTo>
                    <a:pt x="4564570" y="4571111"/>
                  </a:lnTo>
                  <a:close/>
                </a:path>
                <a:path w="4565015" h="4641215">
                  <a:moveTo>
                    <a:pt x="4564799" y="74549"/>
                  </a:moveTo>
                  <a:lnTo>
                    <a:pt x="4552048" y="33807"/>
                  </a:lnTo>
                  <a:lnTo>
                    <a:pt x="4536922" y="17157"/>
                  </a:lnTo>
                  <a:lnTo>
                    <a:pt x="4525073" y="31673"/>
                  </a:lnTo>
                  <a:lnTo>
                    <a:pt x="4529137" y="35737"/>
                  </a:lnTo>
                  <a:lnTo>
                    <a:pt x="4534484" y="41084"/>
                  </a:lnTo>
                  <a:lnTo>
                    <a:pt x="4538624" y="47256"/>
                  </a:lnTo>
                  <a:lnTo>
                    <a:pt x="4544415" y="61226"/>
                  </a:lnTo>
                  <a:lnTo>
                    <a:pt x="4545850" y="68516"/>
                  </a:lnTo>
                  <a:lnTo>
                    <a:pt x="4545850" y="74930"/>
                  </a:lnTo>
                  <a:lnTo>
                    <a:pt x="4564799" y="74549"/>
                  </a:lnTo>
                  <a:close/>
                </a:path>
                <a:path w="4565015" h="4641215">
                  <a:moveTo>
                    <a:pt x="4564862" y="4475721"/>
                  </a:moveTo>
                  <a:lnTo>
                    <a:pt x="4545850" y="4475721"/>
                  </a:lnTo>
                  <a:lnTo>
                    <a:pt x="4545850" y="4532782"/>
                  </a:lnTo>
                  <a:lnTo>
                    <a:pt x="4564862" y="4532782"/>
                  </a:lnTo>
                  <a:lnTo>
                    <a:pt x="4564862" y="4475721"/>
                  </a:lnTo>
                  <a:close/>
                </a:path>
                <a:path w="4565015" h="4641215">
                  <a:moveTo>
                    <a:pt x="4564862" y="4380865"/>
                  </a:moveTo>
                  <a:lnTo>
                    <a:pt x="4545850" y="4380865"/>
                  </a:lnTo>
                  <a:lnTo>
                    <a:pt x="4545850" y="4437926"/>
                  </a:lnTo>
                  <a:lnTo>
                    <a:pt x="4564862" y="4437926"/>
                  </a:lnTo>
                  <a:lnTo>
                    <a:pt x="4564862" y="4380865"/>
                  </a:lnTo>
                  <a:close/>
                </a:path>
                <a:path w="4565015" h="4641215">
                  <a:moveTo>
                    <a:pt x="4564862" y="4286021"/>
                  </a:moveTo>
                  <a:lnTo>
                    <a:pt x="4545850" y="4286021"/>
                  </a:lnTo>
                  <a:lnTo>
                    <a:pt x="4545850" y="4343082"/>
                  </a:lnTo>
                  <a:lnTo>
                    <a:pt x="4564862" y="4343082"/>
                  </a:lnTo>
                  <a:lnTo>
                    <a:pt x="4564862" y="4286021"/>
                  </a:lnTo>
                  <a:close/>
                </a:path>
                <a:path w="4565015" h="4641215">
                  <a:moveTo>
                    <a:pt x="4564862" y="4191165"/>
                  </a:moveTo>
                  <a:lnTo>
                    <a:pt x="4545850" y="4191165"/>
                  </a:lnTo>
                  <a:lnTo>
                    <a:pt x="4545850" y="4248226"/>
                  </a:lnTo>
                  <a:lnTo>
                    <a:pt x="4564862" y="4248226"/>
                  </a:lnTo>
                  <a:lnTo>
                    <a:pt x="4564862" y="4191165"/>
                  </a:lnTo>
                  <a:close/>
                </a:path>
                <a:path w="4565015" h="4641215">
                  <a:moveTo>
                    <a:pt x="4564862" y="4096308"/>
                  </a:moveTo>
                  <a:lnTo>
                    <a:pt x="4545850" y="4096308"/>
                  </a:lnTo>
                  <a:lnTo>
                    <a:pt x="4545850" y="4153370"/>
                  </a:lnTo>
                  <a:lnTo>
                    <a:pt x="4564862" y="4153370"/>
                  </a:lnTo>
                  <a:lnTo>
                    <a:pt x="4564862" y="4096308"/>
                  </a:lnTo>
                  <a:close/>
                </a:path>
                <a:path w="4565015" h="4641215">
                  <a:moveTo>
                    <a:pt x="4564862" y="4001452"/>
                  </a:moveTo>
                  <a:lnTo>
                    <a:pt x="4545850" y="4001452"/>
                  </a:lnTo>
                  <a:lnTo>
                    <a:pt x="4545850" y="4058513"/>
                  </a:lnTo>
                  <a:lnTo>
                    <a:pt x="4564862" y="4058513"/>
                  </a:lnTo>
                  <a:lnTo>
                    <a:pt x="4564862" y="4001452"/>
                  </a:lnTo>
                  <a:close/>
                </a:path>
                <a:path w="4565015" h="4641215">
                  <a:moveTo>
                    <a:pt x="4564862" y="3906596"/>
                  </a:moveTo>
                  <a:lnTo>
                    <a:pt x="4545850" y="3906596"/>
                  </a:lnTo>
                  <a:lnTo>
                    <a:pt x="4545850" y="3963657"/>
                  </a:lnTo>
                  <a:lnTo>
                    <a:pt x="4564862" y="3963657"/>
                  </a:lnTo>
                  <a:lnTo>
                    <a:pt x="4564862" y="3906596"/>
                  </a:lnTo>
                  <a:close/>
                </a:path>
                <a:path w="4565015" h="4641215">
                  <a:moveTo>
                    <a:pt x="4564862" y="3811752"/>
                  </a:moveTo>
                  <a:lnTo>
                    <a:pt x="4545850" y="3811752"/>
                  </a:lnTo>
                  <a:lnTo>
                    <a:pt x="4545850" y="3868813"/>
                  </a:lnTo>
                  <a:lnTo>
                    <a:pt x="4564862" y="3868813"/>
                  </a:lnTo>
                  <a:lnTo>
                    <a:pt x="4564862" y="3811752"/>
                  </a:lnTo>
                  <a:close/>
                </a:path>
                <a:path w="4565015" h="4641215">
                  <a:moveTo>
                    <a:pt x="4564862" y="3716896"/>
                  </a:moveTo>
                  <a:lnTo>
                    <a:pt x="4545850" y="3716896"/>
                  </a:lnTo>
                  <a:lnTo>
                    <a:pt x="4545850" y="3773957"/>
                  </a:lnTo>
                  <a:lnTo>
                    <a:pt x="4564862" y="3773957"/>
                  </a:lnTo>
                  <a:lnTo>
                    <a:pt x="4564862" y="3716896"/>
                  </a:lnTo>
                  <a:close/>
                </a:path>
                <a:path w="4565015" h="4641215">
                  <a:moveTo>
                    <a:pt x="4564862" y="3622040"/>
                  </a:moveTo>
                  <a:lnTo>
                    <a:pt x="4545850" y="3622040"/>
                  </a:lnTo>
                  <a:lnTo>
                    <a:pt x="4545850" y="3679101"/>
                  </a:lnTo>
                  <a:lnTo>
                    <a:pt x="4564862" y="3679101"/>
                  </a:lnTo>
                  <a:lnTo>
                    <a:pt x="4564862" y="3622040"/>
                  </a:lnTo>
                  <a:close/>
                </a:path>
                <a:path w="4565015" h="4641215">
                  <a:moveTo>
                    <a:pt x="4564862" y="3527183"/>
                  </a:moveTo>
                  <a:lnTo>
                    <a:pt x="4545850" y="3527183"/>
                  </a:lnTo>
                  <a:lnTo>
                    <a:pt x="4545850" y="3584244"/>
                  </a:lnTo>
                  <a:lnTo>
                    <a:pt x="4564862" y="3584244"/>
                  </a:lnTo>
                  <a:lnTo>
                    <a:pt x="4564862" y="3527183"/>
                  </a:lnTo>
                  <a:close/>
                </a:path>
                <a:path w="4565015" h="4641215">
                  <a:moveTo>
                    <a:pt x="4564862" y="3432327"/>
                  </a:moveTo>
                  <a:lnTo>
                    <a:pt x="4545850" y="3432327"/>
                  </a:lnTo>
                  <a:lnTo>
                    <a:pt x="4545850" y="3489388"/>
                  </a:lnTo>
                  <a:lnTo>
                    <a:pt x="4564862" y="3489388"/>
                  </a:lnTo>
                  <a:lnTo>
                    <a:pt x="4564862" y="3432327"/>
                  </a:lnTo>
                  <a:close/>
                </a:path>
                <a:path w="4565015" h="4641215">
                  <a:moveTo>
                    <a:pt x="4564862" y="3337483"/>
                  </a:moveTo>
                  <a:lnTo>
                    <a:pt x="4545850" y="3337483"/>
                  </a:lnTo>
                  <a:lnTo>
                    <a:pt x="4545850" y="3394545"/>
                  </a:lnTo>
                  <a:lnTo>
                    <a:pt x="4564862" y="3394545"/>
                  </a:lnTo>
                  <a:lnTo>
                    <a:pt x="4564862" y="3337483"/>
                  </a:lnTo>
                  <a:close/>
                </a:path>
                <a:path w="4565015" h="4641215">
                  <a:moveTo>
                    <a:pt x="4564862" y="3242627"/>
                  </a:moveTo>
                  <a:lnTo>
                    <a:pt x="4545850" y="3242627"/>
                  </a:lnTo>
                  <a:lnTo>
                    <a:pt x="4545850" y="3299688"/>
                  </a:lnTo>
                  <a:lnTo>
                    <a:pt x="4564862" y="3299688"/>
                  </a:lnTo>
                  <a:lnTo>
                    <a:pt x="4564862" y="3242627"/>
                  </a:lnTo>
                  <a:close/>
                </a:path>
                <a:path w="4565015" h="4641215">
                  <a:moveTo>
                    <a:pt x="4564862" y="3147771"/>
                  </a:moveTo>
                  <a:lnTo>
                    <a:pt x="4545850" y="3147771"/>
                  </a:lnTo>
                  <a:lnTo>
                    <a:pt x="4545850" y="3204832"/>
                  </a:lnTo>
                  <a:lnTo>
                    <a:pt x="4564862" y="3204832"/>
                  </a:lnTo>
                  <a:lnTo>
                    <a:pt x="4564862" y="3147771"/>
                  </a:lnTo>
                  <a:close/>
                </a:path>
                <a:path w="4565015" h="4641215">
                  <a:moveTo>
                    <a:pt x="4564862" y="3052915"/>
                  </a:moveTo>
                  <a:lnTo>
                    <a:pt x="4545850" y="3052915"/>
                  </a:lnTo>
                  <a:lnTo>
                    <a:pt x="4545850" y="3109976"/>
                  </a:lnTo>
                  <a:lnTo>
                    <a:pt x="4564862" y="3109976"/>
                  </a:lnTo>
                  <a:lnTo>
                    <a:pt x="4564862" y="3052915"/>
                  </a:lnTo>
                  <a:close/>
                </a:path>
                <a:path w="4565015" h="4641215">
                  <a:moveTo>
                    <a:pt x="4564862" y="2958058"/>
                  </a:moveTo>
                  <a:lnTo>
                    <a:pt x="4545850" y="2958058"/>
                  </a:lnTo>
                  <a:lnTo>
                    <a:pt x="4545850" y="3015119"/>
                  </a:lnTo>
                  <a:lnTo>
                    <a:pt x="4564862" y="3015119"/>
                  </a:lnTo>
                  <a:lnTo>
                    <a:pt x="4564862" y="2958058"/>
                  </a:lnTo>
                  <a:close/>
                </a:path>
                <a:path w="4565015" h="4641215">
                  <a:moveTo>
                    <a:pt x="4564862" y="2863202"/>
                  </a:moveTo>
                  <a:lnTo>
                    <a:pt x="4545850" y="2863202"/>
                  </a:lnTo>
                  <a:lnTo>
                    <a:pt x="4545850" y="2920263"/>
                  </a:lnTo>
                  <a:lnTo>
                    <a:pt x="4564862" y="2920263"/>
                  </a:lnTo>
                  <a:lnTo>
                    <a:pt x="4564862" y="2863202"/>
                  </a:lnTo>
                  <a:close/>
                </a:path>
                <a:path w="4565015" h="4641215">
                  <a:moveTo>
                    <a:pt x="4564862" y="2768358"/>
                  </a:moveTo>
                  <a:lnTo>
                    <a:pt x="4545850" y="2768358"/>
                  </a:lnTo>
                  <a:lnTo>
                    <a:pt x="4545850" y="2825419"/>
                  </a:lnTo>
                  <a:lnTo>
                    <a:pt x="4564862" y="2825419"/>
                  </a:lnTo>
                  <a:lnTo>
                    <a:pt x="4564862" y="2768358"/>
                  </a:lnTo>
                  <a:close/>
                </a:path>
                <a:path w="4565015" h="4641215">
                  <a:moveTo>
                    <a:pt x="4564862" y="2673502"/>
                  </a:moveTo>
                  <a:lnTo>
                    <a:pt x="4545850" y="2673502"/>
                  </a:lnTo>
                  <a:lnTo>
                    <a:pt x="4545850" y="2730563"/>
                  </a:lnTo>
                  <a:lnTo>
                    <a:pt x="4564862" y="2730563"/>
                  </a:lnTo>
                  <a:lnTo>
                    <a:pt x="4564862" y="2673502"/>
                  </a:lnTo>
                  <a:close/>
                </a:path>
                <a:path w="4565015" h="4641215">
                  <a:moveTo>
                    <a:pt x="4564862" y="2578646"/>
                  </a:moveTo>
                  <a:lnTo>
                    <a:pt x="4545850" y="2578646"/>
                  </a:lnTo>
                  <a:lnTo>
                    <a:pt x="4545850" y="2635707"/>
                  </a:lnTo>
                  <a:lnTo>
                    <a:pt x="4564862" y="2635707"/>
                  </a:lnTo>
                  <a:lnTo>
                    <a:pt x="4564862" y="2578646"/>
                  </a:lnTo>
                  <a:close/>
                </a:path>
                <a:path w="4565015" h="4641215">
                  <a:moveTo>
                    <a:pt x="4564862" y="2483789"/>
                  </a:moveTo>
                  <a:lnTo>
                    <a:pt x="4545850" y="2483789"/>
                  </a:lnTo>
                  <a:lnTo>
                    <a:pt x="4545850" y="2540851"/>
                  </a:lnTo>
                  <a:lnTo>
                    <a:pt x="4564862" y="2540851"/>
                  </a:lnTo>
                  <a:lnTo>
                    <a:pt x="4564862" y="2483789"/>
                  </a:lnTo>
                  <a:close/>
                </a:path>
                <a:path w="4565015" h="4641215">
                  <a:moveTo>
                    <a:pt x="4564862" y="2388933"/>
                  </a:moveTo>
                  <a:lnTo>
                    <a:pt x="4545850" y="2388933"/>
                  </a:lnTo>
                  <a:lnTo>
                    <a:pt x="4545850" y="2445994"/>
                  </a:lnTo>
                  <a:lnTo>
                    <a:pt x="4564862" y="2445994"/>
                  </a:lnTo>
                  <a:lnTo>
                    <a:pt x="4564862" y="2388933"/>
                  </a:lnTo>
                  <a:close/>
                </a:path>
                <a:path w="4565015" h="4641215">
                  <a:moveTo>
                    <a:pt x="4564862" y="2294090"/>
                  </a:moveTo>
                  <a:lnTo>
                    <a:pt x="4545850" y="2294090"/>
                  </a:lnTo>
                  <a:lnTo>
                    <a:pt x="4545850" y="2351151"/>
                  </a:lnTo>
                  <a:lnTo>
                    <a:pt x="4564862" y="2351151"/>
                  </a:lnTo>
                  <a:lnTo>
                    <a:pt x="4564862" y="2294090"/>
                  </a:lnTo>
                  <a:close/>
                </a:path>
                <a:path w="4565015" h="4641215">
                  <a:moveTo>
                    <a:pt x="4564862" y="2199233"/>
                  </a:moveTo>
                  <a:lnTo>
                    <a:pt x="4545850" y="2199233"/>
                  </a:lnTo>
                  <a:lnTo>
                    <a:pt x="4545850" y="2256294"/>
                  </a:lnTo>
                  <a:lnTo>
                    <a:pt x="4564862" y="2256294"/>
                  </a:lnTo>
                  <a:lnTo>
                    <a:pt x="4564862" y="2199233"/>
                  </a:lnTo>
                  <a:close/>
                </a:path>
                <a:path w="4565015" h="4641215">
                  <a:moveTo>
                    <a:pt x="4564862" y="2104377"/>
                  </a:moveTo>
                  <a:lnTo>
                    <a:pt x="4545850" y="2104377"/>
                  </a:lnTo>
                  <a:lnTo>
                    <a:pt x="4545850" y="2161438"/>
                  </a:lnTo>
                  <a:lnTo>
                    <a:pt x="4564862" y="2161438"/>
                  </a:lnTo>
                  <a:lnTo>
                    <a:pt x="4564862" y="2104377"/>
                  </a:lnTo>
                  <a:close/>
                </a:path>
                <a:path w="4565015" h="4641215">
                  <a:moveTo>
                    <a:pt x="4564862" y="2009533"/>
                  </a:moveTo>
                  <a:lnTo>
                    <a:pt x="4545850" y="2009533"/>
                  </a:lnTo>
                  <a:lnTo>
                    <a:pt x="4545850" y="2066594"/>
                  </a:lnTo>
                  <a:lnTo>
                    <a:pt x="4564862" y="2066594"/>
                  </a:lnTo>
                  <a:lnTo>
                    <a:pt x="4564862" y="2009533"/>
                  </a:lnTo>
                  <a:close/>
                </a:path>
                <a:path w="4565015" h="4641215">
                  <a:moveTo>
                    <a:pt x="4564862" y="1914677"/>
                  </a:moveTo>
                  <a:lnTo>
                    <a:pt x="4545850" y="1914677"/>
                  </a:lnTo>
                  <a:lnTo>
                    <a:pt x="4545850" y="1971738"/>
                  </a:lnTo>
                  <a:lnTo>
                    <a:pt x="4564862" y="1971738"/>
                  </a:lnTo>
                  <a:lnTo>
                    <a:pt x="4564862" y="1914677"/>
                  </a:lnTo>
                  <a:close/>
                </a:path>
                <a:path w="4565015" h="4641215">
                  <a:moveTo>
                    <a:pt x="4564862" y="1819821"/>
                  </a:moveTo>
                  <a:lnTo>
                    <a:pt x="4545850" y="1819821"/>
                  </a:lnTo>
                  <a:lnTo>
                    <a:pt x="4545850" y="1876882"/>
                  </a:lnTo>
                  <a:lnTo>
                    <a:pt x="4564862" y="1876882"/>
                  </a:lnTo>
                  <a:lnTo>
                    <a:pt x="4564862" y="1819821"/>
                  </a:lnTo>
                  <a:close/>
                </a:path>
                <a:path w="4565015" h="4641215">
                  <a:moveTo>
                    <a:pt x="4564862" y="1724964"/>
                  </a:moveTo>
                  <a:lnTo>
                    <a:pt x="4545850" y="1724964"/>
                  </a:lnTo>
                  <a:lnTo>
                    <a:pt x="4545850" y="1782025"/>
                  </a:lnTo>
                  <a:lnTo>
                    <a:pt x="4564862" y="1782025"/>
                  </a:lnTo>
                  <a:lnTo>
                    <a:pt x="4564862" y="1724964"/>
                  </a:lnTo>
                  <a:close/>
                </a:path>
                <a:path w="4565015" h="4641215">
                  <a:moveTo>
                    <a:pt x="4564862" y="1630121"/>
                  </a:moveTo>
                  <a:lnTo>
                    <a:pt x="4545850" y="1630121"/>
                  </a:lnTo>
                  <a:lnTo>
                    <a:pt x="4545850" y="1687182"/>
                  </a:lnTo>
                  <a:lnTo>
                    <a:pt x="4564862" y="1687182"/>
                  </a:lnTo>
                  <a:lnTo>
                    <a:pt x="4564862" y="1630121"/>
                  </a:lnTo>
                  <a:close/>
                </a:path>
                <a:path w="4565015" h="4641215">
                  <a:moveTo>
                    <a:pt x="4564862" y="1535264"/>
                  </a:moveTo>
                  <a:lnTo>
                    <a:pt x="4545850" y="1535264"/>
                  </a:lnTo>
                  <a:lnTo>
                    <a:pt x="4545850" y="1592326"/>
                  </a:lnTo>
                  <a:lnTo>
                    <a:pt x="4564862" y="1592326"/>
                  </a:lnTo>
                  <a:lnTo>
                    <a:pt x="4564862" y="1535264"/>
                  </a:lnTo>
                  <a:close/>
                </a:path>
                <a:path w="4565015" h="4641215">
                  <a:moveTo>
                    <a:pt x="4564862" y="1440408"/>
                  </a:moveTo>
                  <a:lnTo>
                    <a:pt x="4545850" y="1440408"/>
                  </a:lnTo>
                  <a:lnTo>
                    <a:pt x="4545850" y="1497469"/>
                  </a:lnTo>
                  <a:lnTo>
                    <a:pt x="4564862" y="1497469"/>
                  </a:lnTo>
                  <a:lnTo>
                    <a:pt x="4564862" y="1440408"/>
                  </a:lnTo>
                  <a:close/>
                </a:path>
                <a:path w="4565015" h="4641215">
                  <a:moveTo>
                    <a:pt x="4564862" y="1345552"/>
                  </a:moveTo>
                  <a:lnTo>
                    <a:pt x="4545850" y="1345552"/>
                  </a:lnTo>
                  <a:lnTo>
                    <a:pt x="4545850" y="1402613"/>
                  </a:lnTo>
                  <a:lnTo>
                    <a:pt x="4564862" y="1402613"/>
                  </a:lnTo>
                  <a:lnTo>
                    <a:pt x="4564862" y="1345552"/>
                  </a:lnTo>
                  <a:close/>
                </a:path>
                <a:path w="4565015" h="4641215">
                  <a:moveTo>
                    <a:pt x="4564862" y="1250696"/>
                  </a:moveTo>
                  <a:lnTo>
                    <a:pt x="4545850" y="1250696"/>
                  </a:lnTo>
                  <a:lnTo>
                    <a:pt x="4545850" y="1307757"/>
                  </a:lnTo>
                  <a:lnTo>
                    <a:pt x="4564862" y="1307757"/>
                  </a:lnTo>
                  <a:lnTo>
                    <a:pt x="4564862" y="1250696"/>
                  </a:lnTo>
                  <a:close/>
                </a:path>
                <a:path w="4565015" h="4641215">
                  <a:moveTo>
                    <a:pt x="4564862" y="1155852"/>
                  </a:moveTo>
                  <a:lnTo>
                    <a:pt x="4545850" y="1155852"/>
                  </a:lnTo>
                  <a:lnTo>
                    <a:pt x="4545850" y="1212900"/>
                  </a:lnTo>
                  <a:lnTo>
                    <a:pt x="4564862" y="1212900"/>
                  </a:lnTo>
                  <a:lnTo>
                    <a:pt x="4564862" y="1155852"/>
                  </a:lnTo>
                  <a:close/>
                </a:path>
                <a:path w="4565015" h="4641215">
                  <a:moveTo>
                    <a:pt x="4564862" y="1060996"/>
                  </a:moveTo>
                  <a:lnTo>
                    <a:pt x="4545850" y="1060996"/>
                  </a:lnTo>
                  <a:lnTo>
                    <a:pt x="4545850" y="1118057"/>
                  </a:lnTo>
                  <a:lnTo>
                    <a:pt x="4564862" y="1118057"/>
                  </a:lnTo>
                  <a:lnTo>
                    <a:pt x="4564862" y="1060996"/>
                  </a:lnTo>
                  <a:close/>
                </a:path>
                <a:path w="4565015" h="4641215">
                  <a:moveTo>
                    <a:pt x="4564862" y="966139"/>
                  </a:moveTo>
                  <a:lnTo>
                    <a:pt x="4545850" y="966139"/>
                  </a:lnTo>
                  <a:lnTo>
                    <a:pt x="4545850" y="1023200"/>
                  </a:lnTo>
                  <a:lnTo>
                    <a:pt x="4564862" y="1023200"/>
                  </a:lnTo>
                  <a:lnTo>
                    <a:pt x="4564862" y="966139"/>
                  </a:lnTo>
                  <a:close/>
                </a:path>
                <a:path w="4565015" h="4641215">
                  <a:moveTo>
                    <a:pt x="4564862" y="871283"/>
                  </a:moveTo>
                  <a:lnTo>
                    <a:pt x="4545850" y="871283"/>
                  </a:lnTo>
                  <a:lnTo>
                    <a:pt x="4545850" y="928344"/>
                  </a:lnTo>
                  <a:lnTo>
                    <a:pt x="4564862" y="928344"/>
                  </a:lnTo>
                  <a:lnTo>
                    <a:pt x="4564862" y="871283"/>
                  </a:lnTo>
                  <a:close/>
                </a:path>
                <a:path w="4565015" h="4641215">
                  <a:moveTo>
                    <a:pt x="4564862" y="776427"/>
                  </a:moveTo>
                  <a:lnTo>
                    <a:pt x="4545850" y="776427"/>
                  </a:lnTo>
                  <a:lnTo>
                    <a:pt x="4545850" y="833488"/>
                  </a:lnTo>
                  <a:lnTo>
                    <a:pt x="4564862" y="833488"/>
                  </a:lnTo>
                  <a:lnTo>
                    <a:pt x="4564862" y="776427"/>
                  </a:lnTo>
                  <a:close/>
                </a:path>
                <a:path w="4565015" h="4641215">
                  <a:moveTo>
                    <a:pt x="4564862" y="681570"/>
                  </a:moveTo>
                  <a:lnTo>
                    <a:pt x="4545850" y="681570"/>
                  </a:lnTo>
                  <a:lnTo>
                    <a:pt x="4545850" y="738632"/>
                  </a:lnTo>
                  <a:lnTo>
                    <a:pt x="4564862" y="738632"/>
                  </a:lnTo>
                  <a:lnTo>
                    <a:pt x="4564862" y="681570"/>
                  </a:lnTo>
                  <a:close/>
                </a:path>
                <a:path w="4565015" h="4641215">
                  <a:moveTo>
                    <a:pt x="4564862" y="586727"/>
                  </a:moveTo>
                  <a:lnTo>
                    <a:pt x="4545850" y="586727"/>
                  </a:lnTo>
                  <a:lnTo>
                    <a:pt x="4545850" y="643788"/>
                  </a:lnTo>
                  <a:lnTo>
                    <a:pt x="4564862" y="643788"/>
                  </a:lnTo>
                  <a:lnTo>
                    <a:pt x="4564862" y="586727"/>
                  </a:lnTo>
                  <a:close/>
                </a:path>
                <a:path w="4565015" h="4641215">
                  <a:moveTo>
                    <a:pt x="4564862" y="491871"/>
                  </a:moveTo>
                  <a:lnTo>
                    <a:pt x="4545850" y="491871"/>
                  </a:lnTo>
                  <a:lnTo>
                    <a:pt x="4545850" y="548932"/>
                  </a:lnTo>
                  <a:lnTo>
                    <a:pt x="4564862" y="548932"/>
                  </a:lnTo>
                  <a:lnTo>
                    <a:pt x="4564862" y="491871"/>
                  </a:lnTo>
                  <a:close/>
                </a:path>
                <a:path w="4565015" h="4641215">
                  <a:moveTo>
                    <a:pt x="4564862" y="397014"/>
                  </a:moveTo>
                  <a:lnTo>
                    <a:pt x="4545850" y="397014"/>
                  </a:lnTo>
                  <a:lnTo>
                    <a:pt x="4545850" y="454075"/>
                  </a:lnTo>
                  <a:lnTo>
                    <a:pt x="4564862" y="454075"/>
                  </a:lnTo>
                  <a:lnTo>
                    <a:pt x="4564862" y="397014"/>
                  </a:lnTo>
                  <a:close/>
                </a:path>
                <a:path w="4565015" h="4641215">
                  <a:moveTo>
                    <a:pt x="4564862" y="302158"/>
                  </a:moveTo>
                  <a:lnTo>
                    <a:pt x="4545850" y="302158"/>
                  </a:lnTo>
                  <a:lnTo>
                    <a:pt x="4545850" y="359219"/>
                  </a:lnTo>
                  <a:lnTo>
                    <a:pt x="4564862" y="359219"/>
                  </a:lnTo>
                  <a:lnTo>
                    <a:pt x="4564862" y="302158"/>
                  </a:lnTo>
                  <a:close/>
                </a:path>
                <a:path w="4565015" h="4641215">
                  <a:moveTo>
                    <a:pt x="4564862" y="207302"/>
                  </a:moveTo>
                  <a:lnTo>
                    <a:pt x="4545850" y="207302"/>
                  </a:lnTo>
                  <a:lnTo>
                    <a:pt x="4545850" y="264363"/>
                  </a:lnTo>
                  <a:lnTo>
                    <a:pt x="4564862" y="264363"/>
                  </a:lnTo>
                  <a:lnTo>
                    <a:pt x="4564862" y="207302"/>
                  </a:lnTo>
                  <a:close/>
                </a:path>
                <a:path w="4565015" h="4641215">
                  <a:moveTo>
                    <a:pt x="4564862" y="112458"/>
                  </a:moveTo>
                  <a:lnTo>
                    <a:pt x="4545850" y="112458"/>
                  </a:lnTo>
                  <a:lnTo>
                    <a:pt x="4545850" y="169519"/>
                  </a:lnTo>
                  <a:lnTo>
                    <a:pt x="4564862" y="169519"/>
                  </a:lnTo>
                  <a:lnTo>
                    <a:pt x="4564862" y="1124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49028" y="2414992"/>
              <a:ext cx="457199" cy="4000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187948" y="3019248"/>
            <a:ext cx="39789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Insert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screenshot</a:t>
            </a:r>
            <a:r>
              <a:rPr sz="115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of </a:t>
            </a:r>
            <a:r>
              <a:rPr sz="115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PVWA</a:t>
            </a:r>
            <a:r>
              <a:rPr sz="115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12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15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 list</a:t>
            </a:r>
            <a:r>
              <a:rPr sz="115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here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2391" y="3290504"/>
            <a:ext cx="4469765" cy="561340"/>
            <a:chOff x="6942391" y="3290504"/>
            <a:chExt cx="4469765" cy="561340"/>
          </a:xfrm>
        </p:grpSpPr>
        <p:sp>
          <p:nvSpPr>
            <p:cNvPr id="33" name="object 33"/>
            <p:cNvSpPr/>
            <p:nvPr/>
          </p:nvSpPr>
          <p:spPr>
            <a:xfrm>
              <a:off x="6947146" y="3295259"/>
              <a:ext cx="4460875" cy="551815"/>
            </a:xfrm>
            <a:custGeom>
              <a:avLst/>
              <a:gdLst/>
              <a:ahLst/>
              <a:cxnLst/>
              <a:rect l="l" t="t" r="r" b="b"/>
              <a:pathLst>
                <a:path w="4460875" h="551814">
                  <a:moveTo>
                    <a:pt x="4431338" y="551587"/>
                  </a:moveTo>
                  <a:lnTo>
                    <a:pt x="28872" y="551587"/>
                  </a:lnTo>
                  <a:lnTo>
                    <a:pt x="24621" y="550740"/>
                  </a:lnTo>
                  <a:lnTo>
                    <a:pt x="0" y="522714"/>
                  </a:lnTo>
                  <a:lnTo>
                    <a:pt x="0" y="518301"/>
                  </a:lnTo>
                  <a:lnTo>
                    <a:pt x="0" y="28872"/>
                  </a:lnTo>
                  <a:lnTo>
                    <a:pt x="28872" y="0"/>
                  </a:lnTo>
                  <a:lnTo>
                    <a:pt x="4431338" y="0"/>
                  </a:lnTo>
                  <a:lnTo>
                    <a:pt x="4460249" y="28872"/>
                  </a:lnTo>
                  <a:lnTo>
                    <a:pt x="4460249" y="522714"/>
                  </a:lnTo>
                  <a:lnTo>
                    <a:pt x="4435617" y="550740"/>
                  </a:lnTo>
                  <a:lnTo>
                    <a:pt x="4431338" y="5515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47146" y="3295259"/>
              <a:ext cx="4460875" cy="551815"/>
            </a:xfrm>
            <a:custGeom>
              <a:avLst/>
              <a:gdLst/>
              <a:ahLst/>
              <a:cxnLst/>
              <a:rect l="l" t="t" r="r" b="b"/>
              <a:pathLst>
                <a:path w="4460875" h="551814">
                  <a:moveTo>
                    <a:pt x="0" y="518301"/>
                  </a:moveTo>
                  <a:lnTo>
                    <a:pt x="0" y="33285"/>
                  </a:lnTo>
                  <a:lnTo>
                    <a:pt x="0" y="28872"/>
                  </a:lnTo>
                  <a:lnTo>
                    <a:pt x="846" y="24621"/>
                  </a:lnTo>
                  <a:lnTo>
                    <a:pt x="28872" y="0"/>
                  </a:lnTo>
                  <a:lnTo>
                    <a:pt x="33285" y="0"/>
                  </a:lnTo>
                  <a:lnTo>
                    <a:pt x="4426963" y="0"/>
                  </a:lnTo>
                  <a:lnTo>
                    <a:pt x="4431338" y="0"/>
                  </a:lnTo>
                  <a:lnTo>
                    <a:pt x="4435617" y="846"/>
                  </a:lnTo>
                  <a:lnTo>
                    <a:pt x="4439707" y="2529"/>
                  </a:lnTo>
                  <a:lnTo>
                    <a:pt x="4443796" y="4222"/>
                  </a:lnTo>
                  <a:lnTo>
                    <a:pt x="4447410" y="6628"/>
                  </a:lnTo>
                  <a:lnTo>
                    <a:pt x="4450453" y="9747"/>
                  </a:lnTo>
                  <a:lnTo>
                    <a:pt x="4453592" y="12867"/>
                  </a:lnTo>
                  <a:lnTo>
                    <a:pt x="4456064" y="16471"/>
                  </a:lnTo>
                  <a:lnTo>
                    <a:pt x="4457681" y="20551"/>
                  </a:lnTo>
                  <a:lnTo>
                    <a:pt x="4459393" y="24621"/>
                  </a:lnTo>
                  <a:lnTo>
                    <a:pt x="4460249" y="28872"/>
                  </a:lnTo>
                  <a:lnTo>
                    <a:pt x="4460249" y="33285"/>
                  </a:lnTo>
                  <a:lnTo>
                    <a:pt x="4460249" y="518301"/>
                  </a:lnTo>
                  <a:lnTo>
                    <a:pt x="4460249" y="522714"/>
                  </a:lnTo>
                  <a:lnTo>
                    <a:pt x="4459393" y="526965"/>
                  </a:lnTo>
                  <a:lnTo>
                    <a:pt x="4457681" y="531035"/>
                  </a:lnTo>
                  <a:lnTo>
                    <a:pt x="4456064" y="535115"/>
                  </a:lnTo>
                  <a:lnTo>
                    <a:pt x="4453592" y="538720"/>
                  </a:lnTo>
                  <a:lnTo>
                    <a:pt x="4450453" y="541839"/>
                  </a:lnTo>
                  <a:lnTo>
                    <a:pt x="4447410" y="544958"/>
                  </a:lnTo>
                  <a:lnTo>
                    <a:pt x="4443796" y="547364"/>
                  </a:lnTo>
                  <a:lnTo>
                    <a:pt x="4439707" y="549057"/>
                  </a:lnTo>
                  <a:lnTo>
                    <a:pt x="4435617" y="550740"/>
                  </a:lnTo>
                  <a:lnTo>
                    <a:pt x="4431338" y="551587"/>
                  </a:lnTo>
                  <a:lnTo>
                    <a:pt x="4426963" y="551587"/>
                  </a:lnTo>
                  <a:lnTo>
                    <a:pt x="33285" y="551587"/>
                  </a:lnTo>
                  <a:lnTo>
                    <a:pt x="28872" y="551587"/>
                  </a:lnTo>
                  <a:lnTo>
                    <a:pt x="24621" y="550740"/>
                  </a:lnTo>
                  <a:lnTo>
                    <a:pt x="0" y="522714"/>
                  </a:lnTo>
                  <a:lnTo>
                    <a:pt x="0" y="51830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494848" y="3362340"/>
            <a:ext cx="1364615" cy="374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00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900" spc="-45" dirty="0">
                <a:solidFill>
                  <a:srgbClr val="94A2B8"/>
                </a:solidFill>
                <a:latin typeface="Microsoft Sans Serif"/>
                <a:cs typeface="Microsoft Sans Serif"/>
              </a:rPr>
              <a:t>PSM</a:t>
            </a:r>
            <a:r>
              <a:rPr sz="950" spc="-45" dirty="0">
                <a:solidFill>
                  <a:srgbClr val="94A2B8"/>
                </a:solidFill>
                <a:latin typeface="Microsoft Sans Serif"/>
                <a:cs typeface="Microsoft Sans Serif"/>
              </a:rPr>
              <a:t>-</a:t>
            </a:r>
            <a:r>
              <a:rPr sz="9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WebAppSample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894841" y="5639505"/>
            <a:ext cx="4565015" cy="456565"/>
            <a:chOff x="6894841" y="5639505"/>
            <a:chExt cx="4565015" cy="456565"/>
          </a:xfrm>
        </p:grpSpPr>
        <p:sp>
          <p:nvSpPr>
            <p:cNvPr id="37" name="object 37"/>
            <p:cNvSpPr/>
            <p:nvPr/>
          </p:nvSpPr>
          <p:spPr>
            <a:xfrm>
              <a:off x="6899596" y="5644260"/>
              <a:ext cx="4555490" cy="447040"/>
            </a:xfrm>
            <a:custGeom>
              <a:avLst/>
              <a:gdLst/>
              <a:ahLst/>
              <a:cxnLst/>
              <a:rect l="l" t="t" r="r" b="b"/>
              <a:pathLst>
                <a:path w="4555490" h="447039">
                  <a:moveTo>
                    <a:pt x="4506468" y="446975"/>
                  </a:moveTo>
                  <a:lnTo>
                    <a:pt x="48872" y="446975"/>
                  </a:lnTo>
                  <a:lnTo>
                    <a:pt x="45467" y="446643"/>
                  </a:lnTo>
                  <a:lnTo>
                    <a:pt x="10717" y="426586"/>
                  </a:lnTo>
                  <a:lnTo>
                    <a:pt x="0" y="398103"/>
                  </a:lnTo>
                  <a:lnTo>
                    <a:pt x="0" y="394670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398103"/>
                  </a:lnTo>
                  <a:lnTo>
                    <a:pt x="4537566" y="434080"/>
                  </a:lnTo>
                  <a:lnTo>
                    <a:pt x="4509892" y="446643"/>
                  </a:lnTo>
                  <a:lnTo>
                    <a:pt x="4506468" y="446975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99596" y="5644260"/>
              <a:ext cx="4555490" cy="447040"/>
            </a:xfrm>
            <a:custGeom>
              <a:avLst/>
              <a:gdLst/>
              <a:ahLst/>
              <a:cxnLst/>
              <a:rect l="l" t="t" r="r" b="b"/>
              <a:pathLst>
                <a:path w="4555490" h="447039">
                  <a:moveTo>
                    <a:pt x="0" y="394670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95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394670"/>
                  </a:lnTo>
                  <a:lnTo>
                    <a:pt x="4555350" y="398103"/>
                  </a:lnTo>
                  <a:lnTo>
                    <a:pt x="4554970" y="401508"/>
                  </a:lnTo>
                  <a:lnTo>
                    <a:pt x="4534998" y="436248"/>
                  </a:lnTo>
                  <a:lnTo>
                    <a:pt x="4532145" y="438160"/>
                  </a:lnTo>
                  <a:lnTo>
                    <a:pt x="4529292" y="440071"/>
                  </a:lnTo>
                  <a:lnTo>
                    <a:pt x="4526249" y="441678"/>
                  </a:lnTo>
                  <a:lnTo>
                    <a:pt x="4523015" y="442991"/>
                  </a:lnTo>
                  <a:lnTo>
                    <a:pt x="4519877" y="444303"/>
                  </a:lnTo>
                  <a:lnTo>
                    <a:pt x="4516644" y="445302"/>
                  </a:lnTo>
                  <a:lnTo>
                    <a:pt x="4513220" y="445967"/>
                  </a:lnTo>
                  <a:lnTo>
                    <a:pt x="4509892" y="446643"/>
                  </a:lnTo>
                  <a:lnTo>
                    <a:pt x="4506468" y="446975"/>
                  </a:lnTo>
                  <a:lnTo>
                    <a:pt x="4503044" y="446975"/>
                  </a:lnTo>
                  <a:lnTo>
                    <a:pt x="52305" y="446975"/>
                  </a:lnTo>
                  <a:lnTo>
                    <a:pt x="48872" y="446975"/>
                  </a:lnTo>
                  <a:lnTo>
                    <a:pt x="45467" y="446643"/>
                  </a:lnTo>
                  <a:lnTo>
                    <a:pt x="42101" y="445967"/>
                  </a:lnTo>
                  <a:lnTo>
                    <a:pt x="38734" y="445302"/>
                  </a:lnTo>
                  <a:lnTo>
                    <a:pt x="15320" y="431655"/>
                  </a:lnTo>
                  <a:lnTo>
                    <a:pt x="12886" y="429230"/>
                  </a:lnTo>
                  <a:lnTo>
                    <a:pt x="10717" y="426586"/>
                  </a:lnTo>
                  <a:lnTo>
                    <a:pt x="8815" y="423733"/>
                  </a:lnTo>
                  <a:lnTo>
                    <a:pt x="6904" y="420870"/>
                  </a:lnTo>
                  <a:lnTo>
                    <a:pt x="5297" y="417855"/>
                  </a:lnTo>
                  <a:lnTo>
                    <a:pt x="3984" y="414689"/>
                  </a:lnTo>
                  <a:lnTo>
                    <a:pt x="2662" y="411512"/>
                  </a:lnTo>
                  <a:lnTo>
                    <a:pt x="1673" y="408241"/>
                  </a:lnTo>
                  <a:lnTo>
                    <a:pt x="1008" y="404874"/>
                  </a:lnTo>
                  <a:lnTo>
                    <a:pt x="332" y="401508"/>
                  </a:lnTo>
                  <a:lnTo>
                    <a:pt x="0" y="398103"/>
                  </a:lnTo>
                  <a:lnTo>
                    <a:pt x="0" y="394670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6513" y="5804189"/>
              <a:ext cx="114299" cy="11747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234015" y="5694565"/>
            <a:ext cx="3975100" cy="326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40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Note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3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copied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component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is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initially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also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named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91400D"/>
                </a:solidFill>
                <a:latin typeface="Microsoft Sans Serif"/>
                <a:cs typeface="Microsoft Sans Serif"/>
              </a:rPr>
              <a:t>PSM-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WebAppSample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until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changed.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pc="-105" dirty="0"/>
              <a:t>Supported</a:t>
            </a:r>
            <a:r>
              <a:rPr spc="-65" dirty="0"/>
              <a:t> </a:t>
            </a:r>
            <a:r>
              <a:rPr spc="-95" dirty="0"/>
              <a:t>Capabilities</a:t>
            </a:r>
            <a:r>
              <a:rPr spc="-60" dirty="0"/>
              <a:t> </a:t>
            </a:r>
            <a:r>
              <a:rPr sz="2050" spc="-80" dirty="0">
                <a:latin typeface="Trebuchet MS"/>
                <a:cs typeface="Trebuchet MS"/>
              </a:rPr>
              <a:t>(</a:t>
            </a:r>
            <a:r>
              <a:rPr spc="-80" dirty="0"/>
              <a:t>LogonAccount</a:t>
            </a:r>
            <a:r>
              <a:rPr sz="2050" spc="-80" dirty="0">
                <a:latin typeface="Trebuchet MS"/>
                <a:cs typeface="Trebuchet MS"/>
              </a:rPr>
              <a:t>)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b="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LogonAccount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capability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b="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authentication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8"/>
            <a:ext cx="6276975" cy="5325745"/>
            <a:chOff x="389907" y="770318"/>
            <a:chExt cx="6276975" cy="5325745"/>
          </a:xfrm>
        </p:grpSpPr>
        <p:sp>
          <p:nvSpPr>
            <p:cNvPr id="6" name="object 6"/>
            <p:cNvSpPr/>
            <p:nvPr/>
          </p:nvSpPr>
          <p:spPr>
            <a:xfrm>
              <a:off x="394670" y="775080"/>
              <a:ext cx="6267450" cy="5316220"/>
            </a:xfrm>
            <a:custGeom>
              <a:avLst/>
              <a:gdLst/>
              <a:ahLst/>
              <a:cxnLst/>
              <a:rect l="l" t="t" r="r" b="b"/>
              <a:pathLst>
                <a:path w="6267450" h="5316220">
                  <a:moveTo>
                    <a:pt x="0" y="5244834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5244834"/>
                  </a:lnTo>
                  <a:lnTo>
                    <a:pt x="6267173" y="5249513"/>
                  </a:lnTo>
                  <a:lnTo>
                    <a:pt x="6266716" y="5254154"/>
                  </a:lnTo>
                  <a:lnTo>
                    <a:pt x="6249588" y="5291957"/>
                  </a:lnTo>
                  <a:lnTo>
                    <a:pt x="6246279" y="5295266"/>
                  </a:lnTo>
                  <a:lnTo>
                    <a:pt x="6242969" y="5298576"/>
                  </a:lnTo>
                  <a:lnTo>
                    <a:pt x="6223141" y="5310730"/>
                  </a:lnTo>
                  <a:lnTo>
                    <a:pt x="6218814" y="5312527"/>
                  </a:lnTo>
                  <a:lnTo>
                    <a:pt x="6214353" y="5313878"/>
                  </a:lnTo>
                  <a:lnTo>
                    <a:pt x="6209760" y="5314791"/>
                  </a:lnTo>
                  <a:lnTo>
                    <a:pt x="6205167" y="5315704"/>
                  </a:lnTo>
                  <a:lnTo>
                    <a:pt x="6200526" y="5316160"/>
                  </a:lnTo>
                  <a:lnTo>
                    <a:pt x="6195847" y="5316160"/>
                  </a:lnTo>
                  <a:lnTo>
                    <a:pt x="71325" y="5316160"/>
                  </a:lnTo>
                  <a:lnTo>
                    <a:pt x="66642" y="5316160"/>
                  </a:lnTo>
                  <a:lnTo>
                    <a:pt x="62004" y="5315704"/>
                  </a:lnTo>
                  <a:lnTo>
                    <a:pt x="57410" y="5314791"/>
                  </a:lnTo>
                  <a:lnTo>
                    <a:pt x="52817" y="5313878"/>
                  </a:lnTo>
                  <a:lnTo>
                    <a:pt x="48357" y="5312527"/>
                  </a:lnTo>
                  <a:lnTo>
                    <a:pt x="44030" y="5310730"/>
                  </a:lnTo>
                  <a:lnTo>
                    <a:pt x="39703" y="5308942"/>
                  </a:lnTo>
                  <a:lnTo>
                    <a:pt x="9418" y="5280564"/>
                  </a:lnTo>
                  <a:lnTo>
                    <a:pt x="1370" y="5258747"/>
                  </a:lnTo>
                  <a:lnTo>
                    <a:pt x="456" y="5254154"/>
                  </a:lnTo>
                  <a:lnTo>
                    <a:pt x="0" y="5249513"/>
                  </a:lnTo>
                  <a:lnTo>
                    <a:pt x="0" y="524483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51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331429"/>
              <a:ext cx="5953760" cy="3842385"/>
            </a:xfrm>
            <a:custGeom>
              <a:avLst/>
              <a:gdLst/>
              <a:ahLst/>
              <a:cxnLst/>
              <a:rect l="l" t="t" r="r" b="b"/>
              <a:pathLst>
                <a:path w="5953759" h="3842385">
                  <a:moveTo>
                    <a:pt x="5953328" y="3220186"/>
                  </a:moveTo>
                  <a:lnTo>
                    <a:pt x="5933973" y="3180931"/>
                  </a:lnTo>
                  <a:lnTo>
                    <a:pt x="5900013" y="3166872"/>
                  </a:lnTo>
                  <a:lnTo>
                    <a:pt x="53314" y="3166872"/>
                  </a:lnTo>
                  <a:lnTo>
                    <a:pt x="14058" y="3186239"/>
                  </a:lnTo>
                  <a:lnTo>
                    <a:pt x="0" y="3220186"/>
                  </a:lnTo>
                  <a:lnTo>
                    <a:pt x="0" y="3785031"/>
                  </a:lnTo>
                  <a:lnTo>
                    <a:pt x="0" y="3788778"/>
                  </a:lnTo>
                  <a:lnTo>
                    <a:pt x="19354" y="3828021"/>
                  </a:lnTo>
                  <a:lnTo>
                    <a:pt x="53314" y="3842093"/>
                  </a:lnTo>
                  <a:lnTo>
                    <a:pt x="5900013" y="3842093"/>
                  </a:lnTo>
                  <a:lnTo>
                    <a:pt x="5939269" y="3822725"/>
                  </a:lnTo>
                  <a:lnTo>
                    <a:pt x="5953328" y="3788778"/>
                  </a:lnTo>
                  <a:lnTo>
                    <a:pt x="5953328" y="3220186"/>
                  </a:lnTo>
                  <a:close/>
                </a:path>
                <a:path w="5953759" h="3842385">
                  <a:moveTo>
                    <a:pt x="5953328" y="2430843"/>
                  </a:moveTo>
                  <a:lnTo>
                    <a:pt x="5933973" y="2391600"/>
                  </a:lnTo>
                  <a:lnTo>
                    <a:pt x="5900013" y="2377529"/>
                  </a:lnTo>
                  <a:lnTo>
                    <a:pt x="53314" y="2377529"/>
                  </a:lnTo>
                  <a:lnTo>
                    <a:pt x="14058" y="2396896"/>
                  </a:lnTo>
                  <a:lnTo>
                    <a:pt x="0" y="2430843"/>
                  </a:lnTo>
                  <a:lnTo>
                    <a:pt x="0" y="2995688"/>
                  </a:lnTo>
                  <a:lnTo>
                    <a:pt x="0" y="2999435"/>
                  </a:lnTo>
                  <a:lnTo>
                    <a:pt x="19354" y="3038678"/>
                  </a:lnTo>
                  <a:lnTo>
                    <a:pt x="53314" y="3052749"/>
                  </a:lnTo>
                  <a:lnTo>
                    <a:pt x="5900013" y="3052749"/>
                  </a:lnTo>
                  <a:lnTo>
                    <a:pt x="5939269" y="3033382"/>
                  </a:lnTo>
                  <a:lnTo>
                    <a:pt x="5953328" y="2999435"/>
                  </a:lnTo>
                  <a:lnTo>
                    <a:pt x="5953328" y="2430843"/>
                  </a:lnTo>
                  <a:close/>
                </a:path>
                <a:path w="5953759" h="3842385">
                  <a:moveTo>
                    <a:pt x="5953328" y="1631988"/>
                  </a:moveTo>
                  <a:lnTo>
                    <a:pt x="5933973" y="1592745"/>
                  </a:lnTo>
                  <a:lnTo>
                    <a:pt x="5900013" y="1578686"/>
                  </a:lnTo>
                  <a:lnTo>
                    <a:pt x="53314" y="1578686"/>
                  </a:lnTo>
                  <a:lnTo>
                    <a:pt x="14058" y="1598041"/>
                  </a:lnTo>
                  <a:lnTo>
                    <a:pt x="0" y="1631988"/>
                  </a:lnTo>
                  <a:lnTo>
                    <a:pt x="0" y="2206345"/>
                  </a:lnTo>
                  <a:lnTo>
                    <a:pt x="0" y="2210092"/>
                  </a:lnTo>
                  <a:lnTo>
                    <a:pt x="19354" y="2249347"/>
                  </a:lnTo>
                  <a:lnTo>
                    <a:pt x="53314" y="2263406"/>
                  </a:lnTo>
                  <a:lnTo>
                    <a:pt x="5900013" y="2263406"/>
                  </a:lnTo>
                  <a:lnTo>
                    <a:pt x="5939269" y="2244052"/>
                  </a:lnTo>
                  <a:lnTo>
                    <a:pt x="5953328" y="2210092"/>
                  </a:lnTo>
                  <a:lnTo>
                    <a:pt x="5953328" y="1631988"/>
                  </a:lnTo>
                  <a:close/>
                </a:path>
                <a:path w="5953759" h="3842385">
                  <a:moveTo>
                    <a:pt x="5953328" y="842657"/>
                  </a:moveTo>
                  <a:lnTo>
                    <a:pt x="5933973" y="803402"/>
                  </a:lnTo>
                  <a:lnTo>
                    <a:pt x="5900013" y="789343"/>
                  </a:lnTo>
                  <a:lnTo>
                    <a:pt x="53314" y="789343"/>
                  </a:lnTo>
                  <a:lnTo>
                    <a:pt x="14058" y="808697"/>
                  </a:lnTo>
                  <a:lnTo>
                    <a:pt x="0" y="842657"/>
                  </a:lnTo>
                  <a:lnTo>
                    <a:pt x="0" y="1407502"/>
                  </a:lnTo>
                  <a:lnTo>
                    <a:pt x="0" y="1411249"/>
                  </a:lnTo>
                  <a:lnTo>
                    <a:pt x="19354" y="1450492"/>
                  </a:lnTo>
                  <a:lnTo>
                    <a:pt x="53314" y="1464564"/>
                  </a:lnTo>
                  <a:lnTo>
                    <a:pt x="5900013" y="1464564"/>
                  </a:lnTo>
                  <a:lnTo>
                    <a:pt x="5939269" y="1445196"/>
                  </a:lnTo>
                  <a:lnTo>
                    <a:pt x="5953328" y="1411249"/>
                  </a:lnTo>
                  <a:lnTo>
                    <a:pt x="5953328" y="842657"/>
                  </a:lnTo>
                  <a:close/>
                </a:path>
                <a:path w="5953759" h="3842385">
                  <a:moveTo>
                    <a:pt x="5953328" y="53314"/>
                  </a:moveTo>
                  <a:lnTo>
                    <a:pt x="5933973" y="14058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67"/>
                  </a:lnTo>
                  <a:lnTo>
                    <a:pt x="0" y="53314"/>
                  </a:lnTo>
                  <a:lnTo>
                    <a:pt x="0" y="618159"/>
                  </a:lnTo>
                  <a:lnTo>
                    <a:pt x="0" y="621906"/>
                  </a:lnTo>
                  <a:lnTo>
                    <a:pt x="19354" y="661149"/>
                  </a:lnTo>
                  <a:lnTo>
                    <a:pt x="53314" y="675220"/>
                  </a:lnTo>
                  <a:lnTo>
                    <a:pt x="5900013" y="675220"/>
                  </a:lnTo>
                  <a:lnTo>
                    <a:pt x="5939269" y="655853"/>
                  </a:lnTo>
                  <a:lnTo>
                    <a:pt x="5953328" y="621906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50824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902450"/>
            <a:ext cx="131191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r>
              <a:rPr sz="11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Steps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445544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69223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389214"/>
            <a:ext cx="2371090" cy="4076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Navigate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to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Target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Settings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Go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to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105" dirty="0">
                <a:solidFill>
                  <a:srgbClr val="64738B"/>
                </a:solidFill>
                <a:latin typeface="Calisto MT"/>
                <a:cs typeface="Calisto MT"/>
              </a:rPr>
              <a:t>&gt;</a:t>
            </a:r>
            <a:r>
              <a:rPr sz="950" dirty="0">
                <a:solidFill>
                  <a:srgbClr val="64738B"/>
                </a:solidFill>
                <a:latin typeface="Calisto MT"/>
                <a:cs typeface="Calisto MT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2234885"/>
            <a:ext cx="228243" cy="22824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467" y="2258563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373" y="2171880"/>
            <a:ext cx="1965960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Open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Supported</a:t>
            </a:r>
            <a:r>
              <a:rPr sz="1100" b="1" spc="-3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Capabilities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on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Supported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Capabilities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section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024225"/>
            <a:ext cx="228243" cy="228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0724" y="3047903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373" y="2949794"/>
            <a:ext cx="2322195" cy="4343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b="1" spc="-75" dirty="0">
                <a:solidFill>
                  <a:srgbClr val="334054"/>
                </a:solidFill>
                <a:latin typeface="Arial"/>
                <a:cs typeface="Arial"/>
              </a:rPr>
              <a:t>Add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Capability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Add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Capability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create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new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capability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823076"/>
            <a:ext cx="228243" cy="2282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9089" y="3837244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73" y="3763760"/>
            <a:ext cx="2183765" cy="41020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Set</a:t>
            </a: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Id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5" dirty="0">
                <a:solidFill>
                  <a:srgbClr val="334054"/>
                </a:solidFill>
                <a:latin typeface="Sitka Text"/>
                <a:cs typeface="Sitka Text"/>
              </a:rPr>
              <a:t>=</a:t>
            </a:r>
            <a:r>
              <a:rPr sz="1100" b="1" spc="-70" dirty="0">
                <a:solidFill>
                  <a:srgbClr val="334054"/>
                </a:solidFill>
                <a:latin typeface="Sitka Text"/>
                <a:cs typeface="Sitka Text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LogonAccount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Define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capability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Id</a:t>
            </a:r>
            <a:r>
              <a:rPr sz="950" spc="-20" dirty="0">
                <a:solidFill>
                  <a:srgbClr val="64738B"/>
                </a:solidFill>
                <a:latin typeface="Calisto MT"/>
                <a:cs typeface="Calisto MT"/>
              </a:rPr>
              <a:t>:</a:t>
            </a:r>
            <a:r>
              <a:rPr sz="950" spc="-10" dirty="0">
                <a:solidFill>
                  <a:srgbClr val="64738B"/>
                </a:solidFill>
                <a:latin typeface="Calisto MT"/>
                <a:cs typeface="Calisto MT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LogonAccount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4612416"/>
            <a:ext cx="228243" cy="22824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32061" y="4626584"/>
            <a:ext cx="9588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5373" y="4549412"/>
            <a:ext cx="2311400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Enable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334054"/>
                </a:solidFill>
                <a:latin typeface="Arial"/>
                <a:cs typeface="Arial"/>
              </a:rPr>
              <a:t>for</a:t>
            </a:r>
            <a:r>
              <a:rPr sz="110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Preconnect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This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capability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is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also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available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Preconnect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94849" y="770327"/>
            <a:ext cx="4565015" cy="4641215"/>
            <a:chOff x="6894849" y="770327"/>
            <a:chExt cx="4565015" cy="4641215"/>
          </a:xfrm>
        </p:grpSpPr>
        <p:sp>
          <p:nvSpPr>
            <p:cNvPr id="27" name="object 27"/>
            <p:cNvSpPr/>
            <p:nvPr/>
          </p:nvSpPr>
          <p:spPr>
            <a:xfrm>
              <a:off x="6894849" y="770327"/>
              <a:ext cx="4565015" cy="4641215"/>
            </a:xfrm>
            <a:custGeom>
              <a:avLst/>
              <a:gdLst/>
              <a:ahLst/>
              <a:cxnLst/>
              <a:rect l="l" t="t" r="r" b="b"/>
              <a:pathLst>
                <a:path w="4565015" h="4641215">
                  <a:moveTo>
                    <a:pt x="4488789" y="4640939"/>
                  </a:moveTo>
                  <a:lnTo>
                    <a:pt x="76078" y="4640939"/>
                  </a:lnTo>
                  <a:lnTo>
                    <a:pt x="68585" y="4640578"/>
                  </a:lnTo>
                  <a:lnTo>
                    <a:pt x="27835" y="4623703"/>
                  </a:lnTo>
                  <a:lnTo>
                    <a:pt x="3253" y="4586918"/>
                  </a:lnTo>
                  <a:lnTo>
                    <a:pt x="0" y="4564861"/>
                  </a:lnTo>
                  <a:lnTo>
                    <a:pt x="0" y="76081"/>
                  </a:lnTo>
                  <a:lnTo>
                    <a:pt x="12813" y="33804"/>
                  </a:lnTo>
                  <a:lnTo>
                    <a:pt x="46969" y="5791"/>
                  </a:lnTo>
                  <a:lnTo>
                    <a:pt x="76078" y="0"/>
                  </a:lnTo>
                  <a:lnTo>
                    <a:pt x="4488789" y="0"/>
                  </a:lnTo>
                  <a:lnTo>
                    <a:pt x="4531064" y="12809"/>
                  </a:lnTo>
                  <a:lnTo>
                    <a:pt x="4559076" y="46966"/>
                  </a:lnTo>
                  <a:lnTo>
                    <a:pt x="4564867" y="76081"/>
                  </a:lnTo>
                  <a:lnTo>
                    <a:pt x="4564867" y="4564861"/>
                  </a:lnTo>
                  <a:lnTo>
                    <a:pt x="4552054" y="4607136"/>
                  </a:lnTo>
                  <a:lnTo>
                    <a:pt x="4517897" y="4635148"/>
                  </a:lnTo>
                  <a:lnTo>
                    <a:pt x="4488789" y="464093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94843" y="770330"/>
              <a:ext cx="4565015" cy="4641215"/>
            </a:xfrm>
            <a:custGeom>
              <a:avLst/>
              <a:gdLst/>
              <a:ahLst/>
              <a:cxnLst/>
              <a:rect l="l" t="t" r="r" b="b"/>
              <a:pathLst>
                <a:path w="4565015" h="4641215">
                  <a:moveTo>
                    <a:pt x="19024" y="4474743"/>
                  </a:moveTo>
                  <a:lnTo>
                    <a:pt x="0" y="4474743"/>
                  </a:lnTo>
                  <a:lnTo>
                    <a:pt x="0" y="4531804"/>
                  </a:lnTo>
                  <a:lnTo>
                    <a:pt x="19024" y="4531804"/>
                  </a:lnTo>
                  <a:lnTo>
                    <a:pt x="19024" y="4474743"/>
                  </a:lnTo>
                  <a:close/>
                </a:path>
                <a:path w="4565015" h="4641215">
                  <a:moveTo>
                    <a:pt x="19024" y="4379887"/>
                  </a:moveTo>
                  <a:lnTo>
                    <a:pt x="0" y="4379887"/>
                  </a:lnTo>
                  <a:lnTo>
                    <a:pt x="0" y="4436948"/>
                  </a:lnTo>
                  <a:lnTo>
                    <a:pt x="19024" y="4436948"/>
                  </a:lnTo>
                  <a:lnTo>
                    <a:pt x="19024" y="4379887"/>
                  </a:lnTo>
                  <a:close/>
                </a:path>
                <a:path w="4565015" h="4641215">
                  <a:moveTo>
                    <a:pt x="19024" y="4285031"/>
                  </a:moveTo>
                  <a:lnTo>
                    <a:pt x="0" y="4285031"/>
                  </a:lnTo>
                  <a:lnTo>
                    <a:pt x="0" y="4342092"/>
                  </a:lnTo>
                  <a:lnTo>
                    <a:pt x="19024" y="4342092"/>
                  </a:lnTo>
                  <a:lnTo>
                    <a:pt x="19024" y="4285031"/>
                  </a:lnTo>
                  <a:close/>
                </a:path>
                <a:path w="4565015" h="4641215">
                  <a:moveTo>
                    <a:pt x="19024" y="4190187"/>
                  </a:moveTo>
                  <a:lnTo>
                    <a:pt x="0" y="4190187"/>
                  </a:lnTo>
                  <a:lnTo>
                    <a:pt x="0" y="4247248"/>
                  </a:lnTo>
                  <a:lnTo>
                    <a:pt x="19024" y="4247248"/>
                  </a:lnTo>
                  <a:lnTo>
                    <a:pt x="19024" y="4190187"/>
                  </a:lnTo>
                  <a:close/>
                </a:path>
                <a:path w="4565015" h="4641215">
                  <a:moveTo>
                    <a:pt x="19024" y="4095331"/>
                  </a:moveTo>
                  <a:lnTo>
                    <a:pt x="0" y="4095331"/>
                  </a:lnTo>
                  <a:lnTo>
                    <a:pt x="0" y="4152392"/>
                  </a:lnTo>
                  <a:lnTo>
                    <a:pt x="19024" y="4152392"/>
                  </a:lnTo>
                  <a:lnTo>
                    <a:pt x="19024" y="4095331"/>
                  </a:lnTo>
                  <a:close/>
                </a:path>
                <a:path w="4565015" h="4641215">
                  <a:moveTo>
                    <a:pt x="19024" y="4000487"/>
                  </a:moveTo>
                  <a:lnTo>
                    <a:pt x="0" y="4000487"/>
                  </a:lnTo>
                  <a:lnTo>
                    <a:pt x="0" y="4057548"/>
                  </a:lnTo>
                  <a:lnTo>
                    <a:pt x="19024" y="4057548"/>
                  </a:lnTo>
                  <a:lnTo>
                    <a:pt x="19024" y="4000487"/>
                  </a:lnTo>
                  <a:close/>
                </a:path>
                <a:path w="4565015" h="4641215">
                  <a:moveTo>
                    <a:pt x="19024" y="3905631"/>
                  </a:moveTo>
                  <a:lnTo>
                    <a:pt x="0" y="3905631"/>
                  </a:lnTo>
                  <a:lnTo>
                    <a:pt x="0" y="3962692"/>
                  </a:lnTo>
                  <a:lnTo>
                    <a:pt x="19024" y="3962692"/>
                  </a:lnTo>
                  <a:lnTo>
                    <a:pt x="19024" y="3905631"/>
                  </a:lnTo>
                  <a:close/>
                </a:path>
                <a:path w="4565015" h="4641215">
                  <a:moveTo>
                    <a:pt x="19024" y="3810774"/>
                  </a:moveTo>
                  <a:lnTo>
                    <a:pt x="0" y="3810774"/>
                  </a:lnTo>
                  <a:lnTo>
                    <a:pt x="0" y="3867835"/>
                  </a:lnTo>
                  <a:lnTo>
                    <a:pt x="19024" y="3867835"/>
                  </a:lnTo>
                  <a:lnTo>
                    <a:pt x="19024" y="3810774"/>
                  </a:lnTo>
                  <a:close/>
                </a:path>
                <a:path w="4565015" h="4641215">
                  <a:moveTo>
                    <a:pt x="19024" y="3715918"/>
                  </a:moveTo>
                  <a:lnTo>
                    <a:pt x="0" y="3715918"/>
                  </a:lnTo>
                  <a:lnTo>
                    <a:pt x="0" y="3772979"/>
                  </a:lnTo>
                  <a:lnTo>
                    <a:pt x="19024" y="3772979"/>
                  </a:lnTo>
                  <a:lnTo>
                    <a:pt x="19024" y="3715918"/>
                  </a:lnTo>
                  <a:close/>
                </a:path>
                <a:path w="4565015" h="4641215">
                  <a:moveTo>
                    <a:pt x="19024" y="3621062"/>
                  </a:moveTo>
                  <a:lnTo>
                    <a:pt x="0" y="3621062"/>
                  </a:lnTo>
                  <a:lnTo>
                    <a:pt x="0" y="3678123"/>
                  </a:lnTo>
                  <a:lnTo>
                    <a:pt x="19024" y="3678123"/>
                  </a:lnTo>
                  <a:lnTo>
                    <a:pt x="19024" y="3621062"/>
                  </a:lnTo>
                  <a:close/>
                </a:path>
                <a:path w="4565015" h="4641215">
                  <a:moveTo>
                    <a:pt x="19024" y="3526218"/>
                  </a:moveTo>
                  <a:lnTo>
                    <a:pt x="0" y="3526218"/>
                  </a:lnTo>
                  <a:lnTo>
                    <a:pt x="0" y="3583279"/>
                  </a:lnTo>
                  <a:lnTo>
                    <a:pt x="19024" y="3583279"/>
                  </a:lnTo>
                  <a:lnTo>
                    <a:pt x="19024" y="3526218"/>
                  </a:lnTo>
                  <a:close/>
                </a:path>
                <a:path w="4565015" h="4641215">
                  <a:moveTo>
                    <a:pt x="19024" y="3431362"/>
                  </a:moveTo>
                  <a:lnTo>
                    <a:pt x="0" y="3431362"/>
                  </a:lnTo>
                  <a:lnTo>
                    <a:pt x="0" y="3488423"/>
                  </a:lnTo>
                  <a:lnTo>
                    <a:pt x="19024" y="3488423"/>
                  </a:lnTo>
                  <a:lnTo>
                    <a:pt x="19024" y="3431362"/>
                  </a:lnTo>
                  <a:close/>
                </a:path>
                <a:path w="4565015" h="4641215">
                  <a:moveTo>
                    <a:pt x="19024" y="3336506"/>
                  </a:moveTo>
                  <a:lnTo>
                    <a:pt x="0" y="3336506"/>
                  </a:lnTo>
                  <a:lnTo>
                    <a:pt x="0" y="3393567"/>
                  </a:lnTo>
                  <a:lnTo>
                    <a:pt x="19024" y="3393567"/>
                  </a:lnTo>
                  <a:lnTo>
                    <a:pt x="19024" y="3336506"/>
                  </a:lnTo>
                  <a:close/>
                </a:path>
                <a:path w="4565015" h="4641215">
                  <a:moveTo>
                    <a:pt x="19024" y="3241649"/>
                  </a:moveTo>
                  <a:lnTo>
                    <a:pt x="0" y="3241649"/>
                  </a:lnTo>
                  <a:lnTo>
                    <a:pt x="0" y="3298710"/>
                  </a:lnTo>
                  <a:lnTo>
                    <a:pt x="19024" y="3298710"/>
                  </a:lnTo>
                  <a:lnTo>
                    <a:pt x="19024" y="3241649"/>
                  </a:lnTo>
                  <a:close/>
                </a:path>
                <a:path w="4565015" h="4641215">
                  <a:moveTo>
                    <a:pt x="19024" y="3146793"/>
                  </a:moveTo>
                  <a:lnTo>
                    <a:pt x="0" y="3146793"/>
                  </a:lnTo>
                  <a:lnTo>
                    <a:pt x="0" y="3203854"/>
                  </a:lnTo>
                  <a:lnTo>
                    <a:pt x="19024" y="3203854"/>
                  </a:lnTo>
                  <a:lnTo>
                    <a:pt x="19024" y="3146793"/>
                  </a:lnTo>
                  <a:close/>
                </a:path>
                <a:path w="4565015" h="4641215">
                  <a:moveTo>
                    <a:pt x="19024" y="3051937"/>
                  </a:moveTo>
                  <a:lnTo>
                    <a:pt x="0" y="3051937"/>
                  </a:lnTo>
                  <a:lnTo>
                    <a:pt x="0" y="3108998"/>
                  </a:lnTo>
                  <a:lnTo>
                    <a:pt x="19024" y="3108998"/>
                  </a:lnTo>
                  <a:lnTo>
                    <a:pt x="19024" y="3051937"/>
                  </a:lnTo>
                  <a:close/>
                </a:path>
                <a:path w="4565015" h="4641215">
                  <a:moveTo>
                    <a:pt x="19024" y="2957093"/>
                  </a:moveTo>
                  <a:lnTo>
                    <a:pt x="0" y="2957093"/>
                  </a:lnTo>
                  <a:lnTo>
                    <a:pt x="0" y="3014154"/>
                  </a:lnTo>
                  <a:lnTo>
                    <a:pt x="19024" y="3014154"/>
                  </a:lnTo>
                  <a:lnTo>
                    <a:pt x="19024" y="2957093"/>
                  </a:lnTo>
                  <a:close/>
                </a:path>
                <a:path w="4565015" h="4641215">
                  <a:moveTo>
                    <a:pt x="19024" y="2862237"/>
                  </a:moveTo>
                  <a:lnTo>
                    <a:pt x="0" y="2862237"/>
                  </a:lnTo>
                  <a:lnTo>
                    <a:pt x="0" y="2919298"/>
                  </a:lnTo>
                  <a:lnTo>
                    <a:pt x="19024" y="2919298"/>
                  </a:lnTo>
                  <a:lnTo>
                    <a:pt x="19024" y="2862237"/>
                  </a:lnTo>
                  <a:close/>
                </a:path>
                <a:path w="4565015" h="4641215">
                  <a:moveTo>
                    <a:pt x="19024" y="2767380"/>
                  </a:moveTo>
                  <a:lnTo>
                    <a:pt x="0" y="2767380"/>
                  </a:lnTo>
                  <a:lnTo>
                    <a:pt x="0" y="2824442"/>
                  </a:lnTo>
                  <a:lnTo>
                    <a:pt x="19024" y="2824442"/>
                  </a:lnTo>
                  <a:lnTo>
                    <a:pt x="19024" y="2767380"/>
                  </a:lnTo>
                  <a:close/>
                </a:path>
                <a:path w="4565015" h="4641215">
                  <a:moveTo>
                    <a:pt x="19024" y="2672524"/>
                  </a:moveTo>
                  <a:lnTo>
                    <a:pt x="0" y="2672524"/>
                  </a:lnTo>
                  <a:lnTo>
                    <a:pt x="0" y="2729585"/>
                  </a:lnTo>
                  <a:lnTo>
                    <a:pt x="19024" y="2729585"/>
                  </a:lnTo>
                  <a:lnTo>
                    <a:pt x="19024" y="2672524"/>
                  </a:lnTo>
                  <a:close/>
                </a:path>
                <a:path w="4565015" h="4641215">
                  <a:moveTo>
                    <a:pt x="19024" y="2577668"/>
                  </a:moveTo>
                  <a:lnTo>
                    <a:pt x="0" y="2577668"/>
                  </a:lnTo>
                  <a:lnTo>
                    <a:pt x="0" y="2634729"/>
                  </a:lnTo>
                  <a:lnTo>
                    <a:pt x="19024" y="2634729"/>
                  </a:lnTo>
                  <a:lnTo>
                    <a:pt x="19024" y="2577668"/>
                  </a:lnTo>
                  <a:close/>
                </a:path>
                <a:path w="4565015" h="4641215">
                  <a:moveTo>
                    <a:pt x="19024" y="2482824"/>
                  </a:moveTo>
                  <a:lnTo>
                    <a:pt x="0" y="2482824"/>
                  </a:lnTo>
                  <a:lnTo>
                    <a:pt x="0" y="2539885"/>
                  </a:lnTo>
                  <a:lnTo>
                    <a:pt x="19024" y="2539885"/>
                  </a:lnTo>
                  <a:lnTo>
                    <a:pt x="19024" y="2482824"/>
                  </a:lnTo>
                  <a:close/>
                </a:path>
                <a:path w="4565015" h="4641215">
                  <a:moveTo>
                    <a:pt x="19024" y="2387968"/>
                  </a:moveTo>
                  <a:lnTo>
                    <a:pt x="0" y="2387968"/>
                  </a:lnTo>
                  <a:lnTo>
                    <a:pt x="0" y="2445029"/>
                  </a:lnTo>
                  <a:lnTo>
                    <a:pt x="19024" y="2445029"/>
                  </a:lnTo>
                  <a:lnTo>
                    <a:pt x="19024" y="2387968"/>
                  </a:lnTo>
                  <a:close/>
                </a:path>
                <a:path w="4565015" h="4641215">
                  <a:moveTo>
                    <a:pt x="19024" y="2293112"/>
                  </a:moveTo>
                  <a:lnTo>
                    <a:pt x="0" y="2293112"/>
                  </a:lnTo>
                  <a:lnTo>
                    <a:pt x="0" y="2350173"/>
                  </a:lnTo>
                  <a:lnTo>
                    <a:pt x="19024" y="2350173"/>
                  </a:lnTo>
                  <a:lnTo>
                    <a:pt x="19024" y="2293112"/>
                  </a:lnTo>
                  <a:close/>
                </a:path>
                <a:path w="4565015" h="4641215">
                  <a:moveTo>
                    <a:pt x="19024" y="2198255"/>
                  </a:moveTo>
                  <a:lnTo>
                    <a:pt x="0" y="2198255"/>
                  </a:lnTo>
                  <a:lnTo>
                    <a:pt x="0" y="2255316"/>
                  </a:lnTo>
                  <a:lnTo>
                    <a:pt x="19024" y="2255316"/>
                  </a:lnTo>
                  <a:lnTo>
                    <a:pt x="19024" y="2198255"/>
                  </a:lnTo>
                  <a:close/>
                </a:path>
                <a:path w="4565015" h="4641215">
                  <a:moveTo>
                    <a:pt x="19024" y="2103399"/>
                  </a:moveTo>
                  <a:lnTo>
                    <a:pt x="0" y="2103399"/>
                  </a:lnTo>
                  <a:lnTo>
                    <a:pt x="0" y="2160460"/>
                  </a:lnTo>
                  <a:lnTo>
                    <a:pt x="19024" y="2160460"/>
                  </a:lnTo>
                  <a:lnTo>
                    <a:pt x="19024" y="2103399"/>
                  </a:lnTo>
                  <a:close/>
                </a:path>
                <a:path w="4565015" h="4641215">
                  <a:moveTo>
                    <a:pt x="19024" y="2008543"/>
                  </a:moveTo>
                  <a:lnTo>
                    <a:pt x="0" y="2008543"/>
                  </a:lnTo>
                  <a:lnTo>
                    <a:pt x="0" y="2065604"/>
                  </a:lnTo>
                  <a:lnTo>
                    <a:pt x="19024" y="2065604"/>
                  </a:lnTo>
                  <a:lnTo>
                    <a:pt x="19024" y="2008543"/>
                  </a:lnTo>
                  <a:close/>
                </a:path>
                <a:path w="4565015" h="4641215">
                  <a:moveTo>
                    <a:pt x="19024" y="1913699"/>
                  </a:moveTo>
                  <a:lnTo>
                    <a:pt x="0" y="1913699"/>
                  </a:lnTo>
                  <a:lnTo>
                    <a:pt x="0" y="1970760"/>
                  </a:lnTo>
                  <a:lnTo>
                    <a:pt x="19024" y="1970760"/>
                  </a:lnTo>
                  <a:lnTo>
                    <a:pt x="19024" y="1913699"/>
                  </a:lnTo>
                  <a:close/>
                </a:path>
                <a:path w="4565015" h="4641215">
                  <a:moveTo>
                    <a:pt x="19024" y="1818843"/>
                  </a:moveTo>
                  <a:lnTo>
                    <a:pt x="0" y="1818843"/>
                  </a:lnTo>
                  <a:lnTo>
                    <a:pt x="0" y="1875904"/>
                  </a:lnTo>
                  <a:lnTo>
                    <a:pt x="19024" y="1875904"/>
                  </a:lnTo>
                  <a:lnTo>
                    <a:pt x="19024" y="1818843"/>
                  </a:lnTo>
                  <a:close/>
                </a:path>
                <a:path w="4565015" h="4641215">
                  <a:moveTo>
                    <a:pt x="19024" y="1723999"/>
                  </a:moveTo>
                  <a:lnTo>
                    <a:pt x="0" y="1723999"/>
                  </a:lnTo>
                  <a:lnTo>
                    <a:pt x="0" y="1781060"/>
                  </a:lnTo>
                  <a:lnTo>
                    <a:pt x="19024" y="1781060"/>
                  </a:lnTo>
                  <a:lnTo>
                    <a:pt x="19024" y="1723999"/>
                  </a:lnTo>
                  <a:close/>
                </a:path>
                <a:path w="4565015" h="4641215">
                  <a:moveTo>
                    <a:pt x="19024" y="1629143"/>
                  </a:moveTo>
                  <a:lnTo>
                    <a:pt x="0" y="1629143"/>
                  </a:lnTo>
                  <a:lnTo>
                    <a:pt x="0" y="1686204"/>
                  </a:lnTo>
                  <a:lnTo>
                    <a:pt x="19024" y="1686204"/>
                  </a:lnTo>
                  <a:lnTo>
                    <a:pt x="19024" y="1629143"/>
                  </a:lnTo>
                  <a:close/>
                </a:path>
                <a:path w="4565015" h="4641215">
                  <a:moveTo>
                    <a:pt x="19024" y="1534287"/>
                  </a:moveTo>
                  <a:lnTo>
                    <a:pt x="0" y="1534287"/>
                  </a:lnTo>
                  <a:lnTo>
                    <a:pt x="0" y="1591348"/>
                  </a:lnTo>
                  <a:lnTo>
                    <a:pt x="19024" y="1591348"/>
                  </a:lnTo>
                  <a:lnTo>
                    <a:pt x="19024" y="1534287"/>
                  </a:lnTo>
                  <a:close/>
                </a:path>
                <a:path w="4565015" h="4641215">
                  <a:moveTo>
                    <a:pt x="19024" y="1439430"/>
                  </a:moveTo>
                  <a:lnTo>
                    <a:pt x="0" y="1439430"/>
                  </a:lnTo>
                  <a:lnTo>
                    <a:pt x="0" y="1496491"/>
                  </a:lnTo>
                  <a:lnTo>
                    <a:pt x="19024" y="1496491"/>
                  </a:lnTo>
                  <a:lnTo>
                    <a:pt x="19024" y="1439430"/>
                  </a:lnTo>
                  <a:close/>
                </a:path>
                <a:path w="4565015" h="4641215">
                  <a:moveTo>
                    <a:pt x="19024" y="1344574"/>
                  </a:moveTo>
                  <a:lnTo>
                    <a:pt x="0" y="1344574"/>
                  </a:lnTo>
                  <a:lnTo>
                    <a:pt x="0" y="1401635"/>
                  </a:lnTo>
                  <a:lnTo>
                    <a:pt x="19024" y="1401635"/>
                  </a:lnTo>
                  <a:lnTo>
                    <a:pt x="19024" y="1344574"/>
                  </a:lnTo>
                  <a:close/>
                </a:path>
                <a:path w="4565015" h="4641215">
                  <a:moveTo>
                    <a:pt x="19024" y="1249730"/>
                  </a:moveTo>
                  <a:lnTo>
                    <a:pt x="0" y="1249730"/>
                  </a:lnTo>
                  <a:lnTo>
                    <a:pt x="0" y="1306791"/>
                  </a:lnTo>
                  <a:lnTo>
                    <a:pt x="19024" y="1306791"/>
                  </a:lnTo>
                  <a:lnTo>
                    <a:pt x="19024" y="1249730"/>
                  </a:lnTo>
                  <a:close/>
                </a:path>
                <a:path w="4565015" h="4641215">
                  <a:moveTo>
                    <a:pt x="19024" y="1154874"/>
                  </a:moveTo>
                  <a:lnTo>
                    <a:pt x="0" y="1154874"/>
                  </a:lnTo>
                  <a:lnTo>
                    <a:pt x="0" y="1211935"/>
                  </a:lnTo>
                  <a:lnTo>
                    <a:pt x="19024" y="1211935"/>
                  </a:lnTo>
                  <a:lnTo>
                    <a:pt x="19024" y="1154874"/>
                  </a:lnTo>
                  <a:close/>
                </a:path>
                <a:path w="4565015" h="4641215">
                  <a:moveTo>
                    <a:pt x="19024" y="1060018"/>
                  </a:moveTo>
                  <a:lnTo>
                    <a:pt x="0" y="1060018"/>
                  </a:lnTo>
                  <a:lnTo>
                    <a:pt x="0" y="1117079"/>
                  </a:lnTo>
                  <a:lnTo>
                    <a:pt x="19024" y="1117079"/>
                  </a:lnTo>
                  <a:lnTo>
                    <a:pt x="19024" y="1060018"/>
                  </a:lnTo>
                  <a:close/>
                </a:path>
                <a:path w="4565015" h="4641215">
                  <a:moveTo>
                    <a:pt x="19024" y="965161"/>
                  </a:moveTo>
                  <a:lnTo>
                    <a:pt x="0" y="965161"/>
                  </a:lnTo>
                  <a:lnTo>
                    <a:pt x="0" y="1022223"/>
                  </a:lnTo>
                  <a:lnTo>
                    <a:pt x="19024" y="1022223"/>
                  </a:lnTo>
                  <a:lnTo>
                    <a:pt x="19024" y="965161"/>
                  </a:lnTo>
                  <a:close/>
                </a:path>
                <a:path w="4565015" h="4641215">
                  <a:moveTo>
                    <a:pt x="19024" y="870305"/>
                  </a:moveTo>
                  <a:lnTo>
                    <a:pt x="0" y="870305"/>
                  </a:lnTo>
                  <a:lnTo>
                    <a:pt x="0" y="927366"/>
                  </a:lnTo>
                  <a:lnTo>
                    <a:pt x="19024" y="927366"/>
                  </a:lnTo>
                  <a:lnTo>
                    <a:pt x="19024" y="870305"/>
                  </a:lnTo>
                  <a:close/>
                </a:path>
                <a:path w="4565015" h="4641215">
                  <a:moveTo>
                    <a:pt x="19024" y="775462"/>
                  </a:moveTo>
                  <a:lnTo>
                    <a:pt x="0" y="775462"/>
                  </a:lnTo>
                  <a:lnTo>
                    <a:pt x="0" y="832523"/>
                  </a:lnTo>
                  <a:lnTo>
                    <a:pt x="19024" y="832523"/>
                  </a:lnTo>
                  <a:lnTo>
                    <a:pt x="19024" y="775462"/>
                  </a:lnTo>
                  <a:close/>
                </a:path>
                <a:path w="4565015" h="4641215">
                  <a:moveTo>
                    <a:pt x="19024" y="680605"/>
                  </a:moveTo>
                  <a:lnTo>
                    <a:pt x="0" y="680605"/>
                  </a:lnTo>
                  <a:lnTo>
                    <a:pt x="0" y="737666"/>
                  </a:lnTo>
                  <a:lnTo>
                    <a:pt x="19024" y="737666"/>
                  </a:lnTo>
                  <a:lnTo>
                    <a:pt x="19024" y="680605"/>
                  </a:lnTo>
                  <a:close/>
                </a:path>
                <a:path w="4565015" h="4641215">
                  <a:moveTo>
                    <a:pt x="19024" y="585749"/>
                  </a:moveTo>
                  <a:lnTo>
                    <a:pt x="0" y="585749"/>
                  </a:lnTo>
                  <a:lnTo>
                    <a:pt x="0" y="642810"/>
                  </a:lnTo>
                  <a:lnTo>
                    <a:pt x="19024" y="642810"/>
                  </a:lnTo>
                  <a:lnTo>
                    <a:pt x="19024" y="585749"/>
                  </a:lnTo>
                  <a:close/>
                </a:path>
                <a:path w="4565015" h="4641215">
                  <a:moveTo>
                    <a:pt x="19024" y="490893"/>
                  </a:moveTo>
                  <a:lnTo>
                    <a:pt x="0" y="490893"/>
                  </a:lnTo>
                  <a:lnTo>
                    <a:pt x="0" y="547954"/>
                  </a:lnTo>
                  <a:lnTo>
                    <a:pt x="19024" y="547954"/>
                  </a:lnTo>
                  <a:lnTo>
                    <a:pt x="19024" y="490893"/>
                  </a:lnTo>
                  <a:close/>
                </a:path>
                <a:path w="4565015" h="4641215">
                  <a:moveTo>
                    <a:pt x="19024" y="396036"/>
                  </a:moveTo>
                  <a:lnTo>
                    <a:pt x="0" y="396036"/>
                  </a:lnTo>
                  <a:lnTo>
                    <a:pt x="0" y="453097"/>
                  </a:lnTo>
                  <a:lnTo>
                    <a:pt x="19024" y="453097"/>
                  </a:lnTo>
                  <a:lnTo>
                    <a:pt x="19024" y="396036"/>
                  </a:lnTo>
                  <a:close/>
                </a:path>
                <a:path w="4565015" h="4641215">
                  <a:moveTo>
                    <a:pt x="19024" y="301193"/>
                  </a:moveTo>
                  <a:lnTo>
                    <a:pt x="0" y="301193"/>
                  </a:lnTo>
                  <a:lnTo>
                    <a:pt x="0" y="358241"/>
                  </a:lnTo>
                  <a:lnTo>
                    <a:pt x="19024" y="358241"/>
                  </a:lnTo>
                  <a:lnTo>
                    <a:pt x="19024" y="301193"/>
                  </a:lnTo>
                  <a:close/>
                </a:path>
                <a:path w="4565015" h="4641215">
                  <a:moveTo>
                    <a:pt x="19024" y="206336"/>
                  </a:moveTo>
                  <a:lnTo>
                    <a:pt x="0" y="206336"/>
                  </a:lnTo>
                  <a:lnTo>
                    <a:pt x="0" y="263398"/>
                  </a:lnTo>
                  <a:lnTo>
                    <a:pt x="19024" y="263398"/>
                  </a:lnTo>
                  <a:lnTo>
                    <a:pt x="19024" y="206336"/>
                  </a:lnTo>
                  <a:close/>
                </a:path>
                <a:path w="4565015" h="4641215">
                  <a:moveTo>
                    <a:pt x="19024" y="111480"/>
                  </a:moveTo>
                  <a:lnTo>
                    <a:pt x="0" y="111480"/>
                  </a:lnTo>
                  <a:lnTo>
                    <a:pt x="0" y="168541"/>
                  </a:lnTo>
                  <a:lnTo>
                    <a:pt x="19024" y="168541"/>
                  </a:lnTo>
                  <a:lnTo>
                    <a:pt x="19024" y="111480"/>
                  </a:lnTo>
                  <a:close/>
                </a:path>
                <a:path w="4565015" h="4641215">
                  <a:moveTo>
                    <a:pt x="40386" y="31076"/>
                  </a:moveTo>
                  <a:lnTo>
                    <a:pt x="28829" y="16497"/>
                  </a:lnTo>
                  <a:lnTo>
                    <a:pt x="27838" y="17246"/>
                  </a:lnTo>
                  <a:lnTo>
                    <a:pt x="22288" y="22288"/>
                  </a:lnTo>
                  <a:lnTo>
                    <a:pt x="5689" y="47256"/>
                  </a:lnTo>
                  <a:lnTo>
                    <a:pt x="3251" y="54025"/>
                  </a:lnTo>
                  <a:lnTo>
                    <a:pt x="1447" y="61239"/>
                  </a:lnTo>
                  <a:lnTo>
                    <a:pt x="368" y="68516"/>
                  </a:lnTo>
                  <a:lnTo>
                    <a:pt x="127" y="73482"/>
                  </a:lnTo>
                  <a:lnTo>
                    <a:pt x="19024" y="74129"/>
                  </a:lnTo>
                  <a:lnTo>
                    <a:pt x="19024" y="68516"/>
                  </a:lnTo>
                  <a:lnTo>
                    <a:pt x="20472" y="61239"/>
                  </a:lnTo>
                  <a:lnTo>
                    <a:pt x="26263" y="47256"/>
                  </a:lnTo>
                  <a:lnTo>
                    <a:pt x="30391" y="41084"/>
                  </a:lnTo>
                  <a:lnTo>
                    <a:pt x="35737" y="35737"/>
                  </a:lnTo>
                  <a:lnTo>
                    <a:pt x="40386" y="31076"/>
                  </a:lnTo>
                  <a:close/>
                </a:path>
                <a:path w="4565015" h="4641215">
                  <a:moveTo>
                    <a:pt x="41986" y="4611154"/>
                  </a:moveTo>
                  <a:lnTo>
                    <a:pt x="20472" y="4579709"/>
                  </a:lnTo>
                  <a:lnTo>
                    <a:pt x="19024" y="4572355"/>
                  </a:lnTo>
                  <a:lnTo>
                    <a:pt x="19024" y="4568749"/>
                  </a:lnTo>
                  <a:lnTo>
                    <a:pt x="254" y="4570031"/>
                  </a:lnTo>
                  <a:lnTo>
                    <a:pt x="12814" y="4607141"/>
                  </a:lnTo>
                  <a:lnTo>
                    <a:pt x="31013" y="4626064"/>
                  </a:lnTo>
                  <a:lnTo>
                    <a:pt x="41986" y="4611154"/>
                  </a:lnTo>
                  <a:close/>
                </a:path>
                <a:path w="4565015" h="4641215">
                  <a:moveTo>
                    <a:pt x="128828" y="4621923"/>
                  </a:moveTo>
                  <a:lnTo>
                    <a:pt x="72542" y="4621923"/>
                  </a:lnTo>
                  <a:lnTo>
                    <a:pt x="71386" y="4640719"/>
                  </a:lnTo>
                  <a:lnTo>
                    <a:pt x="76073" y="4640935"/>
                  </a:lnTo>
                  <a:lnTo>
                    <a:pt x="128828" y="4640935"/>
                  </a:lnTo>
                  <a:lnTo>
                    <a:pt x="128828" y="4621923"/>
                  </a:lnTo>
                  <a:close/>
                </a:path>
                <a:path w="4565015" h="4641215">
                  <a:moveTo>
                    <a:pt x="133134" y="0"/>
                  </a:moveTo>
                  <a:lnTo>
                    <a:pt x="76073" y="0"/>
                  </a:lnTo>
                  <a:lnTo>
                    <a:pt x="68783" y="355"/>
                  </a:lnTo>
                  <a:lnTo>
                    <a:pt x="70573" y="19024"/>
                  </a:lnTo>
                  <a:lnTo>
                    <a:pt x="133134" y="19024"/>
                  </a:lnTo>
                  <a:lnTo>
                    <a:pt x="133134" y="0"/>
                  </a:lnTo>
                  <a:close/>
                </a:path>
                <a:path w="4565015" h="4641215">
                  <a:moveTo>
                    <a:pt x="223685" y="4621923"/>
                  </a:moveTo>
                  <a:lnTo>
                    <a:pt x="166624" y="4621923"/>
                  </a:lnTo>
                  <a:lnTo>
                    <a:pt x="166624" y="4640935"/>
                  </a:lnTo>
                  <a:lnTo>
                    <a:pt x="223685" y="4640935"/>
                  </a:lnTo>
                  <a:lnTo>
                    <a:pt x="223685" y="4621923"/>
                  </a:lnTo>
                  <a:close/>
                </a:path>
                <a:path w="4565015" h="4641215">
                  <a:moveTo>
                    <a:pt x="227990" y="0"/>
                  </a:moveTo>
                  <a:lnTo>
                    <a:pt x="170929" y="0"/>
                  </a:lnTo>
                  <a:lnTo>
                    <a:pt x="170929" y="19024"/>
                  </a:lnTo>
                  <a:lnTo>
                    <a:pt x="227990" y="19024"/>
                  </a:lnTo>
                  <a:lnTo>
                    <a:pt x="227990" y="0"/>
                  </a:lnTo>
                  <a:close/>
                </a:path>
                <a:path w="4565015" h="4641215">
                  <a:moveTo>
                    <a:pt x="318528" y="4621923"/>
                  </a:moveTo>
                  <a:lnTo>
                    <a:pt x="261467" y="4621923"/>
                  </a:lnTo>
                  <a:lnTo>
                    <a:pt x="261467" y="4640935"/>
                  </a:lnTo>
                  <a:lnTo>
                    <a:pt x="318528" y="4640935"/>
                  </a:lnTo>
                  <a:lnTo>
                    <a:pt x="318528" y="4621923"/>
                  </a:lnTo>
                  <a:close/>
                </a:path>
                <a:path w="4565015" h="4641215">
                  <a:moveTo>
                    <a:pt x="322846" y="0"/>
                  </a:moveTo>
                  <a:lnTo>
                    <a:pt x="265785" y="0"/>
                  </a:lnTo>
                  <a:lnTo>
                    <a:pt x="265785" y="19024"/>
                  </a:lnTo>
                  <a:lnTo>
                    <a:pt x="322846" y="19024"/>
                  </a:lnTo>
                  <a:lnTo>
                    <a:pt x="322846" y="0"/>
                  </a:lnTo>
                  <a:close/>
                </a:path>
                <a:path w="4565015" h="4641215">
                  <a:moveTo>
                    <a:pt x="413385" y="4621923"/>
                  </a:moveTo>
                  <a:lnTo>
                    <a:pt x="356323" y="4621923"/>
                  </a:lnTo>
                  <a:lnTo>
                    <a:pt x="356323" y="4640935"/>
                  </a:lnTo>
                  <a:lnTo>
                    <a:pt x="413385" y="4640935"/>
                  </a:lnTo>
                  <a:lnTo>
                    <a:pt x="413385" y="4621923"/>
                  </a:lnTo>
                  <a:close/>
                </a:path>
                <a:path w="4565015" h="4641215">
                  <a:moveTo>
                    <a:pt x="417690" y="0"/>
                  </a:moveTo>
                  <a:lnTo>
                    <a:pt x="360629" y="0"/>
                  </a:lnTo>
                  <a:lnTo>
                    <a:pt x="360629" y="19024"/>
                  </a:lnTo>
                  <a:lnTo>
                    <a:pt x="417690" y="19024"/>
                  </a:lnTo>
                  <a:lnTo>
                    <a:pt x="417690" y="0"/>
                  </a:lnTo>
                  <a:close/>
                </a:path>
                <a:path w="4565015" h="4641215">
                  <a:moveTo>
                    <a:pt x="508241" y="4621923"/>
                  </a:moveTo>
                  <a:lnTo>
                    <a:pt x="451180" y="4621923"/>
                  </a:lnTo>
                  <a:lnTo>
                    <a:pt x="451180" y="4640935"/>
                  </a:lnTo>
                  <a:lnTo>
                    <a:pt x="508241" y="4640935"/>
                  </a:lnTo>
                  <a:lnTo>
                    <a:pt x="508241" y="4621923"/>
                  </a:lnTo>
                  <a:close/>
                </a:path>
                <a:path w="4565015" h="4641215">
                  <a:moveTo>
                    <a:pt x="512546" y="0"/>
                  </a:moveTo>
                  <a:lnTo>
                    <a:pt x="455485" y="0"/>
                  </a:lnTo>
                  <a:lnTo>
                    <a:pt x="455485" y="19024"/>
                  </a:lnTo>
                  <a:lnTo>
                    <a:pt x="512546" y="19024"/>
                  </a:lnTo>
                  <a:lnTo>
                    <a:pt x="512546" y="0"/>
                  </a:lnTo>
                  <a:close/>
                </a:path>
                <a:path w="4565015" h="4641215">
                  <a:moveTo>
                    <a:pt x="603097" y="4621923"/>
                  </a:moveTo>
                  <a:lnTo>
                    <a:pt x="546036" y="4621923"/>
                  </a:lnTo>
                  <a:lnTo>
                    <a:pt x="546036" y="4640935"/>
                  </a:lnTo>
                  <a:lnTo>
                    <a:pt x="603097" y="4640935"/>
                  </a:lnTo>
                  <a:lnTo>
                    <a:pt x="603097" y="4621923"/>
                  </a:lnTo>
                  <a:close/>
                </a:path>
                <a:path w="4565015" h="4641215">
                  <a:moveTo>
                    <a:pt x="607402" y="0"/>
                  </a:moveTo>
                  <a:lnTo>
                    <a:pt x="550341" y="0"/>
                  </a:lnTo>
                  <a:lnTo>
                    <a:pt x="550341" y="19024"/>
                  </a:lnTo>
                  <a:lnTo>
                    <a:pt x="607402" y="19024"/>
                  </a:lnTo>
                  <a:lnTo>
                    <a:pt x="607402" y="0"/>
                  </a:lnTo>
                  <a:close/>
                </a:path>
                <a:path w="4565015" h="4641215">
                  <a:moveTo>
                    <a:pt x="697953" y="4621923"/>
                  </a:moveTo>
                  <a:lnTo>
                    <a:pt x="640892" y="4621923"/>
                  </a:lnTo>
                  <a:lnTo>
                    <a:pt x="640892" y="4640935"/>
                  </a:lnTo>
                  <a:lnTo>
                    <a:pt x="697953" y="4640935"/>
                  </a:lnTo>
                  <a:lnTo>
                    <a:pt x="697953" y="4621923"/>
                  </a:lnTo>
                  <a:close/>
                </a:path>
                <a:path w="4565015" h="4641215">
                  <a:moveTo>
                    <a:pt x="702259" y="0"/>
                  </a:moveTo>
                  <a:lnTo>
                    <a:pt x="645198" y="0"/>
                  </a:lnTo>
                  <a:lnTo>
                    <a:pt x="645198" y="19024"/>
                  </a:lnTo>
                  <a:lnTo>
                    <a:pt x="702259" y="19024"/>
                  </a:lnTo>
                  <a:lnTo>
                    <a:pt x="702259" y="0"/>
                  </a:lnTo>
                  <a:close/>
                </a:path>
                <a:path w="4565015" h="4641215">
                  <a:moveTo>
                    <a:pt x="792797" y="4621923"/>
                  </a:moveTo>
                  <a:lnTo>
                    <a:pt x="735736" y="4621923"/>
                  </a:lnTo>
                  <a:lnTo>
                    <a:pt x="735736" y="4640935"/>
                  </a:lnTo>
                  <a:lnTo>
                    <a:pt x="792797" y="4640935"/>
                  </a:lnTo>
                  <a:lnTo>
                    <a:pt x="792797" y="4621923"/>
                  </a:lnTo>
                  <a:close/>
                </a:path>
                <a:path w="4565015" h="4641215">
                  <a:moveTo>
                    <a:pt x="797115" y="0"/>
                  </a:moveTo>
                  <a:lnTo>
                    <a:pt x="740054" y="0"/>
                  </a:lnTo>
                  <a:lnTo>
                    <a:pt x="740054" y="19024"/>
                  </a:lnTo>
                  <a:lnTo>
                    <a:pt x="797115" y="19024"/>
                  </a:lnTo>
                  <a:lnTo>
                    <a:pt x="797115" y="0"/>
                  </a:lnTo>
                  <a:close/>
                </a:path>
                <a:path w="4565015" h="4641215">
                  <a:moveTo>
                    <a:pt x="887653" y="4621923"/>
                  </a:moveTo>
                  <a:lnTo>
                    <a:pt x="830592" y="4621923"/>
                  </a:lnTo>
                  <a:lnTo>
                    <a:pt x="830592" y="4640935"/>
                  </a:lnTo>
                  <a:lnTo>
                    <a:pt x="887653" y="4640935"/>
                  </a:lnTo>
                  <a:lnTo>
                    <a:pt x="887653" y="4621923"/>
                  </a:lnTo>
                  <a:close/>
                </a:path>
                <a:path w="4565015" h="4641215">
                  <a:moveTo>
                    <a:pt x="891959" y="0"/>
                  </a:moveTo>
                  <a:lnTo>
                    <a:pt x="834898" y="0"/>
                  </a:lnTo>
                  <a:lnTo>
                    <a:pt x="834898" y="19024"/>
                  </a:lnTo>
                  <a:lnTo>
                    <a:pt x="891959" y="19024"/>
                  </a:lnTo>
                  <a:lnTo>
                    <a:pt x="891959" y="0"/>
                  </a:lnTo>
                  <a:close/>
                </a:path>
                <a:path w="4565015" h="4641215">
                  <a:moveTo>
                    <a:pt x="982510" y="4621923"/>
                  </a:moveTo>
                  <a:lnTo>
                    <a:pt x="925449" y="4621923"/>
                  </a:lnTo>
                  <a:lnTo>
                    <a:pt x="925449" y="4640935"/>
                  </a:lnTo>
                  <a:lnTo>
                    <a:pt x="982510" y="4640935"/>
                  </a:lnTo>
                  <a:lnTo>
                    <a:pt x="982510" y="4621923"/>
                  </a:lnTo>
                  <a:close/>
                </a:path>
                <a:path w="4565015" h="4641215">
                  <a:moveTo>
                    <a:pt x="986815" y="0"/>
                  </a:moveTo>
                  <a:lnTo>
                    <a:pt x="929754" y="0"/>
                  </a:lnTo>
                  <a:lnTo>
                    <a:pt x="929754" y="19024"/>
                  </a:lnTo>
                  <a:lnTo>
                    <a:pt x="986815" y="19024"/>
                  </a:lnTo>
                  <a:lnTo>
                    <a:pt x="986815" y="0"/>
                  </a:lnTo>
                  <a:close/>
                </a:path>
                <a:path w="4565015" h="4641215">
                  <a:moveTo>
                    <a:pt x="1077366" y="4621923"/>
                  </a:moveTo>
                  <a:lnTo>
                    <a:pt x="1020305" y="4621923"/>
                  </a:lnTo>
                  <a:lnTo>
                    <a:pt x="1020305" y="4640935"/>
                  </a:lnTo>
                  <a:lnTo>
                    <a:pt x="1077366" y="4640935"/>
                  </a:lnTo>
                  <a:lnTo>
                    <a:pt x="1077366" y="4621923"/>
                  </a:lnTo>
                  <a:close/>
                </a:path>
                <a:path w="4565015" h="4641215">
                  <a:moveTo>
                    <a:pt x="1081671" y="0"/>
                  </a:moveTo>
                  <a:lnTo>
                    <a:pt x="1024610" y="0"/>
                  </a:lnTo>
                  <a:lnTo>
                    <a:pt x="1024610" y="19024"/>
                  </a:lnTo>
                  <a:lnTo>
                    <a:pt x="1081671" y="19024"/>
                  </a:lnTo>
                  <a:lnTo>
                    <a:pt x="1081671" y="0"/>
                  </a:lnTo>
                  <a:close/>
                </a:path>
                <a:path w="4565015" h="4641215">
                  <a:moveTo>
                    <a:pt x="1172222" y="4621923"/>
                  </a:moveTo>
                  <a:lnTo>
                    <a:pt x="1115161" y="4621923"/>
                  </a:lnTo>
                  <a:lnTo>
                    <a:pt x="1115161" y="4640935"/>
                  </a:lnTo>
                  <a:lnTo>
                    <a:pt x="1172222" y="4640935"/>
                  </a:lnTo>
                  <a:lnTo>
                    <a:pt x="1172222" y="4621923"/>
                  </a:lnTo>
                  <a:close/>
                </a:path>
                <a:path w="4565015" h="4641215">
                  <a:moveTo>
                    <a:pt x="1176528" y="0"/>
                  </a:moveTo>
                  <a:lnTo>
                    <a:pt x="1119466" y="0"/>
                  </a:lnTo>
                  <a:lnTo>
                    <a:pt x="1119466" y="19024"/>
                  </a:lnTo>
                  <a:lnTo>
                    <a:pt x="1176528" y="19024"/>
                  </a:lnTo>
                  <a:lnTo>
                    <a:pt x="1176528" y="0"/>
                  </a:lnTo>
                  <a:close/>
                </a:path>
                <a:path w="4565015" h="4641215">
                  <a:moveTo>
                    <a:pt x="1267079" y="4621923"/>
                  </a:moveTo>
                  <a:lnTo>
                    <a:pt x="1210017" y="4621923"/>
                  </a:lnTo>
                  <a:lnTo>
                    <a:pt x="1210017" y="4640935"/>
                  </a:lnTo>
                  <a:lnTo>
                    <a:pt x="1267079" y="4640935"/>
                  </a:lnTo>
                  <a:lnTo>
                    <a:pt x="1267079" y="4621923"/>
                  </a:lnTo>
                  <a:close/>
                </a:path>
                <a:path w="4565015" h="4641215">
                  <a:moveTo>
                    <a:pt x="1271371" y="0"/>
                  </a:moveTo>
                  <a:lnTo>
                    <a:pt x="1214323" y="0"/>
                  </a:lnTo>
                  <a:lnTo>
                    <a:pt x="1214323" y="19024"/>
                  </a:lnTo>
                  <a:lnTo>
                    <a:pt x="1271371" y="19024"/>
                  </a:lnTo>
                  <a:lnTo>
                    <a:pt x="1271371" y="0"/>
                  </a:lnTo>
                  <a:close/>
                </a:path>
                <a:path w="4565015" h="4641215">
                  <a:moveTo>
                    <a:pt x="1361922" y="4621923"/>
                  </a:moveTo>
                  <a:lnTo>
                    <a:pt x="1304861" y="4621923"/>
                  </a:lnTo>
                  <a:lnTo>
                    <a:pt x="1304861" y="4640935"/>
                  </a:lnTo>
                  <a:lnTo>
                    <a:pt x="1361922" y="4640935"/>
                  </a:lnTo>
                  <a:lnTo>
                    <a:pt x="1361922" y="4621923"/>
                  </a:lnTo>
                  <a:close/>
                </a:path>
                <a:path w="4565015" h="4641215">
                  <a:moveTo>
                    <a:pt x="1366227" y="0"/>
                  </a:moveTo>
                  <a:lnTo>
                    <a:pt x="1309166" y="0"/>
                  </a:lnTo>
                  <a:lnTo>
                    <a:pt x="1309166" y="19024"/>
                  </a:lnTo>
                  <a:lnTo>
                    <a:pt x="1366227" y="19024"/>
                  </a:lnTo>
                  <a:lnTo>
                    <a:pt x="1366227" y="0"/>
                  </a:lnTo>
                  <a:close/>
                </a:path>
                <a:path w="4565015" h="4641215">
                  <a:moveTo>
                    <a:pt x="1456778" y="4621923"/>
                  </a:moveTo>
                  <a:lnTo>
                    <a:pt x="1399717" y="4621923"/>
                  </a:lnTo>
                  <a:lnTo>
                    <a:pt x="1399717" y="4640935"/>
                  </a:lnTo>
                  <a:lnTo>
                    <a:pt x="1456778" y="4640935"/>
                  </a:lnTo>
                  <a:lnTo>
                    <a:pt x="1456778" y="4621923"/>
                  </a:lnTo>
                  <a:close/>
                </a:path>
                <a:path w="4565015" h="4641215">
                  <a:moveTo>
                    <a:pt x="1461084" y="0"/>
                  </a:moveTo>
                  <a:lnTo>
                    <a:pt x="1404023" y="0"/>
                  </a:lnTo>
                  <a:lnTo>
                    <a:pt x="1404023" y="19024"/>
                  </a:lnTo>
                  <a:lnTo>
                    <a:pt x="1461084" y="19024"/>
                  </a:lnTo>
                  <a:lnTo>
                    <a:pt x="1461084" y="0"/>
                  </a:lnTo>
                  <a:close/>
                </a:path>
                <a:path w="4565015" h="4641215">
                  <a:moveTo>
                    <a:pt x="1551635" y="4621923"/>
                  </a:moveTo>
                  <a:lnTo>
                    <a:pt x="1494574" y="4621923"/>
                  </a:lnTo>
                  <a:lnTo>
                    <a:pt x="1494574" y="4640935"/>
                  </a:lnTo>
                  <a:lnTo>
                    <a:pt x="1551635" y="4640935"/>
                  </a:lnTo>
                  <a:lnTo>
                    <a:pt x="1551635" y="4621923"/>
                  </a:lnTo>
                  <a:close/>
                </a:path>
                <a:path w="4565015" h="4641215">
                  <a:moveTo>
                    <a:pt x="1555927" y="0"/>
                  </a:moveTo>
                  <a:lnTo>
                    <a:pt x="1498866" y="0"/>
                  </a:lnTo>
                  <a:lnTo>
                    <a:pt x="1498866" y="19024"/>
                  </a:lnTo>
                  <a:lnTo>
                    <a:pt x="1555927" y="19024"/>
                  </a:lnTo>
                  <a:lnTo>
                    <a:pt x="1555927" y="0"/>
                  </a:lnTo>
                  <a:close/>
                </a:path>
                <a:path w="4565015" h="4641215">
                  <a:moveTo>
                    <a:pt x="1646491" y="4621923"/>
                  </a:moveTo>
                  <a:lnTo>
                    <a:pt x="1589430" y="4621923"/>
                  </a:lnTo>
                  <a:lnTo>
                    <a:pt x="1589430" y="4640935"/>
                  </a:lnTo>
                  <a:lnTo>
                    <a:pt x="1646491" y="4640935"/>
                  </a:lnTo>
                  <a:lnTo>
                    <a:pt x="1646491" y="4621923"/>
                  </a:lnTo>
                  <a:close/>
                </a:path>
                <a:path w="4565015" h="4641215">
                  <a:moveTo>
                    <a:pt x="1650784" y="0"/>
                  </a:moveTo>
                  <a:lnTo>
                    <a:pt x="1593723" y="0"/>
                  </a:lnTo>
                  <a:lnTo>
                    <a:pt x="1593723" y="19024"/>
                  </a:lnTo>
                  <a:lnTo>
                    <a:pt x="1650784" y="19024"/>
                  </a:lnTo>
                  <a:lnTo>
                    <a:pt x="1650784" y="0"/>
                  </a:lnTo>
                  <a:close/>
                </a:path>
                <a:path w="4565015" h="4641215">
                  <a:moveTo>
                    <a:pt x="1741347" y="4621923"/>
                  </a:moveTo>
                  <a:lnTo>
                    <a:pt x="1684286" y="4621923"/>
                  </a:lnTo>
                  <a:lnTo>
                    <a:pt x="1684286" y="4640935"/>
                  </a:lnTo>
                  <a:lnTo>
                    <a:pt x="1741347" y="4640935"/>
                  </a:lnTo>
                  <a:lnTo>
                    <a:pt x="1741347" y="4621923"/>
                  </a:lnTo>
                  <a:close/>
                </a:path>
                <a:path w="4565015" h="4641215">
                  <a:moveTo>
                    <a:pt x="1745640" y="0"/>
                  </a:moveTo>
                  <a:lnTo>
                    <a:pt x="1688579" y="0"/>
                  </a:lnTo>
                  <a:lnTo>
                    <a:pt x="1688579" y="19024"/>
                  </a:lnTo>
                  <a:lnTo>
                    <a:pt x="1745640" y="19024"/>
                  </a:lnTo>
                  <a:lnTo>
                    <a:pt x="1745640" y="0"/>
                  </a:lnTo>
                  <a:close/>
                </a:path>
                <a:path w="4565015" h="4641215">
                  <a:moveTo>
                    <a:pt x="1836191" y="4621923"/>
                  </a:moveTo>
                  <a:lnTo>
                    <a:pt x="1779130" y="4621923"/>
                  </a:lnTo>
                  <a:lnTo>
                    <a:pt x="1779130" y="4640935"/>
                  </a:lnTo>
                  <a:lnTo>
                    <a:pt x="1836191" y="4640935"/>
                  </a:lnTo>
                  <a:lnTo>
                    <a:pt x="1836191" y="4621923"/>
                  </a:lnTo>
                  <a:close/>
                </a:path>
                <a:path w="4565015" h="4641215">
                  <a:moveTo>
                    <a:pt x="1840496" y="0"/>
                  </a:moveTo>
                  <a:lnTo>
                    <a:pt x="1783435" y="0"/>
                  </a:lnTo>
                  <a:lnTo>
                    <a:pt x="1783435" y="19024"/>
                  </a:lnTo>
                  <a:lnTo>
                    <a:pt x="1840496" y="19024"/>
                  </a:lnTo>
                  <a:lnTo>
                    <a:pt x="1840496" y="0"/>
                  </a:lnTo>
                  <a:close/>
                </a:path>
                <a:path w="4565015" h="4641215">
                  <a:moveTo>
                    <a:pt x="1931047" y="4621923"/>
                  </a:moveTo>
                  <a:lnTo>
                    <a:pt x="1873986" y="4621923"/>
                  </a:lnTo>
                  <a:lnTo>
                    <a:pt x="1873986" y="4640935"/>
                  </a:lnTo>
                  <a:lnTo>
                    <a:pt x="1931047" y="4640935"/>
                  </a:lnTo>
                  <a:lnTo>
                    <a:pt x="1931047" y="4621923"/>
                  </a:lnTo>
                  <a:close/>
                </a:path>
                <a:path w="4565015" h="4641215">
                  <a:moveTo>
                    <a:pt x="1935353" y="0"/>
                  </a:moveTo>
                  <a:lnTo>
                    <a:pt x="1878291" y="0"/>
                  </a:lnTo>
                  <a:lnTo>
                    <a:pt x="1878291" y="19024"/>
                  </a:lnTo>
                  <a:lnTo>
                    <a:pt x="1935353" y="19024"/>
                  </a:lnTo>
                  <a:lnTo>
                    <a:pt x="1935353" y="0"/>
                  </a:lnTo>
                  <a:close/>
                </a:path>
                <a:path w="4565015" h="4641215">
                  <a:moveTo>
                    <a:pt x="2025891" y="4621923"/>
                  </a:moveTo>
                  <a:lnTo>
                    <a:pt x="1968830" y="4621923"/>
                  </a:lnTo>
                  <a:lnTo>
                    <a:pt x="1968830" y="4640935"/>
                  </a:lnTo>
                  <a:lnTo>
                    <a:pt x="2025891" y="4640935"/>
                  </a:lnTo>
                  <a:lnTo>
                    <a:pt x="2025891" y="4621923"/>
                  </a:lnTo>
                  <a:close/>
                </a:path>
                <a:path w="4565015" h="4641215">
                  <a:moveTo>
                    <a:pt x="2030209" y="0"/>
                  </a:moveTo>
                  <a:lnTo>
                    <a:pt x="1973148" y="0"/>
                  </a:lnTo>
                  <a:lnTo>
                    <a:pt x="1973148" y="19024"/>
                  </a:lnTo>
                  <a:lnTo>
                    <a:pt x="2030209" y="19024"/>
                  </a:lnTo>
                  <a:lnTo>
                    <a:pt x="2030209" y="0"/>
                  </a:lnTo>
                  <a:close/>
                </a:path>
                <a:path w="4565015" h="4641215">
                  <a:moveTo>
                    <a:pt x="2120747" y="4621923"/>
                  </a:moveTo>
                  <a:lnTo>
                    <a:pt x="2063686" y="4621923"/>
                  </a:lnTo>
                  <a:lnTo>
                    <a:pt x="2063686" y="4640935"/>
                  </a:lnTo>
                  <a:lnTo>
                    <a:pt x="2120747" y="4640935"/>
                  </a:lnTo>
                  <a:lnTo>
                    <a:pt x="2120747" y="4621923"/>
                  </a:lnTo>
                  <a:close/>
                </a:path>
                <a:path w="4565015" h="4641215">
                  <a:moveTo>
                    <a:pt x="2125053" y="0"/>
                  </a:moveTo>
                  <a:lnTo>
                    <a:pt x="2067991" y="0"/>
                  </a:lnTo>
                  <a:lnTo>
                    <a:pt x="2067991" y="19024"/>
                  </a:lnTo>
                  <a:lnTo>
                    <a:pt x="2125053" y="19024"/>
                  </a:lnTo>
                  <a:lnTo>
                    <a:pt x="2125053" y="0"/>
                  </a:lnTo>
                  <a:close/>
                </a:path>
                <a:path w="4565015" h="4641215">
                  <a:moveTo>
                    <a:pt x="2215604" y="4621923"/>
                  </a:moveTo>
                  <a:lnTo>
                    <a:pt x="2158542" y="4621923"/>
                  </a:lnTo>
                  <a:lnTo>
                    <a:pt x="2158542" y="4640935"/>
                  </a:lnTo>
                  <a:lnTo>
                    <a:pt x="2215604" y="4640935"/>
                  </a:lnTo>
                  <a:lnTo>
                    <a:pt x="2215604" y="4621923"/>
                  </a:lnTo>
                  <a:close/>
                </a:path>
                <a:path w="4565015" h="4641215">
                  <a:moveTo>
                    <a:pt x="2219909" y="0"/>
                  </a:moveTo>
                  <a:lnTo>
                    <a:pt x="2162848" y="0"/>
                  </a:lnTo>
                  <a:lnTo>
                    <a:pt x="2162848" y="19024"/>
                  </a:lnTo>
                  <a:lnTo>
                    <a:pt x="2219909" y="19024"/>
                  </a:lnTo>
                  <a:lnTo>
                    <a:pt x="2219909" y="0"/>
                  </a:lnTo>
                  <a:close/>
                </a:path>
                <a:path w="4565015" h="4641215">
                  <a:moveTo>
                    <a:pt x="2310460" y="4621923"/>
                  </a:moveTo>
                  <a:lnTo>
                    <a:pt x="2253399" y="4621923"/>
                  </a:lnTo>
                  <a:lnTo>
                    <a:pt x="2253399" y="4640935"/>
                  </a:lnTo>
                  <a:lnTo>
                    <a:pt x="2310460" y="4640935"/>
                  </a:lnTo>
                  <a:lnTo>
                    <a:pt x="2310460" y="4621923"/>
                  </a:lnTo>
                  <a:close/>
                </a:path>
                <a:path w="4565015" h="4641215">
                  <a:moveTo>
                    <a:pt x="2314765" y="0"/>
                  </a:moveTo>
                  <a:lnTo>
                    <a:pt x="2257704" y="0"/>
                  </a:lnTo>
                  <a:lnTo>
                    <a:pt x="2257704" y="19024"/>
                  </a:lnTo>
                  <a:lnTo>
                    <a:pt x="2314765" y="19024"/>
                  </a:lnTo>
                  <a:lnTo>
                    <a:pt x="2314765" y="0"/>
                  </a:lnTo>
                  <a:close/>
                </a:path>
                <a:path w="4565015" h="4641215">
                  <a:moveTo>
                    <a:pt x="2405316" y="4621923"/>
                  </a:moveTo>
                  <a:lnTo>
                    <a:pt x="2348255" y="4621923"/>
                  </a:lnTo>
                  <a:lnTo>
                    <a:pt x="2348255" y="4640935"/>
                  </a:lnTo>
                  <a:lnTo>
                    <a:pt x="2405316" y="4640935"/>
                  </a:lnTo>
                  <a:lnTo>
                    <a:pt x="2405316" y="4621923"/>
                  </a:lnTo>
                  <a:close/>
                </a:path>
                <a:path w="4565015" h="4641215">
                  <a:moveTo>
                    <a:pt x="2409621" y="0"/>
                  </a:moveTo>
                  <a:lnTo>
                    <a:pt x="2352560" y="0"/>
                  </a:lnTo>
                  <a:lnTo>
                    <a:pt x="2352560" y="19024"/>
                  </a:lnTo>
                  <a:lnTo>
                    <a:pt x="2409621" y="19024"/>
                  </a:lnTo>
                  <a:lnTo>
                    <a:pt x="2409621" y="0"/>
                  </a:lnTo>
                  <a:close/>
                </a:path>
                <a:path w="4565015" h="4641215">
                  <a:moveTo>
                    <a:pt x="2500160" y="4621923"/>
                  </a:moveTo>
                  <a:lnTo>
                    <a:pt x="2443099" y="4621923"/>
                  </a:lnTo>
                  <a:lnTo>
                    <a:pt x="2443099" y="4640935"/>
                  </a:lnTo>
                  <a:lnTo>
                    <a:pt x="2500160" y="4640935"/>
                  </a:lnTo>
                  <a:lnTo>
                    <a:pt x="2500160" y="4621923"/>
                  </a:lnTo>
                  <a:close/>
                </a:path>
                <a:path w="4565015" h="4641215">
                  <a:moveTo>
                    <a:pt x="2504478" y="0"/>
                  </a:moveTo>
                  <a:lnTo>
                    <a:pt x="2447417" y="0"/>
                  </a:lnTo>
                  <a:lnTo>
                    <a:pt x="2447417" y="19024"/>
                  </a:lnTo>
                  <a:lnTo>
                    <a:pt x="2504478" y="19024"/>
                  </a:lnTo>
                  <a:lnTo>
                    <a:pt x="2504478" y="0"/>
                  </a:lnTo>
                  <a:close/>
                </a:path>
                <a:path w="4565015" h="4641215">
                  <a:moveTo>
                    <a:pt x="2595016" y="4621923"/>
                  </a:moveTo>
                  <a:lnTo>
                    <a:pt x="2537955" y="4621923"/>
                  </a:lnTo>
                  <a:lnTo>
                    <a:pt x="2537955" y="4640935"/>
                  </a:lnTo>
                  <a:lnTo>
                    <a:pt x="2595016" y="4640935"/>
                  </a:lnTo>
                  <a:lnTo>
                    <a:pt x="2595016" y="4621923"/>
                  </a:lnTo>
                  <a:close/>
                </a:path>
                <a:path w="4565015" h="4641215">
                  <a:moveTo>
                    <a:pt x="2599321" y="0"/>
                  </a:moveTo>
                  <a:lnTo>
                    <a:pt x="2542260" y="0"/>
                  </a:lnTo>
                  <a:lnTo>
                    <a:pt x="2542260" y="19024"/>
                  </a:lnTo>
                  <a:lnTo>
                    <a:pt x="2599321" y="19024"/>
                  </a:lnTo>
                  <a:lnTo>
                    <a:pt x="2599321" y="0"/>
                  </a:lnTo>
                  <a:close/>
                </a:path>
                <a:path w="4565015" h="4641215">
                  <a:moveTo>
                    <a:pt x="2689834" y="4621923"/>
                  </a:moveTo>
                  <a:lnTo>
                    <a:pt x="2632773" y="4621923"/>
                  </a:lnTo>
                  <a:lnTo>
                    <a:pt x="2632773" y="4640935"/>
                  </a:lnTo>
                  <a:lnTo>
                    <a:pt x="2689834" y="4640935"/>
                  </a:lnTo>
                  <a:lnTo>
                    <a:pt x="2689834" y="4621923"/>
                  </a:lnTo>
                  <a:close/>
                </a:path>
                <a:path w="4565015" h="4641215">
                  <a:moveTo>
                    <a:pt x="2694216" y="0"/>
                  </a:moveTo>
                  <a:lnTo>
                    <a:pt x="2637155" y="0"/>
                  </a:lnTo>
                  <a:lnTo>
                    <a:pt x="2637155" y="19024"/>
                  </a:lnTo>
                  <a:lnTo>
                    <a:pt x="2694216" y="19024"/>
                  </a:lnTo>
                  <a:lnTo>
                    <a:pt x="2694216" y="0"/>
                  </a:lnTo>
                  <a:close/>
                </a:path>
                <a:path w="4565015" h="4641215">
                  <a:moveTo>
                    <a:pt x="2784741" y="4621923"/>
                  </a:moveTo>
                  <a:lnTo>
                    <a:pt x="2727680" y="4621923"/>
                  </a:lnTo>
                  <a:lnTo>
                    <a:pt x="2727680" y="4640935"/>
                  </a:lnTo>
                  <a:lnTo>
                    <a:pt x="2784741" y="4640935"/>
                  </a:lnTo>
                  <a:lnTo>
                    <a:pt x="2784741" y="4621923"/>
                  </a:lnTo>
                  <a:close/>
                </a:path>
                <a:path w="4565015" h="4641215">
                  <a:moveTo>
                    <a:pt x="2789021" y="0"/>
                  </a:moveTo>
                  <a:lnTo>
                    <a:pt x="2731960" y="0"/>
                  </a:lnTo>
                  <a:lnTo>
                    <a:pt x="2731960" y="19024"/>
                  </a:lnTo>
                  <a:lnTo>
                    <a:pt x="2789021" y="19024"/>
                  </a:lnTo>
                  <a:lnTo>
                    <a:pt x="2789021" y="0"/>
                  </a:lnTo>
                  <a:close/>
                </a:path>
                <a:path w="4565015" h="4641215">
                  <a:moveTo>
                    <a:pt x="2879560" y="4621923"/>
                  </a:moveTo>
                  <a:lnTo>
                    <a:pt x="2822498" y="4621923"/>
                  </a:lnTo>
                  <a:lnTo>
                    <a:pt x="2822498" y="4640935"/>
                  </a:lnTo>
                  <a:lnTo>
                    <a:pt x="2879560" y="4640935"/>
                  </a:lnTo>
                  <a:lnTo>
                    <a:pt x="2879560" y="4621923"/>
                  </a:lnTo>
                  <a:close/>
                </a:path>
                <a:path w="4565015" h="4641215">
                  <a:moveTo>
                    <a:pt x="2883839" y="0"/>
                  </a:moveTo>
                  <a:lnTo>
                    <a:pt x="2826778" y="0"/>
                  </a:lnTo>
                  <a:lnTo>
                    <a:pt x="2826778" y="19024"/>
                  </a:lnTo>
                  <a:lnTo>
                    <a:pt x="2883839" y="19024"/>
                  </a:lnTo>
                  <a:lnTo>
                    <a:pt x="2883839" y="0"/>
                  </a:lnTo>
                  <a:close/>
                </a:path>
                <a:path w="4565015" h="4641215">
                  <a:moveTo>
                    <a:pt x="2974467" y="4621923"/>
                  </a:moveTo>
                  <a:lnTo>
                    <a:pt x="2917418" y="4621923"/>
                  </a:lnTo>
                  <a:lnTo>
                    <a:pt x="2917418" y="4640935"/>
                  </a:lnTo>
                  <a:lnTo>
                    <a:pt x="2974467" y="4640935"/>
                  </a:lnTo>
                  <a:lnTo>
                    <a:pt x="2974467" y="4621923"/>
                  </a:lnTo>
                  <a:close/>
                </a:path>
                <a:path w="4565015" h="4641215">
                  <a:moveTo>
                    <a:pt x="2978747" y="0"/>
                  </a:moveTo>
                  <a:lnTo>
                    <a:pt x="2921685" y="0"/>
                  </a:lnTo>
                  <a:lnTo>
                    <a:pt x="2921685" y="19024"/>
                  </a:lnTo>
                  <a:lnTo>
                    <a:pt x="2978747" y="19024"/>
                  </a:lnTo>
                  <a:lnTo>
                    <a:pt x="2978747" y="0"/>
                  </a:lnTo>
                  <a:close/>
                </a:path>
                <a:path w="4565015" h="4641215">
                  <a:moveTo>
                    <a:pt x="3069285" y="4621923"/>
                  </a:moveTo>
                  <a:lnTo>
                    <a:pt x="3012224" y="4621923"/>
                  </a:lnTo>
                  <a:lnTo>
                    <a:pt x="3012224" y="4640935"/>
                  </a:lnTo>
                  <a:lnTo>
                    <a:pt x="3069285" y="4640935"/>
                  </a:lnTo>
                  <a:lnTo>
                    <a:pt x="3069285" y="4621923"/>
                  </a:lnTo>
                  <a:close/>
                </a:path>
                <a:path w="4565015" h="4641215">
                  <a:moveTo>
                    <a:pt x="3073565" y="0"/>
                  </a:moveTo>
                  <a:lnTo>
                    <a:pt x="3016504" y="0"/>
                  </a:lnTo>
                  <a:lnTo>
                    <a:pt x="3016504" y="19024"/>
                  </a:lnTo>
                  <a:lnTo>
                    <a:pt x="3073565" y="19024"/>
                  </a:lnTo>
                  <a:lnTo>
                    <a:pt x="3073565" y="0"/>
                  </a:lnTo>
                  <a:close/>
                </a:path>
                <a:path w="4565015" h="4641215">
                  <a:moveTo>
                    <a:pt x="3164103" y="4621923"/>
                  </a:moveTo>
                  <a:lnTo>
                    <a:pt x="3107042" y="4621923"/>
                  </a:lnTo>
                  <a:lnTo>
                    <a:pt x="3107042" y="4640935"/>
                  </a:lnTo>
                  <a:lnTo>
                    <a:pt x="3164103" y="4640935"/>
                  </a:lnTo>
                  <a:lnTo>
                    <a:pt x="3164103" y="4621923"/>
                  </a:lnTo>
                  <a:close/>
                </a:path>
                <a:path w="4565015" h="4641215">
                  <a:moveTo>
                    <a:pt x="3168485" y="0"/>
                  </a:moveTo>
                  <a:lnTo>
                    <a:pt x="3111423" y="0"/>
                  </a:lnTo>
                  <a:lnTo>
                    <a:pt x="3111423" y="19024"/>
                  </a:lnTo>
                  <a:lnTo>
                    <a:pt x="3168485" y="19024"/>
                  </a:lnTo>
                  <a:lnTo>
                    <a:pt x="3168485" y="0"/>
                  </a:lnTo>
                  <a:close/>
                </a:path>
                <a:path w="4565015" h="4641215">
                  <a:moveTo>
                    <a:pt x="3259010" y="4621923"/>
                  </a:moveTo>
                  <a:lnTo>
                    <a:pt x="3201949" y="4621923"/>
                  </a:lnTo>
                  <a:lnTo>
                    <a:pt x="3201949" y="4640935"/>
                  </a:lnTo>
                  <a:lnTo>
                    <a:pt x="3259010" y="4640935"/>
                  </a:lnTo>
                  <a:lnTo>
                    <a:pt x="3259010" y="4621923"/>
                  </a:lnTo>
                  <a:close/>
                </a:path>
                <a:path w="4565015" h="4641215">
                  <a:moveTo>
                    <a:pt x="3263290" y="0"/>
                  </a:moveTo>
                  <a:lnTo>
                    <a:pt x="3206229" y="0"/>
                  </a:lnTo>
                  <a:lnTo>
                    <a:pt x="3206229" y="19024"/>
                  </a:lnTo>
                  <a:lnTo>
                    <a:pt x="3263290" y="19024"/>
                  </a:lnTo>
                  <a:lnTo>
                    <a:pt x="3263290" y="0"/>
                  </a:lnTo>
                  <a:close/>
                </a:path>
                <a:path w="4565015" h="4641215">
                  <a:moveTo>
                    <a:pt x="3353828" y="4621923"/>
                  </a:moveTo>
                  <a:lnTo>
                    <a:pt x="3296767" y="4621923"/>
                  </a:lnTo>
                  <a:lnTo>
                    <a:pt x="3296767" y="4640935"/>
                  </a:lnTo>
                  <a:lnTo>
                    <a:pt x="3353828" y="4640935"/>
                  </a:lnTo>
                  <a:lnTo>
                    <a:pt x="3353828" y="4621923"/>
                  </a:lnTo>
                  <a:close/>
                </a:path>
                <a:path w="4565015" h="4641215">
                  <a:moveTo>
                    <a:pt x="3358108" y="0"/>
                  </a:moveTo>
                  <a:lnTo>
                    <a:pt x="3301047" y="0"/>
                  </a:lnTo>
                  <a:lnTo>
                    <a:pt x="3301047" y="19024"/>
                  </a:lnTo>
                  <a:lnTo>
                    <a:pt x="3358108" y="19024"/>
                  </a:lnTo>
                  <a:lnTo>
                    <a:pt x="3358108" y="0"/>
                  </a:lnTo>
                  <a:close/>
                </a:path>
                <a:path w="4565015" h="4641215">
                  <a:moveTo>
                    <a:pt x="3448748" y="4621923"/>
                  </a:moveTo>
                  <a:lnTo>
                    <a:pt x="3391687" y="4621923"/>
                  </a:lnTo>
                  <a:lnTo>
                    <a:pt x="3391687" y="4640935"/>
                  </a:lnTo>
                  <a:lnTo>
                    <a:pt x="3448748" y="4640935"/>
                  </a:lnTo>
                  <a:lnTo>
                    <a:pt x="3448748" y="4621923"/>
                  </a:lnTo>
                  <a:close/>
                </a:path>
                <a:path w="4565015" h="4641215">
                  <a:moveTo>
                    <a:pt x="3453028" y="0"/>
                  </a:moveTo>
                  <a:lnTo>
                    <a:pt x="3395967" y="0"/>
                  </a:lnTo>
                  <a:lnTo>
                    <a:pt x="3395967" y="19024"/>
                  </a:lnTo>
                  <a:lnTo>
                    <a:pt x="3453028" y="19024"/>
                  </a:lnTo>
                  <a:lnTo>
                    <a:pt x="3453028" y="0"/>
                  </a:lnTo>
                  <a:close/>
                </a:path>
                <a:path w="4565015" h="4641215">
                  <a:moveTo>
                    <a:pt x="3543554" y="4621923"/>
                  </a:moveTo>
                  <a:lnTo>
                    <a:pt x="3486493" y="4621923"/>
                  </a:lnTo>
                  <a:lnTo>
                    <a:pt x="3486493" y="4640935"/>
                  </a:lnTo>
                  <a:lnTo>
                    <a:pt x="3543554" y="4640935"/>
                  </a:lnTo>
                  <a:lnTo>
                    <a:pt x="3543554" y="4621923"/>
                  </a:lnTo>
                  <a:close/>
                </a:path>
                <a:path w="4565015" h="4641215">
                  <a:moveTo>
                    <a:pt x="3547834" y="0"/>
                  </a:moveTo>
                  <a:lnTo>
                    <a:pt x="3490772" y="0"/>
                  </a:lnTo>
                  <a:lnTo>
                    <a:pt x="3490772" y="19024"/>
                  </a:lnTo>
                  <a:lnTo>
                    <a:pt x="3547834" y="19024"/>
                  </a:lnTo>
                  <a:lnTo>
                    <a:pt x="3547834" y="0"/>
                  </a:lnTo>
                  <a:close/>
                </a:path>
                <a:path w="4565015" h="4641215">
                  <a:moveTo>
                    <a:pt x="3638372" y="4621923"/>
                  </a:moveTo>
                  <a:lnTo>
                    <a:pt x="3581311" y="4621923"/>
                  </a:lnTo>
                  <a:lnTo>
                    <a:pt x="3581311" y="4640935"/>
                  </a:lnTo>
                  <a:lnTo>
                    <a:pt x="3638372" y="4640935"/>
                  </a:lnTo>
                  <a:lnTo>
                    <a:pt x="3638372" y="4621923"/>
                  </a:lnTo>
                  <a:close/>
                </a:path>
                <a:path w="4565015" h="4641215">
                  <a:moveTo>
                    <a:pt x="3642753" y="0"/>
                  </a:moveTo>
                  <a:lnTo>
                    <a:pt x="3585692" y="0"/>
                  </a:lnTo>
                  <a:lnTo>
                    <a:pt x="3585692" y="19024"/>
                  </a:lnTo>
                  <a:lnTo>
                    <a:pt x="3642753" y="19024"/>
                  </a:lnTo>
                  <a:lnTo>
                    <a:pt x="3642753" y="0"/>
                  </a:lnTo>
                  <a:close/>
                </a:path>
                <a:path w="4565015" h="4641215">
                  <a:moveTo>
                    <a:pt x="3733292" y="4621923"/>
                  </a:moveTo>
                  <a:lnTo>
                    <a:pt x="3676231" y="4621923"/>
                  </a:lnTo>
                  <a:lnTo>
                    <a:pt x="3676231" y="4640935"/>
                  </a:lnTo>
                  <a:lnTo>
                    <a:pt x="3733292" y="4640935"/>
                  </a:lnTo>
                  <a:lnTo>
                    <a:pt x="3733292" y="4621923"/>
                  </a:lnTo>
                  <a:close/>
                </a:path>
                <a:path w="4565015" h="4641215">
                  <a:moveTo>
                    <a:pt x="3737572" y="0"/>
                  </a:moveTo>
                  <a:lnTo>
                    <a:pt x="3680510" y="0"/>
                  </a:lnTo>
                  <a:lnTo>
                    <a:pt x="3680510" y="19024"/>
                  </a:lnTo>
                  <a:lnTo>
                    <a:pt x="3737572" y="19024"/>
                  </a:lnTo>
                  <a:lnTo>
                    <a:pt x="3737572" y="0"/>
                  </a:lnTo>
                  <a:close/>
                </a:path>
                <a:path w="4565015" h="4641215">
                  <a:moveTo>
                    <a:pt x="3828097" y="4621923"/>
                  </a:moveTo>
                  <a:lnTo>
                    <a:pt x="3771036" y="4621923"/>
                  </a:lnTo>
                  <a:lnTo>
                    <a:pt x="3771036" y="4640935"/>
                  </a:lnTo>
                  <a:lnTo>
                    <a:pt x="3828097" y="4640935"/>
                  </a:lnTo>
                  <a:lnTo>
                    <a:pt x="3828097" y="4621923"/>
                  </a:lnTo>
                  <a:close/>
                </a:path>
                <a:path w="4565015" h="4641215">
                  <a:moveTo>
                    <a:pt x="3832377" y="0"/>
                  </a:moveTo>
                  <a:lnTo>
                    <a:pt x="3775316" y="0"/>
                  </a:lnTo>
                  <a:lnTo>
                    <a:pt x="3775316" y="19024"/>
                  </a:lnTo>
                  <a:lnTo>
                    <a:pt x="3832377" y="19024"/>
                  </a:lnTo>
                  <a:lnTo>
                    <a:pt x="3832377" y="0"/>
                  </a:lnTo>
                  <a:close/>
                </a:path>
                <a:path w="4565015" h="4641215">
                  <a:moveTo>
                    <a:pt x="3923017" y="4621923"/>
                  </a:moveTo>
                  <a:lnTo>
                    <a:pt x="3865956" y="4621923"/>
                  </a:lnTo>
                  <a:lnTo>
                    <a:pt x="3865956" y="4640935"/>
                  </a:lnTo>
                  <a:lnTo>
                    <a:pt x="3923017" y="4640935"/>
                  </a:lnTo>
                  <a:lnTo>
                    <a:pt x="3923017" y="4621923"/>
                  </a:lnTo>
                  <a:close/>
                </a:path>
                <a:path w="4565015" h="4641215">
                  <a:moveTo>
                    <a:pt x="3927297" y="0"/>
                  </a:moveTo>
                  <a:lnTo>
                    <a:pt x="3870236" y="0"/>
                  </a:lnTo>
                  <a:lnTo>
                    <a:pt x="3870236" y="19024"/>
                  </a:lnTo>
                  <a:lnTo>
                    <a:pt x="3927297" y="19024"/>
                  </a:lnTo>
                  <a:lnTo>
                    <a:pt x="3927297" y="0"/>
                  </a:lnTo>
                  <a:close/>
                </a:path>
                <a:path w="4565015" h="4641215">
                  <a:moveTo>
                    <a:pt x="4017822" y="4621923"/>
                  </a:moveTo>
                  <a:lnTo>
                    <a:pt x="3960774" y="4621923"/>
                  </a:lnTo>
                  <a:lnTo>
                    <a:pt x="3960774" y="4640935"/>
                  </a:lnTo>
                  <a:lnTo>
                    <a:pt x="4017822" y="4640935"/>
                  </a:lnTo>
                  <a:lnTo>
                    <a:pt x="4017822" y="4621923"/>
                  </a:lnTo>
                  <a:close/>
                </a:path>
                <a:path w="4565015" h="4641215">
                  <a:moveTo>
                    <a:pt x="4022102" y="0"/>
                  </a:moveTo>
                  <a:lnTo>
                    <a:pt x="3965041" y="0"/>
                  </a:lnTo>
                  <a:lnTo>
                    <a:pt x="3965041" y="19024"/>
                  </a:lnTo>
                  <a:lnTo>
                    <a:pt x="4022102" y="19024"/>
                  </a:lnTo>
                  <a:lnTo>
                    <a:pt x="4022102" y="0"/>
                  </a:lnTo>
                  <a:close/>
                </a:path>
                <a:path w="4565015" h="4641215">
                  <a:moveTo>
                    <a:pt x="4112641" y="4621923"/>
                  </a:moveTo>
                  <a:lnTo>
                    <a:pt x="4055580" y="4621923"/>
                  </a:lnTo>
                  <a:lnTo>
                    <a:pt x="4055580" y="4640935"/>
                  </a:lnTo>
                  <a:lnTo>
                    <a:pt x="4112641" y="4640935"/>
                  </a:lnTo>
                  <a:lnTo>
                    <a:pt x="4112641" y="4621923"/>
                  </a:lnTo>
                  <a:close/>
                </a:path>
                <a:path w="4565015" h="4641215">
                  <a:moveTo>
                    <a:pt x="4117022" y="0"/>
                  </a:moveTo>
                  <a:lnTo>
                    <a:pt x="4059961" y="0"/>
                  </a:lnTo>
                  <a:lnTo>
                    <a:pt x="4059961" y="19024"/>
                  </a:lnTo>
                  <a:lnTo>
                    <a:pt x="4117022" y="19024"/>
                  </a:lnTo>
                  <a:lnTo>
                    <a:pt x="4117022" y="0"/>
                  </a:lnTo>
                  <a:close/>
                </a:path>
                <a:path w="4565015" h="4641215">
                  <a:moveTo>
                    <a:pt x="4207560" y="4621923"/>
                  </a:moveTo>
                  <a:lnTo>
                    <a:pt x="4150499" y="4621923"/>
                  </a:lnTo>
                  <a:lnTo>
                    <a:pt x="4150499" y="4640935"/>
                  </a:lnTo>
                  <a:lnTo>
                    <a:pt x="4207560" y="4640935"/>
                  </a:lnTo>
                  <a:lnTo>
                    <a:pt x="4207560" y="4621923"/>
                  </a:lnTo>
                  <a:close/>
                </a:path>
                <a:path w="4565015" h="4641215">
                  <a:moveTo>
                    <a:pt x="4211840" y="0"/>
                  </a:moveTo>
                  <a:lnTo>
                    <a:pt x="4154779" y="0"/>
                  </a:lnTo>
                  <a:lnTo>
                    <a:pt x="4154779" y="19024"/>
                  </a:lnTo>
                  <a:lnTo>
                    <a:pt x="4211840" y="19024"/>
                  </a:lnTo>
                  <a:lnTo>
                    <a:pt x="4211840" y="0"/>
                  </a:lnTo>
                  <a:close/>
                </a:path>
                <a:path w="4565015" h="4641215">
                  <a:moveTo>
                    <a:pt x="4302366" y="4621923"/>
                  </a:moveTo>
                  <a:lnTo>
                    <a:pt x="4245305" y="4621923"/>
                  </a:lnTo>
                  <a:lnTo>
                    <a:pt x="4245305" y="4640935"/>
                  </a:lnTo>
                  <a:lnTo>
                    <a:pt x="4302366" y="4640935"/>
                  </a:lnTo>
                  <a:lnTo>
                    <a:pt x="4302366" y="4621923"/>
                  </a:lnTo>
                  <a:close/>
                </a:path>
                <a:path w="4565015" h="4641215">
                  <a:moveTo>
                    <a:pt x="4306646" y="0"/>
                  </a:moveTo>
                  <a:lnTo>
                    <a:pt x="4249585" y="0"/>
                  </a:lnTo>
                  <a:lnTo>
                    <a:pt x="4249585" y="19024"/>
                  </a:lnTo>
                  <a:lnTo>
                    <a:pt x="4306646" y="19024"/>
                  </a:lnTo>
                  <a:lnTo>
                    <a:pt x="4306646" y="0"/>
                  </a:lnTo>
                  <a:close/>
                </a:path>
                <a:path w="4565015" h="4641215">
                  <a:moveTo>
                    <a:pt x="4397286" y="4621923"/>
                  </a:moveTo>
                  <a:lnTo>
                    <a:pt x="4340225" y="4621923"/>
                  </a:lnTo>
                  <a:lnTo>
                    <a:pt x="4340225" y="4640935"/>
                  </a:lnTo>
                  <a:lnTo>
                    <a:pt x="4397286" y="4640935"/>
                  </a:lnTo>
                  <a:lnTo>
                    <a:pt x="4397286" y="4621923"/>
                  </a:lnTo>
                  <a:close/>
                </a:path>
                <a:path w="4565015" h="4641215">
                  <a:moveTo>
                    <a:pt x="4401566" y="0"/>
                  </a:moveTo>
                  <a:lnTo>
                    <a:pt x="4344505" y="0"/>
                  </a:lnTo>
                  <a:lnTo>
                    <a:pt x="4344505" y="19024"/>
                  </a:lnTo>
                  <a:lnTo>
                    <a:pt x="4401566" y="19024"/>
                  </a:lnTo>
                  <a:lnTo>
                    <a:pt x="4401566" y="0"/>
                  </a:lnTo>
                  <a:close/>
                </a:path>
                <a:path w="4565015" h="4641215">
                  <a:moveTo>
                    <a:pt x="4492409" y="4640770"/>
                  </a:moveTo>
                  <a:lnTo>
                    <a:pt x="4491507" y="4621923"/>
                  </a:lnTo>
                  <a:lnTo>
                    <a:pt x="4435043" y="4621923"/>
                  </a:lnTo>
                  <a:lnTo>
                    <a:pt x="4435043" y="4640935"/>
                  </a:lnTo>
                  <a:lnTo>
                    <a:pt x="4488789" y="4640935"/>
                  </a:lnTo>
                  <a:lnTo>
                    <a:pt x="4492409" y="4640770"/>
                  </a:lnTo>
                  <a:close/>
                </a:path>
                <a:path w="4565015" h="4641215">
                  <a:moveTo>
                    <a:pt x="4497146" y="368"/>
                  </a:moveTo>
                  <a:lnTo>
                    <a:pt x="4496282" y="368"/>
                  </a:lnTo>
                  <a:lnTo>
                    <a:pt x="4488789" y="0"/>
                  </a:lnTo>
                  <a:lnTo>
                    <a:pt x="4439323" y="0"/>
                  </a:lnTo>
                  <a:lnTo>
                    <a:pt x="4439323" y="19024"/>
                  </a:lnTo>
                  <a:lnTo>
                    <a:pt x="4495089" y="19024"/>
                  </a:lnTo>
                  <a:lnTo>
                    <a:pt x="4497146" y="368"/>
                  </a:lnTo>
                  <a:close/>
                </a:path>
                <a:path w="4565015" h="4641215">
                  <a:moveTo>
                    <a:pt x="4564570" y="4571123"/>
                  </a:moveTo>
                  <a:lnTo>
                    <a:pt x="4545850" y="4569574"/>
                  </a:lnTo>
                  <a:lnTo>
                    <a:pt x="4545850" y="4572355"/>
                  </a:lnTo>
                  <a:lnTo>
                    <a:pt x="4544415" y="4579709"/>
                  </a:lnTo>
                  <a:lnTo>
                    <a:pt x="4522152" y="4611649"/>
                  </a:lnTo>
                  <a:lnTo>
                    <a:pt x="4532909" y="4626762"/>
                  </a:lnTo>
                  <a:lnTo>
                    <a:pt x="4559071" y="4593971"/>
                  </a:lnTo>
                  <a:lnTo>
                    <a:pt x="4564507" y="4572355"/>
                  </a:lnTo>
                  <a:lnTo>
                    <a:pt x="4564570" y="4571123"/>
                  </a:lnTo>
                  <a:close/>
                </a:path>
                <a:path w="4565015" h="4641215">
                  <a:moveTo>
                    <a:pt x="4564799" y="74549"/>
                  </a:moveTo>
                  <a:lnTo>
                    <a:pt x="4552048" y="33807"/>
                  </a:lnTo>
                  <a:lnTo>
                    <a:pt x="4536922" y="17157"/>
                  </a:lnTo>
                  <a:lnTo>
                    <a:pt x="4525073" y="31686"/>
                  </a:lnTo>
                  <a:lnTo>
                    <a:pt x="4529137" y="35737"/>
                  </a:lnTo>
                  <a:lnTo>
                    <a:pt x="4534484" y="41084"/>
                  </a:lnTo>
                  <a:lnTo>
                    <a:pt x="4538624" y="47256"/>
                  </a:lnTo>
                  <a:lnTo>
                    <a:pt x="4544415" y="61239"/>
                  </a:lnTo>
                  <a:lnTo>
                    <a:pt x="4545850" y="68516"/>
                  </a:lnTo>
                  <a:lnTo>
                    <a:pt x="4545850" y="74930"/>
                  </a:lnTo>
                  <a:lnTo>
                    <a:pt x="4564799" y="74549"/>
                  </a:lnTo>
                  <a:close/>
                </a:path>
                <a:path w="4565015" h="4641215">
                  <a:moveTo>
                    <a:pt x="4564862" y="4475721"/>
                  </a:moveTo>
                  <a:lnTo>
                    <a:pt x="4545850" y="4475721"/>
                  </a:lnTo>
                  <a:lnTo>
                    <a:pt x="4545850" y="4532782"/>
                  </a:lnTo>
                  <a:lnTo>
                    <a:pt x="4564862" y="4532782"/>
                  </a:lnTo>
                  <a:lnTo>
                    <a:pt x="4564862" y="4475721"/>
                  </a:lnTo>
                  <a:close/>
                </a:path>
                <a:path w="4565015" h="4641215">
                  <a:moveTo>
                    <a:pt x="4564862" y="4380865"/>
                  </a:moveTo>
                  <a:lnTo>
                    <a:pt x="4545850" y="4380865"/>
                  </a:lnTo>
                  <a:lnTo>
                    <a:pt x="4545850" y="4437926"/>
                  </a:lnTo>
                  <a:lnTo>
                    <a:pt x="4564862" y="4437926"/>
                  </a:lnTo>
                  <a:lnTo>
                    <a:pt x="4564862" y="4380865"/>
                  </a:lnTo>
                  <a:close/>
                </a:path>
                <a:path w="4565015" h="4641215">
                  <a:moveTo>
                    <a:pt x="4564862" y="4286021"/>
                  </a:moveTo>
                  <a:lnTo>
                    <a:pt x="4545850" y="4286021"/>
                  </a:lnTo>
                  <a:lnTo>
                    <a:pt x="4545850" y="4343082"/>
                  </a:lnTo>
                  <a:lnTo>
                    <a:pt x="4564862" y="4343082"/>
                  </a:lnTo>
                  <a:lnTo>
                    <a:pt x="4564862" y="4286021"/>
                  </a:lnTo>
                  <a:close/>
                </a:path>
                <a:path w="4565015" h="4641215">
                  <a:moveTo>
                    <a:pt x="4564862" y="4191165"/>
                  </a:moveTo>
                  <a:lnTo>
                    <a:pt x="4545850" y="4191165"/>
                  </a:lnTo>
                  <a:lnTo>
                    <a:pt x="4545850" y="4248226"/>
                  </a:lnTo>
                  <a:lnTo>
                    <a:pt x="4564862" y="4248226"/>
                  </a:lnTo>
                  <a:lnTo>
                    <a:pt x="4564862" y="4191165"/>
                  </a:lnTo>
                  <a:close/>
                </a:path>
                <a:path w="4565015" h="4641215">
                  <a:moveTo>
                    <a:pt x="4564862" y="4096321"/>
                  </a:moveTo>
                  <a:lnTo>
                    <a:pt x="4545850" y="4096321"/>
                  </a:lnTo>
                  <a:lnTo>
                    <a:pt x="4545850" y="4153382"/>
                  </a:lnTo>
                  <a:lnTo>
                    <a:pt x="4564862" y="4153382"/>
                  </a:lnTo>
                  <a:lnTo>
                    <a:pt x="4564862" y="4096321"/>
                  </a:lnTo>
                  <a:close/>
                </a:path>
                <a:path w="4565015" h="4641215">
                  <a:moveTo>
                    <a:pt x="4564862" y="4001465"/>
                  </a:moveTo>
                  <a:lnTo>
                    <a:pt x="4545850" y="4001465"/>
                  </a:lnTo>
                  <a:lnTo>
                    <a:pt x="4545850" y="4058526"/>
                  </a:lnTo>
                  <a:lnTo>
                    <a:pt x="4564862" y="4058526"/>
                  </a:lnTo>
                  <a:lnTo>
                    <a:pt x="4564862" y="4001465"/>
                  </a:lnTo>
                  <a:close/>
                </a:path>
                <a:path w="4565015" h="4641215">
                  <a:moveTo>
                    <a:pt x="4564862" y="3906609"/>
                  </a:moveTo>
                  <a:lnTo>
                    <a:pt x="4545850" y="3906609"/>
                  </a:lnTo>
                  <a:lnTo>
                    <a:pt x="4545850" y="3963670"/>
                  </a:lnTo>
                  <a:lnTo>
                    <a:pt x="4564862" y="3963670"/>
                  </a:lnTo>
                  <a:lnTo>
                    <a:pt x="4564862" y="3906609"/>
                  </a:lnTo>
                  <a:close/>
                </a:path>
                <a:path w="4565015" h="4641215">
                  <a:moveTo>
                    <a:pt x="4564862" y="3811752"/>
                  </a:moveTo>
                  <a:lnTo>
                    <a:pt x="4545850" y="3811752"/>
                  </a:lnTo>
                  <a:lnTo>
                    <a:pt x="4545850" y="3868813"/>
                  </a:lnTo>
                  <a:lnTo>
                    <a:pt x="4564862" y="3868813"/>
                  </a:lnTo>
                  <a:lnTo>
                    <a:pt x="4564862" y="3811752"/>
                  </a:lnTo>
                  <a:close/>
                </a:path>
                <a:path w="4565015" h="4641215">
                  <a:moveTo>
                    <a:pt x="4564862" y="3716896"/>
                  </a:moveTo>
                  <a:lnTo>
                    <a:pt x="4545850" y="3716896"/>
                  </a:lnTo>
                  <a:lnTo>
                    <a:pt x="4545850" y="3773957"/>
                  </a:lnTo>
                  <a:lnTo>
                    <a:pt x="4564862" y="3773957"/>
                  </a:lnTo>
                  <a:lnTo>
                    <a:pt x="4564862" y="3716896"/>
                  </a:lnTo>
                  <a:close/>
                </a:path>
                <a:path w="4565015" h="4641215">
                  <a:moveTo>
                    <a:pt x="4564862" y="3622052"/>
                  </a:moveTo>
                  <a:lnTo>
                    <a:pt x="4545850" y="3622052"/>
                  </a:lnTo>
                  <a:lnTo>
                    <a:pt x="4545850" y="3679101"/>
                  </a:lnTo>
                  <a:lnTo>
                    <a:pt x="4564862" y="3679101"/>
                  </a:lnTo>
                  <a:lnTo>
                    <a:pt x="4564862" y="3622052"/>
                  </a:lnTo>
                  <a:close/>
                </a:path>
                <a:path w="4565015" h="4641215">
                  <a:moveTo>
                    <a:pt x="4564862" y="3527196"/>
                  </a:moveTo>
                  <a:lnTo>
                    <a:pt x="4545850" y="3527196"/>
                  </a:lnTo>
                  <a:lnTo>
                    <a:pt x="4545850" y="3584257"/>
                  </a:lnTo>
                  <a:lnTo>
                    <a:pt x="4564862" y="3584257"/>
                  </a:lnTo>
                  <a:lnTo>
                    <a:pt x="4564862" y="3527196"/>
                  </a:lnTo>
                  <a:close/>
                </a:path>
                <a:path w="4565015" h="4641215">
                  <a:moveTo>
                    <a:pt x="4564862" y="3432340"/>
                  </a:moveTo>
                  <a:lnTo>
                    <a:pt x="4545850" y="3432340"/>
                  </a:lnTo>
                  <a:lnTo>
                    <a:pt x="4545850" y="3489401"/>
                  </a:lnTo>
                  <a:lnTo>
                    <a:pt x="4564862" y="3489401"/>
                  </a:lnTo>
                  <a:lnTo>
                    <a:pt x="4564862" y="3432340"/>
                  </a:lnTo>
                  <a:close/>
                </a:path>
                <a:path w="4565015" h="4641215">
                  <a:moveTo>
                    <a:pt x="4564862" y="3337483"/>
                  </a:moveTo>
                  <a:lnTo>
                    <a:pt x="4545850" y="3337483"/>
                  </a:lnTo>
                  <a:lnTo>
                    <a:pt x="4545850" y="3394545"/>
                  </a:lnTo>
                  <a:lnTo>
                    <a:pt x="4564862" y="3394545"/>
                  </a:lnTo>
                  <a:lnTo>
                    <a:pt x="4564862" y="3337483"/>
                  </a:lnTo>
                  <a:close/>
                </a:path>
                <a:path w="4565015" h="4641215">
                  <a:moveTo>
                    <a:pt x="4564862" y="3242627"/>
                  </a:moveTo>
                  <a:lnTo>
                    <a:pt x="4545850" y="3242627"/>
                  </a:lnTo>
                  <a:lnTo>
                    <a:pt x="4545850" y="3299688"/>
                  </a:lnTo>
                  <a:lnTo>
                    <a:pt x="4564862" y="3299688"/>
                  </a:lnTo>
                  <a:lnTo>
                    <a:pt x="4564862" y="3242627"/>
                  </a:lnTo>
                  <a:close/>
                </a:path>
                <a:path w="4565015" h="4641215">
                  <a:moveTo>
                    <a:pt x="4564862" y="3147771"/>
                  </a:moveTo>
                  <a:lnTo>
                    <a:pt x="4545850" y="3147771"/>
                  </a:lnTo>
                  <a:lnTo>
                    <a:pt x="4545850" y="3204832"/>
                  </a:lnTo>
                  <a:lnTo>
                    <a:pt x="4564862" y="3204832"/>
                  </a:lnTo>
                  <a:lnTo>
                    <a:pt x="4564862" y="3147771"/>
                  </a:lnTo>
                  <a:close/>
                </a:path>
                <a:path w="4565015" h="4641215">
                  <a:moveTo>
                    <a:pt x="4564862" y="3052927"/>
                  </a:moveTo>
                  <a:lnTo>
                    <a:pt x="4545850" y="3052927"/>
                  </a:lnTo>
                  <a:lnTo>
                    <a:pt x="4545850" y="3109988"/>
                  </a:lnTo>
                  <a:lnTo>
                    <a:pt x="4564862" y="3109988"/>
                  </a:lnTo>
                  <a:lnTo>
                    <a:pt x="4564862" y="3052927"/>
                  </a:lnTo>
                  <a:close/>
                </a:path>
                <a:path w="4565015" h="4641215">
                  <a:moveTo>
                    <a:pt x="4564862" y="2958071"/>
                  </a:moveTo>
                  <a:lnTo>
                    <a:pt x="4545850" y="2958071"/>
                  </a:lnTo>
                  <a:lnTo>
                    <a:pt x="4545850" y="3015132"/>
                  </a:lnTo>
                  <a:lnTo>
                    <a:pt x="4564862" y="3015132"/>
                  </a:lnTo>
                  <a:lnTo>
                    <a:pt x="4564862" y="2958071"/>
                  </a:lnTo>
                  <a:close/>
                </a:path>
                <a:path w="4565015" h="4641215">
                  <a:moveTo>
                    <a:pt x="4564862" y="2863215"/>
                  </a:moveTo>
                  <a:lnTo>
                    <a:pt x="4545850" y="2863215"/>
                  </a:lnTo>
                  <a:lnTo>
                    <a:pt x="4545850" y="2920276"/>
                  </a:lnTo>
                  <a:lnTo>
                    <a:pt x="4564862" y="2920276"/>
                  </a:lnTo>
                  <a:lnTo>
                    <a:pt x="4564862" y="2863215"/>
                  </a:lnTo>
                  <a:close/>
                </a:path>
                <a:path w="4565015" h="4641215">
                  <a:moveTo>
                    <a:pt x="4564862" y="2768358"/>
                  </a:moveTo>
                  <a:lnTo>
                    <a:pt x="4545850" y="2768358"/>
                  </a:lnTo>
                  <a:lnTo>
                    <a:pt x="4545850" y="2825419"/>
                  </a:lnTo>
                  <a:lnTo>
                    <a:pt x="4564862" y="2825419"/>
                  </a:lnTo>
                  <a:lnTo>
                    <a:pt x="4564862" y="2768358"/>
                  </a:lnTo>
                  <a:close/>
                </a:path>
                <a:path w="4565015" h="4641215">
                  <a:moveTo>
                    <a:pt x="4564862" y="2673502"/>
                  </a:moveTo>
                  <a:lnTo>
                    <a:pt x="4545850" y="2673502"/>
                  </a:lnTo>
                  <a:lnTo>
                    <a:pt x="4545850" y="2730563"/>
                  </a:lnTo>
                  <a:lnTo>
                    <a:pt x="4564862" y="2730563"/>
                  </a:lnTo>
                  <a:lnTo>
                    <a:pt x="4564862" y="2673502"/>
                  </a:lnTo>
                  <a:close/>
                </a:path>
                <a:path w="4565015" h="4641215">
                  <a:moveTo>
                    <a:pt x="4564862" y="2578658"/>
                  </a:moveTo>
                  <a:lnTo>
                    <a:pt x="4545850" y="2578658"/>
                  </a:lnTo>
                  <a:lnTo>
                    <a:pt x="4545850" y="2635707"/>
                  </a:lnTo>
                  <a:lnTo>
                    <a:pt x="4564862" y="2635707"/>
                  </a:lnTo>
                  <a:lnTo>
                    <a:pt x="4564862" y="2578658"/>
                  </a:lnTo>
                  <a:close/>
                </a:path>
                <a:path w="4565015" h="4641215">
                  <a:moveTo>
                    <a:pt x="4564862" y="2483802"/>
                  </a:moveTo>
                  <a:lnTo>
                    <a:pt x="4545850" y="2483802"/>
                  </a:lnTo>
                  <a:lnTo>
                    <a:pt x="4545850" y="2540863"/>
                  </a:lnTo>
                  <a:lnTo>
                    <a:pt x="4564862" y="2540863"/>
                  </a:lnTo>
                  <a:lnTo>
                    <a:pt x="4564862" y="2483802"/>
                  </a:lnTo>
                  <a:close/>
                </a:path>
                <a:path w="4565015" h="4641215">
                  <a:moveTo>
                    <a:pt x="4564862" y="2388946"/>
                  </a:moveTo>
                  <a:lnTo>
                    <a:pt x="4545850" y="2388946"/>
                  </a:lnTo>
                  <a:lnTo>
                    <a:pt x="4545850" y="2446007"/>
                  </a:lnTo>
                  <a:lnTo>
                    <a:pt x="4564862" y="2446007"/>
                  </a:lnTo>
                  <a:lnTo>
                    <a:pt x="4564862" y="2388946"/>
                  </a:lnTo>
                  <a:close/>
                </a:path>
                <a:path w="4565015" h="4641215">
                  <a:moveTo>
                    <a:pt x="4564862" y="2294090"/>
                  </a:moveTo>
                  <a:lnTo>
                    <a:pt x="4545850" y="2294090"/>
                  </a:lnTo>
                  <a:lnTo>
                    <a:pt x="4545850" y="2351151"/>
                  </a:lnTo>
                  <a:lnTo>
                    <a:pt x="4564862" y="2351151"/>
                  </a:lnTo>
                  <a:lnTo>
                    <a:pt x="4564862" y="2294090"/>
                  </a:lnTo>
                  <a:close/>
                </a:path>
                <a:path w="4565015" h="4641215">
                  <a:moveTo>
                    <a:pt x="4564862" y="2199233"/>
                  </a:moveTo>
                  <a:lnTo>
                    <a:pt x="4545850" y="2199233"/>
                  </a:lnTo>
                  <a:lnTo>
                    <a:pt x="4545850" y="2256294"/>
                  </a:lnTo>
                  <a:lnTo>
                    <a:pt x="4564862" y="2256294"/>
                  </a:lnTo>
                  <a:lnTo>
                    <a:pt x="4564862" y="2199233"/>
                  </a:lnTo>
                  <a:close/>
                </a:path>
                <a:path w="4565015" h="4641215">
                  <a:moveTo>
                    <a:pt x="4564862" y="2104377"/>
                  </a:moveTo>
                  <a:lnTo>
                    <a:pt x="4545850" y="2104377"/>
                  </a:lnTo>
                  <a:lnTo>
                    <a:pt x="4545850" y="2161438"/>
                  </a:lnTo>
                  <a:lnTo>
                    <a:pt x="4564862" y="2161438"/>
                  </a:lnTo>
                  <a:lnTo>
                    <a:pt x="4564862" y="2104377"/>
                  </a:lnTo>
                  <a:close/>
                </a:path>
                <a:path w="4565015" h="4641215">
                  <a:moveTo>
                    <a:pt x="4564862" y="2009533"/>
                  </a:moveTo>
                  <a:lnTo>
                    <a:pt x="4545850" y="2009533"/>
                  </a:lnTo>
                  <a:lnTo>
                    <a:pt x="4545850" y="2066594"/>
                  </a:lnTo>
                  <a:lnTo>
                    <a:pt x="4564862" y="2066594"/>
                  </a:lnTo>
                  <a:lnTo>
                    <a:pt x="4564862" y="2009533"/>
                  </a:lnTo>
                  <a:close/>
                </a:path>
                <a:path w="4565015" h="4641215">
                  <a:moveTo>
                    <a:pt x="4564862" y="1914690"/>
                  </a:moveTo>
                  <a:lnTo>
                    <a:pt x="4545850" y="1914690"/>
                  </a:lnTo>
                  <a:lnTo>
                    <a:pt x="4545850" y="1971751"/>
                  </a:lnTo>
                  <a:lnTo>
                    <a:pt x="4564862" y="1971751"/>
                  </a:lnTo>
                  <a:lnTo>
                    <a:pt x="4564862" y="1914690"/>
                  </a:lnTo>
                  <a:close/>
                </a:path>
                <a:path w="4565015" h="4641215">
                  <a:moveTo>
                    <a:pt x="4564862" y="1819833"/>
                  </a:moveTo>
                  <a:lnTo>
                    <a:pt x="4545850" y="1819833"/>
                  </a:lnTo>
                  <a:lnTo>
                    <a:pt x="4545850" y="1876894"/>
                  </a:lnTo>
                  <a:lnTo>
                    <a:pt x="4564862" y="1876894"/>
                  </a:lnTo>
                  <a:lnTo>
                    <a:pt x="4564862" y="1819833"/>
                  </a:lnTo>
                  <a:close/>
                </a:path>
                <a:path w="4565015" h="4641215">
                  <a:moveTo>
                    <a:pt x="4564862" y="1724977"/>
                  </a:moveTo>
                  <a:lnTo>
                    <a:pt x="4545850" y="1724977"/>
                  </a:lnTo>
                  <a:lnTo>
                    <a:pt x="4545850" y="1782038"/>
                  </a:lnTo>
                  <a:lnTo>
                    <a:pt x="4564862" y="1782038"/>
                  </a:lnTo>
                  <a:lnTo>
                    <a:pt x="4564862" y="1724977"/>
                  </a:lnTo>
                  <a:close/>
                </a:path>
                <a:path w="4565015" h="4641215">
                  <a:moveTo>
                    <a:pt x="4564862" y="1630121"/>
                  </a:moveTo>
                  <a:lnTo>
                    <a:pt x="4545850" y="1630121"/>
                  </a:lnTo>
                  <a:lnTo>
                    <a:pt x="4545850" y="1687182"/>
                  </a:lnTo>
                  <a:lnTo>
                    <a:pt x="4564862" y="1687182"/>
                  </a:lnTo>
                  <a:lnTo>
                    <a:pt x="4564862" y="1630121"/>
                  </a:lnTo>
                  <a:close/>
                </a:path>
                <a:path w="4565015" h="4641215">
                  <a:moveTo>
                    <a:pt x="4564862" y="1535264"/>
                  </a:moveTo>
                  <a:lnTo>
                    <a:pt x="4545850" y="1535264"/>
                  </a:lnTo>
                  <a:lnTo>
                    <a:pt x="4545850" y="1592326"/>
                  </a:lnTo>
                  <a:lnTo>
                    <a:pt x="4564862" y="1592326"/>
                  </a:lnTo>
                  <a:lnTo>
                    <a:pt x="4564862" y="1535264"/>
                  </a:lnTo>
                  <a:close/>
                </a:path>
                <a:path w="4565015" h="4641215">
                  <a:moveTo>
                    <a:pt x="4564862" y="1440408"/>
                  </a:moveTo>
                  <a:lnTo>
                    <a:pt x="4545850" y="1440408"/>
                  </a:lnTo>
                  <a:lnTo>
                    <a:pt x="4545850" y="1497469"/>
                  </a:lnTo>
                  <a:lnTo>
                    <a:pt x="4564862" y="1497469"/>
                  </a:lnTo>
                  <a:lnTo>
                    <a:pt x="4564862" y="1440408"/>
                  </a:lnTo>
                  <a:close/>
                </a:path>
                <a:path w="4565015" h="4641215">
                  <a:moveTo>
                    <a:pt x="4564862" y="1345565"/>
                  </a:moveTo>
                  <a:lnTo>
                    <a:pt x="4545850" y="1345565"/>
                  </a:lnTo>
                  <a:lnTo>
                    <a:pt x="4545850" y="1402626"/>
                  </a:lnTo>
                  <a:lnTo>
                    <a:pt x="4564862" y="1402626"/>
                  </a:lnTo>
                  <a:lnTo>
                    <a:pt x="4564862" y="1345565"/>
                  </a:lnTo>
                  <a:close/>
                </a:path>
                <a:path w="4565015" h="4641215">
                  <a:moveTo>
                    <a:pt x="4564862" y="1250708"/>
                  </a:moveTo>
                  <a:lnTo>
                    <a:pt x="4545850" y="1250708"/>
                  </a:lnTo>
                  <a:lnTo>
                    <a:pt x="4545850" y="1307769"/>
                  </a:lnTo>
                  <a:lnTo>
                    <a:pt x="4564862" y="1307769"/>
                  </a:lnTo>
                  <a:lnTo>
                    <a:pt x="4564862" y="1250708"/>
                  </a:lnTo>
                  <a:close/>
                </a:path>
                <a:path w="4565015" h="4641215">
                  <a:moveTo>
                    <a:pt x="4564862" y="1155852"/>
                  </a:moveTo>
                  <a:lnTo>
                    <a:pt x="4545850" y="1155852"/>
                  </a:lnTo>
                  <a:lnTo>
                    <a:pt x="4545850" y="1212913"/>
                  </a:lnTo>
                  <a:lnTo>
                    <a:pt x="4564862" y="1212913"/>
                  </a:lnTo>
                  <a:lnTo>
                    <a:pt x="4564862" y="1155852"/>
                  </a:lnTo>
                  <a:close/>
                </a:path>
                <a:path w="4565015" h="4641215">
                  <a:moveTo>
                    <a:pt x="4564862" y="1060996"/>
                  </a:moveTo>
                  <a:lnTo>
                    <a:pt x="4545850" y="1060996"/>
                  </a:lnTo>
                  <a:lnTo>
                    <a:pt x="4545850" y="1118057"/>
                  </a:lnTo>
                  <a:lnTo>
                    <a:pt x="4564862" y="1118057"/>
                  </a:lnTo>
                  <a:lnTo>
                    <a:pt x="4564862" y="1060996"/>
                  </a:lnTo>
                  <a:close/>
                </a:path>
                <a:path w="4565015" h="4641215">
                  <a:moveTo>
                    <a:pt x="4564862" y="966139"/>
                  </a:moveTo>
                  <a:lnTo>
                    <a:pt x="4545850" y="966139"/>
                  </a:lnTo>
                  <a:lnTo>
                    <a:pt x="4545850" y="1023200"/>
                  </a:lnTo>
                  <a:lnTo>
                    <a:pt x="4564862" y="1023200"/>
                  </a:lnTo>
                  <a:lnTo>
                    <a:pt x="4564862" y="966139"/>
                  </a:lnTo>
                  <a:close/>
                </a:path>
                <a:path w="4565015" h="4641215">
                  <a:moveTo>
                    <a:pt x="4564862" y="871296"/>
                  </a:moveTo>
                  <a:lnTo>
                    <a:pt x="4545850" y="871296"/>
                  </a:lnTo>
                  <a:lnTo>
                    <a:pt x="4545850" y="928357"/>
                  </a:lnTo>
                  <a:lnTo>
                    <a:pt x="4564862" y="928357"/>
                  </a:lnTo>
                  <a:lnTo>
                    <a:pt x="4564862" y="871296"/>
                  </a:lnTo>
                  <a:close/>
                </a:path>
                <a:path w="4565015" h="4641215">
                  <a:moveTo>
                    <a:pt x="4564862" y="776439"/>
                  </a:moveTo>
                  <a:lnTo>
                    <a:pt x="4545850" y="776439"/>
                  </a:lnTo>
                  <a:lnTo>
                    <a:pt x="4545850" y="833501"/>
                  </a:lnTo>
                  <a:lnTo>
                    <a:pt x="4564862" y="833501"/>
                  </a:lnTo>
                  <a:lnTo>
                    <a:pt x="4564862" y="776439"/>
                  </a:lnTo>
                  <a:close/>
                </a:path>
                <a:path w="4565015" h="4641215">
                  <a:moveTo>
                    <a:pt x="4564862" y="681583"/>
                  </a:moveTo>
                  <a:lnTo>
                    <a:pt x="4545850" y="681583"/>
                  </a:lnTo>
                  <a:lnTo>
                    <a:pt x="4545850" y="738644"/>
                  </a:lnTo>
                  <a:lnTo>
                    <a:pt x="4564862" y="738644"/>
                  </a:lnTo>
                  <a:lnTo>
                    <a:pt x="4564862" y="681583"/>
                  </a:lnTo>
                  <a:close/>
                </a:path>
                <a:path w="4565015" h="4641215">
                  <a:moveTo>
                    <a:pt x="4564862" y="586727"/>
                  </a:moveTo>
                  <a:lnTo>
                    <a:pt x="4545850" y="586727"/>
                  </a:lnTo>
                  <a:lnTo>
                    <a:pt x="4545850" y="643788"/>
                  </a:lnTo>
                  <a:lnTo>
                    <a:pt x="4564862" y="643788"/>
                  </a:lnTo>
                  <a:lnTo>
                    <a:pt x="4564862" y="586727"/>
                  </a:lnTo>
                  <a:close/>
                </a:path>
                <a:path w="4565015" h="4641215">
                  <a:moveTo>
                    <a:pt x="4564862" y="491871"/>
                  </a:moveTo>
                  <a:lnTo>
                    <a:pt x="4545850" y="491871"/>
                  </a:lnTo>
                  <a:lnTo>
                    <a:pt x="4545850" y="548932"/>
                  </a:lnTo>
                  <a:lnTo>
                    <a:pt x="4564862" y="548932"/>
                  </a:lnTo>
                  <a:lnTo>
                    <a:pt x="4564862" y="491871"/>
                  </a:lnTo>
                  <a:close/>
                </a:path>
                <a:path w="4565015" h="4641215">
                  <a:moveTo>
                    <a:pt x="4564862" y="397014"/>
                  </a:moveTo>
                  <a:lnTo>
                    <a:pt x="4545850" y="397014"/>
                  </a:lnTo>
                  <a:lnTo>
                    <a:pt x="4545850" y="454075"/>
                  </a:lnTo>
                  <a:lnTo>
                    <a:pt x="4564862" y="454075"/>
                  </a:lnTo>
                  <a:lnTo>
                    <a:pt x="4564862" y="397014"/>
                  </a:lnTo>
                  <a:close/>
                </a:path>
                <a:path w="4565015" h="4641215">
                  <a:moveTo>
                    <a:pt x="4564862" y="302171"/>
                  </a:moveTo>
                  <a:lnTo>
                    <a:pt x="4545850" y="302171"/>
                  </a:lnTo>
                  <a:lnTo>
                    <a:pt x="4545850" y="359232"/>
                  </a:lnTo>
                  <a:lnTo>
                    <a:pt x="4564862" y="359232"/>
                  </a:lnTo>
                  <a:lnTo>
                    <a:pt x="4564862" y="302171"/>
                  </a:lnTo>
                  <a:close/>
                </a:path>
                <a:path w="4565015" h="4641215">
                  <a:moveTo>
                    <a:pt x="4564862" y="207314"/>
                  </a:moveTo>
                  <a:lnTo>
                    <a:pt x="4545850" y="207314"/>
                  </a:lnTo>
                  <a:lnTo>
                    <a:pt x="4545850" y="264375"/>
                  </a:lnTo>
                  <a:lnTo>
                    <a:pt x="4564862" y="264375"/>
                  </a:lnTo>
                  <a:lnTo>
                    <a:pt x="4564862" y="207314"/>
                  </a:lnTo>
                  <a:close/>
                </a:path>
                <a:path w="4565015" h="4641215">
                  <a:moveTo>
                    <a:pt x="4564862" y="112458"/>
                  </a:moveTo>
                  <a:lnTo>
                    <a:pt x="4545850" y="112458"/>
                  </a:lnTo>
                  <a:lnTo>
                    <a:pt x="4545850" y="169519"/>
                  </a:lnTo>
                  <a:lnTo>
                    <a:pt x="4564862" y="169519"/>
                  </a:lnTo>
                  <a:lnTo>
                    <a:pt x="4564862" y="1124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49028" y="2329406"/>
              <a:ext cx="457199" cy="4000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147387" y="2933661"/>
            <a:ext cx="4060190" cy="3708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155065" marR="5080" indent="-1143000">
              <a:lnSpc>
                <a:spcPts val="1270"/>
              </a:lnSpc>
              <a:spcBef>
                <a:spcPts val="295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Insert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screenshot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of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200" spc="-120" dirty="0">
                <a:solidFill>
                  <a:srgbClr val="64738B"/>
                </a:solidFill>
                <a:latin typeface="Garamond"/>
                <a:cs typeface="Garamond"/>
              </a:rPr>
              <a:t>&gt;</a:t>
            </a:r>
            <a:r>
              <a:rPr sz="1200" dirty="0">
                <a:solidFill>
                  <a:srgbClr val="64738B"/>
                </a:solidFill>
                <a:latin typeface="Garamond"/>
                <a:cs typeface="Garamond"/>
              </a:rPr>
              <a:t> 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64738B"/>
                </a:solidFill>
                <a:latin typeface="Garamond"/>
                <a:cs typeface="Garamond"/>
              </a:rPr>
              <a:t>&gt;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Supported</a:t>
            </a:r>
            <a:r>
              <a:rPr sz="115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Capabilities</a:t>
            </a:r>
            <a:r>
              <a:rPr sz="115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here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942391" y="3366590"/>
            <a:ext cx="4469765" cy="561340"/>
            <a:chOff x="6942391" y="3366590"/>
            <a:chExt cx="4469765" cy="561340"/>
          </a:xfrm>
        </p:grpSpPr>
        <p:sp>
          <p:nvSpPr>
            <p:cNvPr id="32" name="object 32"/>
            <p:cNvSpPr/>
            <p:nvPr/>
          </p:nvSpPr>
          <p:spPr>
            <a:xfrm>
              <a:off x="6947146" y="3371345"/>
              <a:ext cx="4460875" cy="551815"/>
            </a:xfrm>
            <a:custGeom>
              <a:avLst/>
              <a:gdLst/>
              <a:ahLst/>
              <a:cxnLst/>
              <a:rect l="l" t="t" r="r" b="b"/>
              <a:pathLst>
                <a:path w="4460875" h="551814">
                  <a:moveTo>
                    <a:pt x="4431338" y="551587"/>
                  </a:moveTo>
                  <a:lnTo>
                    <a:pt x="28872" y="551587"/>
                  </a:lnTo>
                  <a:lnTo>
                    <a:pt x="24621" y="550740"/>
                  </a:lnTo>
                  <a:lnTo>
                    <a:pt x="0" y="522714"/>
                  </a:lnTo>
                  <a:lnTo>
                    <a:pt x="0" y="518301"/>
                  </a:lnTo>
                  <a:lnTo>
                    <a:pt x="0" y="28872"/>
                  </a:lnTo>
                  <a:lnTo>
                    <a:pt x="28872" y="0"/>
                  </a:lnTo>
                  <a:lnTo>
                    <a:pt x="4431338" y="0"/>
                  </a:lnTo>
                  <a:lnTo>
                    <a:pt x="4460249" y="28872"/>
                  </a:lnTo>
                  <a:lnTo>
                    <a:pt x="4460249" y="522714"/>
                  </a:lnTo>
                  <a:lnTo>
                    <a:pt x="4435617" y="550740"/>
                  </a:lnTo>
                  <a:lnTo>
                    <a:pt x="4431338" y="5515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47146" y="3371345"/>
              <a:ext cx="4460875" cy="551815"/>
            </a:xfrm>
            <a:custGeom>
              <a:avLst/>
              <a:gdLst/>
              <a:ahLst/>
              <a:cxnLst/>
              <a:rect l="l" t="t" r="r" b="b"/>
              <a:pathLst>
                <a:path w="4460875" h="551814">
                  <a:moveTo>
                    <a:pt x="0" y="518301"/>
                  </a:moveTo>
                  <a:lnTo>
                    <a:pt x="0" y="33285"/>
                  </a:lnTo>
                  <a:lnTo>
                    <a:pt x="0" y="28872"/>
                  </a:lnTo>
                  <a:lnTo>
                    <a:pt x="846" y="24621"/>
                  </a:lnTo>
                  <a:lnTo>
                    <a:pt x="28872" y="0"/>
                  </a:lnTo>
                  <a:lnTo>
                    <a:pt x="33285" y="0"/>
                  </a:lnTo>
                  <a:lnTo>
                    <a:pt x="4426963" y="0"/>
                  </a:lnTo>
                  <a:lnTo>
                    <a:pt x="4431338" y="0"/>
                  </a:lnTo>
                  <a:lnTo>
                    <a:pt x="4435617" y="846"/>
                  </a:lnTo>
                  <a:lnTo>
                    <a:pt x="4439707" y="2529"/>
                  </a:lnTo>
                  <a:lnTo>
                    <a:pt x="4443796" y="4222"/>
                  </a:lnTo>
                  <a:lnTo>
                    <a:pt x="4447410" y="6628"/>
                  </a:lnTo>
                  <a:lnTo>
                    <a:pt x="4450453" y="9747"/>
                  </a:lnTo>
                  <a:lnTo>
                    <a:pt x="4453592" y="12867"/>
                  </a:lnTo>
                  <a:lnTo>
                    <a:pt x="4456064" y="16471"/>
                  </a:lnTo>
                  <a:lnTo>
                    <a:pt x="4457681" y="20551"/>
                  </a:lnTo>
                  <a:lnTo>
                    <a:pt x="4459393" y="24621"/>
                  </a:lnTo>
                  <a:lnTo>
                    <a:pt x="4460249" y="28872"/>
                  </a:lnTo>
                  <a:lnTo>
                    <a:pt x="4460249" y="33285"/>
                  </a:lnTo>
                  <a:lnTo>
                    <a:pt x="4460249" y="518301"/>
                  </a:lnTo>
                  <a:lnTo>
                    <a:pt x="4460249" y="522714"/>
                  </a:lnTo>
                  <a:lnTo>
                    <a:pt x="4459393" y="526965"/>
                  </a:lnTo>
                  <a:lnTo>
                    <a:pt x="4457681" y="531035"/>
                  </a:lnTo>
                  <a:lnTo>
                    <a:pt x="4456064" y="535115"/>
                  </a:lnTo>
                  <a:lnTo>
                    <a:pt x="4453592" y="538720"/>
                  </a:lnTo>
                  <a:lnTo>
                    <a:pt x="4450453" y="541839"/>
                  </a:lnTo>
                  <a:lnTo>
                    <a:pt x="4447410" y="544958"/>
                  </a:lnTo>
                  <a:lnTo>
                    <a:pt x="4443796" y="547364"/>
                  </a:lnTo>
                  <a:lnTo>
                    <a:pt x="4439707" y="549057"/>
                  </a:lnTo>
                  <a:lnTo>
                    <a:pt x="4435617" y="550740"/>
                  </a:lnTo>
                  <a:lnTo>
                    <a:pt x="4431338" y="551587"/>
                  </a:lnTo>
                  <a:lnTo>
                    <a:pt x="4426963" y="551587"/>
                  </a:lnTo>
                  <a:lnTo>
                    <a:pt x="33285" y="551587"/>
                  </a:lnTo>
                  <a:lnTo>
                    <a:pt x="28872" y="551587"/>
                  </a:lnTo>
                  <a:lnTo>
                    <a:pt x="24621" y="550740"/>
                  </a:lnTo>
                  <a:lnTo>
                    <a:pt x="0" y="522714"/>
                  </a:lnTo>
                  <a:lnTo>
                    <a:pt x="0" y="51830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549085" y="3432641"/>
            <a:ext cx="1256665" cy="3790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350"/>
              </a:spcBef>
            </a:pP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Supported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Capabilities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9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LogonAccount</a:t>
            </a:r>
            <a:r>
              <a:rPr sz="900" spc="-3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capability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94841" y="5639510"/>
            <a:ext cx="4565015" cy="456565"/>
            <a:chOff x="6894841" y="5639510"/>
            <a:chExt cx="4565015" cy="456565"/>
          </a:xfrm>
        </p:grpSpPr>
        <p:sp>
          <p:nvSpPr>
            <p:cNvPr id="36" name="object 36"/>
            <p:cNvSpPr/>
            <p:nvPr/>
          </p:nvSpPr>
          <p:spPr>
            <a:xfrm>
              <a:off x="6899596" y="5644265"/>
              <a:ext cx="4555490" cy="447040"/>
            </a:xfrm>
            <a:custGeom>
              <a:avLst/>
              <a:gdLst/>
              <a:ahLst/>
              <a:cxnLst/>
              <a:rect l="l" t="t" r="r" b="b"/>
              <a:pathLst>
                <a:path w="4555490" h="447039">
                  <a:moveTo>
                    <a:pt x="4506468" y="446975"/>
                  </a:moveTo>
                  <a:lnTo>
                    <a:pt x="48872" y="446975"/>
                  </a:lnTo>
                  <a:lnTo>
                    <a:pt x="45467" y="446643"/>
                  </a:lnTo>
                  <a:lnTo>
                    <a:pt x="10717" y="426586"/>
                  </a:lnTo>
                  <a:lnTo>
                    <a:pt x="0" y="398103"/>
                  </a:lnTo>
                  <a:lnTo>
                    <a:pt x="0" y="394670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398103"/>
                  </a:lnTo>
                  <a:lnTo>
                    <a:pt x="4537566" y="434080"/>
                  </a:lnTo>
                  <a:lnTo>
                    <a:pt x="4509892" y="446643"/>
                  </a:lnTo>
                  <a:lnTo>
                    <a:pt x="4506468" y="446975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99596" y="5644265"/>
              <a:ext cx="4555490" cy="447040"/>
            </a:xfrm>
            <a:custGeom>
              <a:avLst/>
              <a:gdLst/>
              <a:ahLst/>
              <a:cxnLst/>
              <a:rect l="l" t="t" r="r" b="b"/>
              <a:pathLst>
                <a:path w="4555490" h="447039">
                  <a:moveTo>
                    <a:pt x="0" y="394670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95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394670"/>
                  </a:lnTo>
                  <a:lnTo>
                    <a:pt x="4555350" y="398103"/>
                  </a:lnTo>
                  <a:lnTo>
                    <a:pt x="4554970" y="401508"/>
                  </a:lnTo>
                  <a:lnTo>
                    <a:pt x="4534998" y="436248"/>
                  </a:lnTo>
                  <a:lnTo>
                    <a:pt x="4532145" y="438160"/>
                  </a:lnTo>
                  <a:lnTo>
                    <a:pt x="4529292" y="440071"/>
                  </a:lnTo>
                  <a:lnTo>
                    <a:pt x="4526249" y="441678"/>
                  </a:lnTo>
                  <a:lnTo>
                    <a:pt x="4523015" y="442991"/>
                  </a:lnTo>
                  <a:lnTo>
                    <a:pt x="4519877" y="444303"/>
                  </a:lnTo>
                  <a:lnTo>
                    <a:pt x="4516644" y="445302"/>
                  </a:lnTo>
                  <a:lnTo>
                    <a:pt x="4513220" y="445967"/>
                  </a:lnTo>
                  <a:lnTo>
                    <a:pt x="4509892" y="446643"/>
                  </a:lnTo>
                  <a:lnTo>
                    <a:pt x="4506468" y="446975"/>
                  </a:lnTo>
                  <a:lnTo>
                    <a:pt x="4503044" y="446975"/>
                  </a:lnTo>
                  <a:lnTo>
                    <a:pt x="52305" y="446975"/>
                  </a:lnTo>
                  <a:lnTo>
                    <a:pt x="48872" y="446975"/>
                  </a:lnTo>
                  <a:lnTo>
                    <a:pt x="45467" y="446643"/>
                  </a:lnTo>
                  <a:lnTo>
                    <a:pt x="42101" y="445967"/>
                  </a:lnTo>
                  <a:lnTo>
                    <a:pt x="38734" y="445302"/>
                  </a:lnTo>
                  <a:lnTo>
                    <a:pt x="15320" y="431655"/>
                  </a:lnTo>
                  <a:lnTo>
                    <a:pt x="12886" y="429230"/>
                  </a:lnTo>
                  <a:lnTo>
                    <a:pt x="10717" y="426586"/>
                  </a:lnTo>
                  <a:lnTo>
                    <a:pt x="8815" y="423733"/>
                  </a:lnTo>
                  <a:lnTo>
                    <a:pt x="6904" y="420870"/>
                  </a:lnTo>
                  <a:lnTo>
                    <a:pt x="5297" y="417855"/>
                  </a:lnTo>
                  <a:lnTo>
                    <a:pt x="3984" y="414689"/>
                  </a:lnTo>
                  <a:lnTo>
                    <a:pt x="2662" y="411512"/>
                  </a:lnTo>
                  <a:lnTo>
                    <a:pt x="1673" y="408241"/>
                  </a:lnTo>
                  <a:lnTo>
                    <a:pt x="1008" y="404874"/>
                  </a:lnTo>
                  <a:lnTo>
                    <a:pt x="332" y="401508"/>
                  </a:lnTo>
                  <a:lnTo>
                    <a:pt x="0" y="398103"/>
                  </a:lnTo>
                  <a:lnTo>
                    <a:pt x="0" y="394670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6513" y="5804193"/>
              <a:ext cx="114299" cy="11747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234015" y="5694569"/>
            <a:ext cx="4039235" cy="326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40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Note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2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LogonAccount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capability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enables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secure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credential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handling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for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web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applications</a:t>
            </a:r>
            <a:r>
              <a:rPr sz="1000" spc="-10" dirty="0">
                <a:solidFill>
                  <a:srgbClr val="91400D"/>
                </a:solidFill>
                <a:latin typeface="Britannic Bold"/>
                <a:cs typeface="Britannic Bold"/>
              </a:rPr>
              <a:t>.</a:t>
            </a:r>
            <a:endParaRPr sz="1000">
              <a:latin typeface="Britannic Bold"/>
              <a:cs typeface="Britannic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86667"/>
            <a:ext cx="211391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Web</a:t>
            </a:r>
            <a:r>
              <a:rPr spc="-80" dirty="0"/>
              <a:t> </a:t>
            </a:r>
            <a:r>
              <a:rPr spc="-155" dirty="0"/>
              <a:t>Form</a:t>
            </a:r>
            <a:r>
              <a:rPr spc="-75" dirty="0"/>
              <a:t> </a:t>
            </a:r>
            <a:r>
              <a:rPr spc="-85" dirty="0"/>
              <a:t>Settings</a:t>
            </a:r>
          </a:p>
        </p:txBody>
      </p:sp>
      <p:sp>
        <p:nvSpPr>
          <p:cNvPr id="3" name="object 3"/>
          <p:cNvSpPr/>
          <p:nvPr/>
        </p:nvSpPr>
        <p:spPr>
          <a:xfrm>
            <a:off x="11212438" y="23775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25"/>
            <a:ext cx="11412220" cy="400050"/>
            <a:chOff x="389915" y="770325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14"/>
              <a:ext cx="133349" cy="13652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9915" y="1321913"/>
            <a:ext cx="11412220" cy="4232275"/>
            <a:chOff x="389915" y="1321913"/>
            <a:chExt cx="11412220" cy="4232275"/>
          </a:xfrm>
        </p:grpSpPr>
        <p:sp>
          <p:nvSpPr>
            <p:cNvPr id="10" name="object 10"/>
            <p:cNvSpPr/>
            <p:nvPr/>
          </p:nvSpPr>
          <p:spPr>
            <a:xfrm>
              <a:off x="394670" y="1326668"/>
              <a:ext cx="11402695" cy="4222750"/>
            </a:xfrm>
            <a:custGeom>
              <a:avLst/>
              <a:gdLst/>
              <a:ahLst/>
              <a:cxnLst/>
              <a:rect l="l" t="t" r="r" b="b"/>
              <a:pathLst>
                <a:path w="11402695" h="4222750">
                  <a:moveTo>
                    <a:pt x="0" y="415117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69"/>
                  </a:lnTo>
                  <a:lnTo>
                    <a:pt x="11349860" y="2282"/>
                  </a:lnTo>
                  <a:lnTo>
                    <a:pt x="11354329" y="3632"/>
                  </a:lnTo>
                  <a:lnTo>
                    <a:pt x="11358609" y="5430"/>
                  </a:lnTo>
                  <a:lnTo>
                    <a:pt x="11362983" y="7218"/>
                  </a:lnTo>
                  <a:lnTo>
                    <a:pt x="11381718" y="20893"/>
                  </a:lnTo>
                  <a:lnTo>
                    <a:pt x="11385047" y="24203"/>
                  </a:lnTo>
                  <a:lnTo>
                    <a:pt x="11397220" y="44031"/>
                  </a:lnTo>
                  <a:lnTo>
                    <a:pt x="11399027" y="48358"/>
                  </a:lnTo>
                  <a:lnTo>
                    <a:pt x="11400358" y="52819"/>
                  </a:lnTo>
                  <a:lnTo>
                    <a:pt x="11401309" y="57412"/>
                  </a:lnTo>
                  <a:lnTo>
                    <a:pt x="11402165" y="62006"/>
                  </a:lnTo>
                  <a:lnTo>
                    <a:pt x="11402641" y="66646"/>
                  </a:lnTo>
                  <a:lnTo>
                    <a:pt x="11402641" y="71325"/>
                  </a:lnTo>
                  <a:lnTo>
                    <a:pt x="11402641" y="4151170"/>
                  </a:lnTo>
                  <a:lnTo>
                    <a:pt x="11402641" y="4155849"/>
                  </a:lnTo>
                  <a:lnTo>
                    <a:pt x="11402165" y="4160489"/>
                  </a:lnTo>
                  <a:lnTo>
                    <a:pt x="11385047" y="4198292"/>
                  </a:lnTo>
                  <a:lnTo>
                    <a:pt x="11381718" y="4201602"/>
                  </a:lnTo>
                  <a:lnTo>
                    <a:pt x="11378485" y="4204911"/>
                  </a:lnTo>
                  <a:lnTo>
                    <a:pt x="11358609" y="4217065"/>
                  </a:lnTo>
                  <a:lnTo>
                    <a:pt x="11354329" y="4218853"/>
                  </a:lnTo>
                  <a:lnTo>
                    <a:pt x="11349860" y="4220213"/>
                  </a:lnTo>
                  <a:lnTo>
                    <a:pt x="11345200" y="4221126"/>
                  </a:lnTo>
                  <a:lnTo>
                    <a:pt x="11340635" y="4222039"/>
                  </a:lnTo>
                  <a:lnTo>
                    <a:pt x="11335975" y="4222495"/>
                  </a:lnTo>
                  <a:lnTo>
                    <a:pt x="11331315" y="4222495"/>
                  </a:lnTo>
                  <a:lnTo>
                    <a:pt x="71325" y="4222495"/>
                  </a:lnTo>
                  <a:lnTo>
                    <a:pt x="66642" y="4222495"/>
                  </a:lnTo>
                  <a:lnTo>
                    <a:pt x="62004" y="4222039"/>
                  </a:lnTo>
                  <a:lnTo>
                    <a:pt x="57410" y="4221126"/>
                  </a:lnTo>
                  <a:lnTo>
                    <a:pt x="52817" y="4220213"/>
                  </a:lnTo>
                  <a:lnTo>
                    <a:pt x="48357" y="4218853"/>
                  </a:lnTo>
                  <a:lnTo>
                    <a:pt x="44030" y="4217065"/>
                  </a:lnTo>
                  <a:lnTo>
                    <a:pt x="39703" y="4215277"/>
                  </a:lnTo>
                  <a:lnTo>
                    <a:pt x="9418" y="4186899"/>
                  </a:lnTo>
                  <a:lnTo>
                    <a:pt x="1370" y="4165083"/>
                  </a:lnTo>
                  <a:lnTo>
                    <a:pt x="456" y="4160489"/>
                  </a:lnTo>
                  <a:lnTo>
                    <a:pt x="0" y="4155849"/>
                  </a:lnTo>
                  <a:lnTo>
                    <a:pt x="0" y="415117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9425" y="1331423"/>
              <a:ext cx="11393170" cy="400050"/>
            </a:xfrm>
            <a:custGeom>
              <a:avLst/>
              <a:gdLst/>
              <a:ahLst/>
              <a:cxnLst/>
              <a:rect l="l" t="t" r="r" b="b"/>
              <a:pathLst>
                <a:path w="11393170" h="400050">
                  <a:moveTo>
                    <a:pt x="11393130" y="399425"/>
                  </a:moveTo>
                  <a:lnTo>
                    <a:pt x="0" y="399425"/>
                  </a:lnTo>
                  <a:lnTo>
                    <a:pt x="0" y="66572"/>
                  </a:lnTo>
                  <a:lnTo>
                    <a:pt x="11209" y="29580"/>
                  </a:lnTo>
                  <a:lnTo>
                    <a:pt x="41096" y="5069"/>
                  </a:lnTo>
                  <a:lnTo>
                    <a:pt x="66571" y="0"/>
                  </a:lnTo>
                  <a:lnTo>
                    <a:pt x="11326565" y="0"/>
                  </a:lnTo>
                  <a:lnTo>
                    <a:pt x="11363571" y="11210"/>
                  </a:lnTo>
                  <a:lnTo>
                    <a:pt x="11388073" y="41097"/>
                  </a:lnTo>
                  <a:lnTo>
                    <a:pt x="11393130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464386"/>
              <a:ext cx="133349" cy="1269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77215" y="518089"/>
            <a:ext cx="9041130" cy="11036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login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URL</a:t>
            </a:r>
            <a:r>
              <a:rPr sz="1200" spc="-8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65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form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fields</a:t>
            </a:r>
            <a:r>
              <a:rPr sz="1200" spc="-1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70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certificate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validation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connections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Configure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essential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settings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application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authentication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including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login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URL</a:t>
            </a:r>
            <a:r>
              <a:rPr sz="1100" spc="-65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form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field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interactions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certificate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validation</a:t>
            </a:r>
            <a:r>
              <a:rPr sz="1050" spc="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options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</a:pPr>
            <a:endParaRPr sz="950">
              <a:latin typeface="Britannic Bold"/>
              <a:cs typeface="Britannic Bold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50">
              <a:latin typeface="Britannic Bold"/>
              <a:cs typeface="Britannic Bold"/>
            </a:endParaRPr>
          </a:p>
          <a:p>
            <a:pPr marL="383540">
              <a:lnSpc>
                <a:spcPct val="100000"/>
              </a:lnSpc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Web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85" dirty="0">
                <a:solidFill>
                  <a:srgbClr val="1D293B"/>
                </a:solidFill>
                <a:latin typeface="Arial"/>
                <a:cs typeface="Arial"/>
              </a:rPr>
              <a:t>Form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r>
              <a:rPr sz="1150" b="1" spc="-1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Properties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77244" y="2301456"/>
            <a:ext cx="2625090" cy="180975"/>
          </a:xfrm>
          <a:custGeom>
            <a:avLst/>
            <a:gdLst/>
            <a:ahLst/>
            <a:cxnLst/>
            <a:rect l="l" t="t" r="r" b="b"/>
            <a:pathLst>
              <a:path w="2625090" h="180975">
                <a:moveTo>
                  <a:pt x="2600049" y="180692"/>
                </a:moveTo>
                <a:lnTo>
                  <a:pt x="24745" y="180692"/>
                </a:lnTo>
                <a:lnTo>
                  <a:pt x="21102" y="179969"/>
                </a:lnTo>
                <a:lnTo>
                  <a:pt x="0" y="155947"/>
                </a:lnTo>
                <a:lnTo>
                  <a:pt x="0" y="152162"/>
                </a:lnTo>
                <a:lnTo>
                  <a:pt x="0" y="24745"/>
                </a:lnTo>
                <a:lnTo>
                  <a:pt x="24745" y="0"/>
                </a:lnTo>
                <a:lnTo>
                  <a:pt x="2600049" y="0"/>
                </a:lnTo>
                <a:lnTo>
                  <a:pt x="2624794" y="24745"/>
                </a:lnTo>
                <a:lnTo>
                  <a:pt x="2624794" y="155947"/>
                </a:lnTo>
                <a:lnTo>
                  <a:pt x="2603682" y="179969"/>
                </a:lnTo>
                <a:lnTo>
                  <a:pt x="2600049" y="180692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49583" y="2301455"/>
            <a:ext cx="3215005" cy="180975"/>
          </a:xfrm>
          <a:custGeom>
            <a:avLst/>
            <a:gdLst/>
            <a:ahLst/>
            <a:cxnLst/>
            <a:rect l="l" t="t" r="r" b="b"/>
            <a:pathLst>
              <a:path w="3215004" h="180975">
                <a:moveTo>
                  <a:pt x="1179258" y="24752"/>
                </a:moveTo>
                <a:lnTo>
                  <a:pt x="1154506" y="0"/>
                </a:lnTo>
                <a:lnTo>
                  <a:pt x="24739" y="0"/>
                </a:lnTo>
                <a:lnTo>
                  <a:pt x="0" y="24752"/>
                </a:lnTo>
                <a:lnTo>
                  <a:pt x="0" y="152171"/>
                </a:lnTo>
                <a:lnTo>
                  <a:pt x="0" y="155956"/>
                </a:lnTo>
                <a:lnTo>
                  <a:pt x="24739" y="180695"/>
                </a:lnTo>
                <a:lnTo>
                  <a:pt x="1154506" y="180695"/>
                </a:lnTo>
                <a:lnTo>
                  <a:pt x="1179258" y="155956"/>
                </a:lnTo>
                <a:lnTo>
                  <a:pt x="1179258" y="24752"/>
                </a:lnTo>
                <a:close/>
              </a:path>
              <a:path w="3215004" h="180975">
                <a:moveTo>
                  <a:pt x="3214420" y="24752"/>
                </a:moveTo>
                <a:lnTo>
                  <a:pt x="3189681" y="0"/>
                </a:lnTo>
                <a:lnTo>
                  <a:pt x="1242034" y="0"/>
                </a:lnTo>
                <a:lnTo>
                  <a:pt x="1217295" y="24752"/>
                </a:lnTo>
                <a:lnTo>
                  <a:pt x="1217295" y="152171"/>
                </a:lnTo>
                <a:lnTo>
                  <a:pt x="1217295" y="155956"/>
                </a:lnTo>
                <a:lnTo>
                  <a:pt x="1242034" y="180695"/>
                </a:lnTo>
                <a:lnTo>
                  <a:pt x="3189681" y="180695"/>
                </a:lnTo>
                <a:lnTo>
                  <a:pt x="3214420" y="155956"/>
                </a:lnTo>
                <a:lnTo>
                  <a:pt x="3214420" y="24752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04908" y="3090798"/>
            <a:ext cx="1379220" cy="427990"/>
          </a:xfrm>
          <a:custGeom>
            <a:avLst/>
            <a:gdLst/>
            <a:ahLst/>
            <a:cxnLst/>
            <a:rect l="l" t="t" r="r" b="b"/>
            <a:pathLst>
              <a:path w="1379220" h="427989">
                <a:moveTo>
                  <a:pt x="1378966" y="157886"/>
                </a:moveTo>
                <a:lnTo>
                  <a:pt x="1354226" y="133146"/>
                </a:lnTo>
                <a:lnTo>
                  <a:pt x="1293368" y="133146"/>
                </a:lnTo>
                <a:lnTo>
                  <a:pt x="1293368" y="24752"/>
                </a:lnTo>
                <a:lnTo>
                  <a:pt x="1268628" y="0"/>
                </a:lnTo>
                <a:lnTo>
                  <a:pt x="91313" y="0"/>
                </a:lnTo>
                <a:lnTo>
                  <a:pt x="66573" y="24752"/>
                </a:lnTo>
                <a:lnTo>
                  <a:pt x="66573" y="133146"/>
                </a:lnTo>
                <a:lnTo>
                  <a:pt x="66573" y="136931"/>
                </a:lnTo>
                <a:lnTo>
                  <a:pt x="91313" y="161671"/>
                </a:lnTo>
                <a:lnTo>
                  <a:pt x="152158" y="161671"/>
                </a:lnTo>
                <a:lnTo>
                  <a:pt x="152158" y="266280"/>
                </a:lnTo>
                <a:lnTo>
                  <a:pt x="24739" y="266280"/>
                </a:lnTo>
                <a:lnTo>
                  <a:pt x="21094" y="267004"/>
                </a:lnTo>
                <a:lnTo>
                  <a:pt x="0" y="291033"/>
                </a:lnTo>
                <a:lnTo>
                  <a:pt x="0" y="399427"/>
                </a:lnTo>
                <a:lnTo>
                  <a:pt x="0" y="403212"/>
                </a:lnTo>
                <a:lnTo>
                  <a:pt x="24739" y="427964"/>
                </a:lnTo>
                <a:lnTo>
                  <a:pt x="1316177" y="427964"/>
                </a:lnTo>
                <a:lnTo>
                  <a:pt x="1340929" y="403212"/>
                </a:lnTo>
                <a:lnTo>
                  <a:pt x="1340929" y="294817"/>
                </a:lnTo>
                <a:lnTo>
                  <a:pt x="1354226" y="294817"/>
                </a:lnTo>
                <a:lnTo>
                  <a:pt x="1378966" y="270078"/>
                </a:lnTo>
                <a:lnTo>
                  <a:pt x="1378966" y="157886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9738368" y="3918177"/>
            <a:ext cx="456565" cy="180975"/>
            <a:chOff x="9738368" y="3918177"/>
            <a:chExt cx="456565" cy="180975"/>
          </a:xfrm>
        </p:grpSpPr>
        <p:sp>
          <p:nvSpPr>
            <p:cNvPr id="18" name="object 18"/>
            <p:cNvSpPr/>
            <p:nvPr/>
          </p:nvSpPr>
          <p:spPr>
            <a:xfrm>
              <a:off x="9738368" y="3918177"/>
              <a:ext cx="456565" cy="180975"/>
            </a:xfrm>
            <a:custGeom>
              <a:avLst/>
              <a:gdLst/>
              <a:ahLst/>
              <a:cxnLst/>
              <a:rect l="l" t="t" r="r" b="b"/>
              <a:pathLst>
                <a:path w="456565" h="180975">
                  <a:moveTo>
                    <a:pt x="423485" y="180692"/>
                  </a:moveTo>
                  <a:lnTo>
                    <a:pt x="33000" y="180692"/>
                  </a:lnTo>
                  <a:lnTo>
                    <a:pt x="28149" y="179722"/>
                  </a:lnTo>
                  <a:lnTo>
                    <a:pt x="951" y="152551"/>
                  </a:lnTo>
                  <a:lnTo>
                    <a:pt x="0" y="147692"/>
                  </a:lnTo>
                  <a:lnTo>
                    <a:pt x="0" y="142651"/>
                  </a:lnTo>
                  <a:lnTo>
                    <a:pt x="0" y="33000"/>
                  </a:lnTo>
                  <a:lnTo>
                    <a:pt x="28149" y="960"/>
                  </a:lnTo>
                  <a:lnTo>
                    <a:pt x="33000" y="0"/>
                  </a:lnTo>
                  <a:lnTo>
                    <a:pt x="423485" y="0"/>
                  </a:lnTo>
                  <a:lnTo>
                    <a:pt x="455535" y="28140"/>
                  </a:lnTo>
                  <a:lnTo>
                    <a:pt x="456486" y="33000"/>
                  </a:lnTo>
                  <a:lnTo>
                    <a:pt x="456486" y="147692"/>
                  </a:lnTo>
                  <a:lnTo>
                    <a:pt x="428336" y="179722"/>
                  </a:lnTo>
                  <a:lnTo>
                    <a:pt x="423485" y="180692"/>
                  </a:lnTo>
                  <a:close/>
                </a:path>
              </a:pathLst>
            </a:custGeom>
            <a:solidFill>
              <a:srgbClr val="DB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4449" y="3975133"/>
              <a:ext cx="85724" cy="6349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0270935" y="3918177"/>
            <a:ext cx="400050" cy="180975"/>
            <a:chOff x="10270935" y="3918177"/>
            <a:chExt cx="400050" cy="180975"/>
          </a:xfrm>
        </p:grpSpPr>
        <p:sp>
          <p:nvSpPr>
            <p:cNvPr id="21" name="object 21"/>
            <p:cNvSpPr/>
            <p:nvPr/>
          </p:nvSpPr>
          <p:spPr>
            <a:xfrm>
              <a:off x="10270935" y="3918177"/>
              <a:ext cx="400050" cy="180975"/>
            </a:xfrm>
            <a:custGeom>
              <a:avLst/>
              <a:gdLst/>
              <a:ahLst/>
              <a:cxnLst/>
              <a:rect l="l" t="t" r="r" b="b"/>
              <a:pathLst>
                <a:path w="400050" h="180975">
                  <a:moveTo>
                    <a:pt x="366425" y="180692"/>
                  </a:moveTo>
                  <a:lnTo>
                    <a:pt x="33000" y="180692"/>
                  </a:lnTo>
                  <a:lnTo>
                    <a:pt x="28149" y="179722"/>
                  </a:lnTo>
                  <a:lnTo>
                    <a:pt x="951" y="152551"/>
                  </a:lnTo>
                  <a:lnTo>
                    <a:pt x="0" y="147692"/>
                  </a:lnTo>
                  <a:lnTo>
                    <a:pt x="0" y="142651"/>
                  </a:lnTo>
                  <a:lnTo>
                    <a:pt x="0" y="33000"/>
                  </a:lnTo>
                  <a:lnTo>
                    <a:pt x="28149" y="960"/>
                  </a:lnTo>
                  <a:lnTo>
                    <a:pt x="33000" y="0"/>
                  </a:lnTo>
                  <a:lnTo>
                    <a:pt x="366425" y="0"/>
                  </a:lnTo>
                  <a:lnTo>
                    <a:pt x="398474" y="28140"/>
                  </a:lnTo>
                  <a:lnTo>
                    <a:pt x="399425" y="33000"/>
                  </a:lnTo>
                  <a:lnTo>
                    <a:pt x="399425" y="147692"/>
                  </a:lnTo>
                  <a:lnTo>
                    <a:pt x="371275" y="179722"/>
                  </a:lnTo>
                  <a:lnTo>
                    <a:pt x="366425" y="180692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46293" y="3975133"/>
              <a:ext cx="63499" cy="63499"/>
            </a:xfrm>
            <a:prstGeom prst="rect">
              <a:avLst/>
            </a:prstGeom>
          </p:spPr>
        </p:pic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99425" y="1721329"/>
          <a:ext cx="11394439" cy="2790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1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4394"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LogonURL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1765" marR="582930">
                        <a:lnSpc>
                          <a:spcPct val="106100"/>
                        </a:lnSpc>
                        <a:spcBef>
                          <a:spcPts val="150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 address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web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application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login</a:t>
                      </a:r>
                      <a:r>
                        <a:rPr sz="1000" spc="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page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Specify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9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URL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login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page. </a:t>
                      </a:r>
                      <a:r>
                        <a:rPr sz="1000" spc="-6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include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dynamic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parameters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like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{Address}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replaced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account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properties.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13360">
                        <a:lnSpc>
                          <a:spcPct val="100000"/>
                        </a:lnSpc>
                        <a:tabLst>
                          <a:tab pos="2881630" algn="l"/>
                          <a:tab pos="4105910" algn="l"/>
                        </a:tabLst>
                      </a:pPr>
                      <a:r>
                        <a:rPr sz="900" spc="-2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https://accounts.google.com/ServiceLogin</a:t>
                      </a:r>
                      <a:r>
                        <a:rPr sz="9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sz="9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https://{Address}</a:t>
                      </a:r>
                      <a:r>
                        <a:rPr sz="9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sz="9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http://{Address}/Welcome/Login</a:t>
                      </a:r>
                      <a:endParaRPr sz="900">
                        <a:latin typeface="Lucida Console"/>
                        <a:cs typeface="Lucida Console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5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Valid</a:t>
                      </a:r>
                      <a:r>
                        <a:rPr sz="10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Values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6845" marR="233679">
                        <a:lnSpc>
                          <a:spcPct val="106100"/>
                        </a:lnSpc>
                        <a:spcBef>
                          <a:spcPts val="150"/>
                        </a:spcBef>
                      </a:pP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Valid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9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URL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://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least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one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character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before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and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after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://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269">
                <a:tc>
                  <a:txBody>
                    <a:bodyPr/>
                    <a:lstStyle/>
                    <a:p>
                      <a:pPr marL="151765" marR="494030" indent="144780">
                        <a:lnSpc>
                          <a:spcPct val="1123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WebFormFields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Describes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list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login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actions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699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Defines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sequence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login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actions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including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input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fields,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button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clicks,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validation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checks,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0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navigation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steps.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  <a:p>
                      <a:pPr marL="245745" indent="-88900">
                        <a:lnSpc>
                          <a:spcPts val="1095"/>
                        </a:lnSpc>
                        <a:spcBef>
                          <a:spcPts val="350"/>
                        </a:spcBef>
                        <a:buSzPct val="105555"/>
                        <a:buChar char="•"/>
                        <a:tabLst>
                          <a:tab pos="245745" algn="l"/>
                        </a:tabLst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Input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fields</a:t>
                      </a:r>
                      <a:r>
                        <a:rPr sz="95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:</a:t>
                      </a:r>
                      <a:r>
                        <a:rPr sz="950" spc="29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identifier</a:t>
                      </a:r>
                      <a:r>
                        <a:rPr sz="800" spc="3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0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800" spc="3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00" spc="-1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{value}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245745" indent="-88900">
                        <a:lnSpc>
                          <a:spcPts val="1050"/>
                        </a:lnSpc>
                        <a:buSzPct val="105555"/>
                        <a:buChar char="•"/>
                        <a:tabLst>
                          <a:tab pos="245745" algn="l"/>
                        </a:tabLst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Button</a:t>
                      </a:r>
                      <a:r>
                        <a:rPr sz="900" spc="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clicks</a:t>
                      </a:r>
                      <a:r>
                        <a:rPr sz="95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:</a:t>
                      </a:r>
                      <a:r>
                        <a:rPr sz="950" spc="3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button-id</a:t>
                      </a:r>
                      <a:r>
                        <a:rPr sz="800" spc="4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0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800" spc="4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00" spc="-1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(Button)</a:t>
                      </a:r>
                      <a:endParaRPr sz="800">
                        <a:latin typeface="Consolas"/>
                        <a:cs typeface="Consolas"/>
                      </a:endParaRPr>
                    </a:p>
                    <a:p>
                      <a:pPr marL="245745" indent="-88900">
                        <a:lnSpc>
                          <a:spcPts val="1095"/>
                        </a:lnSpc>
                        <a:buSzPct val="105555"/>
                        <a:buChar char="•"/>
                        <a:tabLst>
                          <a:tab pos="245745" algn="l"/>
                        </a:tabLst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Validation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:</a:t>
                      </a:r>
                      <a:r>
                        <a:rPr sz="950" spc="25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element</a:t>
                      </a:r>
                      <a:r>
                        <a:rPr sz="800" spc="-5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0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&gt;</a:t>
                      </a:r>
                      <a:r>
                        <a:rPr sz="800" spc="-5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800" spc="-10" dirty="0">
                          <a:solidFill>
                            <a:srgbClr val="64738B"/>
                          </a:solidFill>
                          <a:latin typeface="Consolas"/>
                          <a:cs typeface="Consolas"/>
                        </a:rPr>
                        <a:t>(Validation)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5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Valid</a:t>
                      </a:r>
                      <a:r>
                        <a:rPr sz="10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Values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6845" marR="342900">
                        <a:lnSpc>
                          <a:spcPct val="106100"/>
                        </a:lnSpc>
                        <a:spcBef>
                          <a:spcPts val="150"/>
                        </a:spcBef>
                      </a:pP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List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login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actions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specified format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25">
                <a:tc>
                  <a:txBody>
                    <a:bodyPr/>
                    <a:lstStyle/>
                    <a:p>
                      <a:pPr marL="151765" marR="175895" indent="132715">
                        <a:lnSpc>
                          <a:spcPct val="109200"/>
                        </a:lnSpc>
                        <a:spcBef>
                          <a:spcPts val="725"/>
                        </a:spcBef>
                      </a:pPr>
                      <a:r>
                        <a:rPr sz="1000" b="1" spc="-5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EnforceCertificateValidation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Certificate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validation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target website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207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156845" marR="3568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Whether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8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PSM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validates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target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website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certificates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when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initiating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connections.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4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Set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for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local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websites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1000" spc="-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self-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signed certificates.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1000" b="1" spc="-5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Valid</a:t>
                      </a:r>
                      <a:r>
                        <a:rPr sz="10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Values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353695">
                        <a:lnSpc>
                          <a:spcPct val="100000"/>
                        </a:lnSpc>
                        <a:spcBef>
                          <a:spcPts val="395"/>
                        </a:spcBef>
                        <a:tabLst>
                          <a:tab pos="870585" algn="l"/>
                        </a:tabLst>
                      </a:pPr>
                      <a:r>
                        <a:rPr sz="900" spc="-25" dirty="0">
                          <a:solidFill>
                            <a:srgbClr val="166533"/>
                          </a:solidFill>
                          <a:latin typeface="Microsoft Sans Serif"/>
                          <a:cs typeface="Microsoft Sans Serif"/>
                        </a:rPr>
                        <a:t>Yes</a:t>
                      </a:r>
                      <a:r>
                        <a:rPr sz="900" dirty="0">
                          <a:solidFill>
                            <a:srgbClr val="166533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900" spc="-25" dirty="0">
                          <a:solidFill>
                            <a:srgbClr val="991B1B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  <a:p>
                      <a:pPr marL="156845" marR="502284">
                        <a:lnSpc>
                          <a:spcPts val="1050"/>
                        </a:lnSpc>
                        <a:spcBef>
                          <a:spcPts val="555"/>
                        </a:spcBef>
                      </a:pP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900" spc="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900" spc="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trusted</a:t>
                      </a:r>
                      <a:r>
                        <a:rPr sz="900" spc="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local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self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signed targets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60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62" y="1876541"/>
            <a:ext cx="114299" cy="9207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587" y="2751487"/>
            <a:ext cx="107949" cy="730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1587" y="3756371"/>
            <a:ext cx="95249" cy="9842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9915" y="5782162"/>
            <a:ext cx="11412220" cy="314325"/>
            <a:chOff x="389915" y="5782162"/>
            <a:chExt cx="11412220" cy="314325"/>
          </a:xfrm>
        </p:grpSpPr>
        <p:sp>
          <p:nvSpPr>
            <p:cNvPr id="28" name="object 28"/>
            <p:cNvSpPr/>
            <p:nvPr/>
          </p:nvSpPr>
          <p:spPr>
            <a:xfrm>
              <a:off x="394670" y="5786917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11353759" y="304324"/>
                  </a:moveTo>
                  <a:lnTo>
                    <a:pt x="48871" y="304324"/>
                  </a:lnTo>
                  <a:lnTo>
                    <a:pt x="45469" y="303991"/>
                  </a:lnTo>
                  <a:lnTo>
                    <a:pt x="10722" y="283934"/>
                  </a:lnTo>
                  <a:lnTo>
                    <a:pt x="0" y="255451"/>
                  </a:lnTo>
                  <a:lnTo>
                    <a:pt x="0" y="252018"/>
                  </a:lnTo>
                  <a:lnTo>
                    <a:pt x="0" y="48872"/>
                  </a:lnTo>
                  <a:lnTo>
                    <a:pt x="17748" y="12886"/>
                  </a:lnTo>
                  <a:lnTo>
                    <a:pt x="48871" y="0"/>
                  </a:lnTo>
                  <a:lnTo>
                    <a:pt x="11353759" y="0"/>
                  </a:lnTo>
                  <a:lnTo>
                    <a:pt x="11389707" y="17745"/>
                  </a:lnTo>
                  <a:lnTo>
                    <a:pt x="11402641" y="48872"/>
                  </a:lnTo>
                  <a:lnTo>
                    <a:pt x="11402641" y="255451"/>
                  </a:lnTo>
                  <a:lnTo>
                    <a:pt x="11384857" y="291428"/>
                  </a:lnTo>
                  <a:lnTo>
                    <a:pt x="11357182" y="303991"/>
                  </a:lnTo>
                  <a:lnTo>
                    <a:pt x="11353759" y="3043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4670" y="5786917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0" y="252018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3981" y="32286"/>
                  </a:lnTo>
                  <a:lnTo>
                    <a:pt x="5296" y="29110"/>
                  </a:lnTo>
                  <a:lnTo>
                    <a:pt x="6907" y="26105"/>
                  </a:lnTo>
                  <a:lnTo>
                    <a:pt x="8814" y="23242"/>
                  </a:lnTo>
                  <a:lnTo>
                    <a:pt x="10722" y="20389"/>
                  </a:lnTo>
                  <a:lnTo>
                    <a:pt x="12890" y="17745"/>
                  </a:lnTo>
                  <a:lnTo>
                    <a:pt x="15319" y="15320"/>
                  </a:lnTo>
                  <a:lnTo>
                    <a:pt x="17748" y="12886"/>
                  </a:lnTo>
                  <a:lnTo>
                    <a:pt x="20390" y="10717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11350335" y="0"/>
                  </a:lnTo>
                  <a:lnTo>
                    <a:pt x="11353759" y="0"/>
                  </a:lnTo>
                  <a:lnTo>
                    <a:pt x="11357182" y="332"/>
                  </a:lnTo>
                  <a:lnTo>
                    <a:pt x="11360511" y="1008"/>
                  </a:lnTo>
                  <a:lnTo>
                    <a:pt x="11363935" y="1673"/>
                  </a:lnTo>
                  <a:lnTo>
                    <a:pt x="11367168" y="2662"/>
                  </a:lnTo>
                  <a:lnTo>
                    <a:pt x="11370306" y="3984"/>
                  </a:lnTo>
                  <a:lnTo>
                    <a:pt x="11373540" y="5297"/>
                  </a:lnTo>
                  <a:lnTo>
                    <a:pt x="11376583" y="6904"/>
                  </a:lnTo>
                  <a:lnTo>
                    <a:pt x="11379436" y="8815"/>
                  </a:lnTo>
                  <a:lnTo>
                    <a:pt x="11382289" y="10717"/>
                  </a:lnTo>
                  <a:lnTo>
                    <a:pt x="11398646" y="32286"/>
                  </a:lnTo>
                  <a:lnTo>
                    <a:pt x="11399978" y="35463"/>
                  </a:lnTo>
                  <a:lnTo>
                    <a:pt x="11400929" y="38734"/>
                  </a:lnTo>
                  <a:lnTo>
                    <a:pt x="11401595" y="42101"/>
                  </a:lnTo>
                  <a:lnTo>
                    <a:pt x="11402260" y="45467"/>
                  </a:lnTo>
                  <a:lnTo>
                    <a:pt x="11402641" y="48872"/>
                  </a:lnTo>
                  <a:lnTo>
                    <a:pt x="11402641" y="52305"/>
                  </a:lnTo>
                  <a:lnTo>
                    <a:pt x="11402641" y="252018"/>
                  </a:lnTo>
                  <a:lnTo>
                    <a:pt x="11402641" y="255451"/>
                  </a:lnTo>
                  <a:lnTo>
                    <a:pt x="11402260" y="258856"/>
                  </a:lnTo>
                  <a:lnTo>
                    <a:pt x="11382289" y="293596"/>
                  </a:lnTo>
                  <a:lnTo>
                    <a:pt x="11379436" y="295508"/>
                  </a:lnTo>
                  <a:lnTo>
                    <a:pt x="11376583" y="297419"/>
                  </a:lnTo>
                  <a:lnTo>
                    <a:pt x="11373540" y="299026"/>
                  </a:lnTo>
                  <a:lnTo>
                    <a:pt x="11370306" y="300339"/>
                  </a:lnTo>
                  <a:lnTo>
                    <a:pt x="11367168" y="301651"/>
                  </a:lnTo>
                  <a:lnTo>
                    <a:pt x="11363935" y="302650"/>
                  </a:lnTo>
                  <a:lnTo>
                    <a:pt x="11360511" y="303315"/>
                  </a:lnTo>
                  <a:lnTo>
                    <a:pt x="11357182" y="303991"/>
                  </a:lnTo>
                  <a:lnTo>
                    <a:pt x="11353759" y="304324"/>
                  </a:lnTo>
                  <a:lnTo>
                    <a:pt x="11350335" y="304324"/>
                  </a:lnTo>
                  <a:lnTo>
                    <a:pt x="52305" y="304324"/>
                  </a:lnTo>
                  <a:lnTo>
                    <a:pt x="48871" y="304324"/>
                  </a:lnTo>
                  <a:lnTo>
                    <a:pt x="45469" y="303991"/>
                  </a:lnTo>
                  <a:lnTo>
                    <a:pt x="42101" y="303315"/>
                  </a:lnTo>
                  <a:lnTo>
                    <a:pt x="38732" y="302650"/>
                  </a:lnTo>
                  <a:lnTo>
                    <a:pt x="23246" y="295508"/>
                  </a:lnTo>
                  <a:lnTo>
                    <a:pt x="20390" y="293596"/>
                  </a:lnTo>
                  <a:lnTo>
                    <a:pt x="1005" y="262222"/>
                  </a:lnTo>
                  <a:lnTo>
                    <a:pt x="334" y="258856"/>
                  </a:lnTo>
                  <a:lnTo>
                    <a:pt x="0" y="255451"/>
                  </a:lnTo>
                  <a:lnTo>
                    <a:pt x="0" y="252018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1587" y="5880274"/>
              <a:ext cx="114299" cy="11747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29089" y="5837221"/>
            <a:ext cx="788987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Note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 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Set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EnforceCertificateValidation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to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No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only</a:t>
            </a:r>
            <a:r>
              <a:rPr sz="10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for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trusted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local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applications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with self-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signed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certificates.</a:t>
            </a:r>
            <a:r>
              <a:rPr sz="10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91400D"/>
                </a:solidFill>
                <a:latin typeface="Microsoft Sans Serif"/>
                <a:cs typeface="Microsoft Sans Serif"/>
              </a:rPr>
              <a:t>For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production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environments,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use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Yes.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76"/>
            <a:ext cx="26396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Client</a:t>
            </a:r>
            <a:r>
              <a:rPr sz="2050" spc="-105" dirty="0">
                <a:latin typeface="Berlin Sans FB"/>
                <a:cs typeface="Berlin Sans FB"/>
              </a:rPr>
              <a:t>-</a:t>
            </a:r>
            <a:r>
              <a:rPr spc="-80" dirty="0"/>
              <a:t>Specific</a:t>
            </a:r>
            <a:r>
              <a:rPr spc="-35" dirty="0"/>
              <a:t> </a:t>
            </a:r>
            <a:r>
              <a:rPr spc="-75" dirty="0"/>
              <a:t>Settings</a:t>
            </a:r>
            <a:endParaRPr sz="2050">
              <a:latin typeface="Berlin Sans FB"/>
              <a:cs typeface="Berlin Sans FB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49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58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16"/>
            <a:ext cx="11412220" cy="400050"/>
            <a:chOff x="389915" y="770316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4"/>
              <a:ext cx="133349" cy="13652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9915" y="1321903"/>
            <a:ext cx="11412220" cy="4232275"/>
            <a:chOff x="389915" y="1321903"/>
            <a:chExt cx="11412220" cy="4232275"/>
          </a:xfrm>
        </p:grpSpPr>
        <p:sp>
          <p:nvSpPr>
            <p:cNvPr id="10" name="object 10"/>
            <p:cNvSpPr/>
            <p:nvPr/>
          </p:nvSpPr>
          <p:spPr>
            <a:xfrm>
              <a:off x="394670" y="1326658"/>
              <a:ext cx="11402695" cy="4222750"/>
            </a:xfrm>
            <a:custGeom>
              <a:avLst/>
              <a:gdLst/>
              <a:ahLst/>
              <a:cxnLst/>
              <a:rect l="l" t="t" r="r" b="b"/>
              <a:pathLst>
                <a:path w="11402695" h="4222750">
                  <a:moveTo>
                    <a:pt x="0" y="415117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69"/>
                  </a:lnTo>
                  <a:lnTo>
                    <a:pt x="11349860" y="2282"/>
                  </a:lnTo>
                  <a:lnTo>
                    <a:pt x="11354329" y="3632"/>
                  </a:lnTo>
                  <a:lnTo>
                    <a:pt x="11358609" y="5430"/>
                  </a:lnTo>
                  <a:lnTo>
                    <a:pt x="11362983" y="7218"/>
                  </a:lnTo>
                  <a:lnTo>
                    <a:pt x="11381718" y="20893"/>
                  </a:lnTo>
                  <a:lnTo>
                    <a:pt x="11385047" y="24203"/>
                  </a:lnTo>
                  <a:lnTo>
                    <a:pt x="11397220" y="44031"/>
                  </a:lnTo>
                  <a:lnTo>
                    <a:pt x="11399027" y="48358"/>
                  </a:lnTo>
                  <a:lnTo>
                    <a:pt x="11400358" y="52819"/>
                  </a:lnTo>
                  <a:lnTo>
                    <a:pt x="11401309" y="57412"/>
                  </a:lnTo>
                  <a:lnTo>
                    <a:pt x="11402165" y="62006"/>
                  </a:lnTo>
                  <a:lnTo>
                    <a:pt x="11402641" y="66646"/>
                  </a:lnTo>
                  <a:lnTo>
                    <a:pt x="11402641" y="71325"/>
                  </a:lnTo>
                  <a:lnTo>
                    <a:pt x="11402641" y="4151170"/>
                  </a:lnTo>
                  <a:lnTo>
                    <a:pt x="11402641" y="4155849"/>
                  </a:lnTo>
                  <a:lnTo>
                    <a:pt x="11402165" y="4160489"/>
                  </a:lnTo>
                  <a:lnTo>
                    <a:pt x="11385047" y="4198292"/>
                  </a:lnTo>
                  <a:lnTo>
                    <a:pt x="11381718" y="4201602"/>
                  </a:lnTo>
                  <a:lnTo>
                    <a:pt x="11378485" y="4204911"/>
                  </a:lnTo>
                  <a:lnTo>
                    <a:pt x="11358609" y="4217065"/>
                  </a:lnTo>
                  <a:lnTo>
                    <a:pt x="11354329" y="4218853"/>
                  </a:lnTo>
                  <a:lnTo>
                    <a:pt x="11349860" y="4220213"/>
                  </a:lnTo>
                  <a:lnTo>
                    <a:pt x="11345200" y="4221126"/>
                  </a:lnTo>
                  <a:lnTo>
                    <a:pt x="11340635" y="4222039"/>
                  </a:lnTo>
                  <a:lnTo>
                    <a:pt x="11335975" y="4222495"/>
                  </a:lnTo>
                  <a:lnTo>
                    <a:pt x="11331315" y="4222495"/>
                  </a:lnTo>
                  <a:lnTo>
                    <a:pt x="71325" y="4222495"/>
                  </a:lnTo>
                  <a:lnTo>
                    <a:pt x="66642" y="4222495"/>
                  </a:lnTo>
                  <a:lnTo>
                    <a:pt x="62004" y="4222039"/>
                  </a:lnTo>
                  <a:lnTo>
                    <a:pt x="57410" y="4221126"/>
                  </a:lnTo>
                  <a:lnTo>
                    <a:pt x="52817" y="4220213"/>
                  </a:lnTo>
                  <a:lnTo>
                    <a:pt x="48357" y="4218853"/>
                  </a:lnTo>
                  <a:lnTo>
                    <a:pt x="44030" y="4217065"/>
                  </a:lnTo>
                  <a:lnTo>
                    <a:pt x="39703" y="4215277"/>
                  </a:lnTo>
                  <a:lnTo>
                    <a:pt x="9418" y="4186899"/>
                  </a:lnTo>
                  <a:lnTo>
                    <a:pt x="1370" y="4165083"/>
                  </a:lnTo>
                  <a:lnTo>
                    <a:pt x="456" y="4160489"/>
                  </a:lnTo>
                  <a:lnTo>
                    <a:pt x="0" y="4155849"/>
                  </a:lnTo>
                  <a:lnTo>
                    <a:pt x="0" y="415117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9425" y="1331413"/>
              <a:ext cx="11393170" cy="400050"/>
            </a:xfrm>
            <a:custGeom>
              <a:avLst/>
              <a:gdLst/>
              <a:ahLst/>
              <a:cxnLst/>
              <a:rect l="l" t="t" r="r" b="b"/>
              <a:pathLst>
                <a:path w="11393170" h="400050">
                  <a:moveTo>
                    <a:pt x="11393130" y="399425"/>
                  </a:moveTo>
                  <a:lnTo>
                    <a:pt x="0" y="399425"/>
                  </a:lnTo>
                  <a:lnTo>
                    <a:pt x="0" y="66572"/>
                  </a:lnTo>
                  <a:lnTo>
                    <a:pt x="11209" y="29580"/>
                  </a:lnTo>
                  <a:lnTo>
                    <a:pt x="41096" y="5070"/>
                  </a:lnTo>
                  <a:lnTo>
                    <a:pt x="66571" y="0"/>
                  </a:lnTo>
                  <a:lnTo>
                    <a:pt x="11326565" y="0"/>
                  </a:lnTo>
                  <a:lnTo>
                    <a:pt x="11363571" y="11210"/>
                  </a:lnTo>
                  <a:lnTo>
                    <a:pt x="11388073" y="41097"/>
                  </a:lnTo>
                  <a:lnTo>
                    <a:pt x="11393130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467552"/>
              <a:ext cx="133349" cy="1206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77215" y="518080"/>
            <a:ext cx="6344920" cy="1104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0325" algn="r">
              <a:lnSpc>
                <a:spcPct val="100000"/>
              </a:lnSpc>
              <a:spcBef>
                <a:spcPts val="110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spc="-6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timeout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values</a:t>
            </a:r>
            <a:r>
              <a:rPr sz="1200" spc="-3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65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paths</a:t>
            </a:r>
            <a:r>
              <a:rPr sz="1200" spc="-25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65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display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connections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Configure </a:t>
            </a:r>
            <a:r>
              <a:rPr sz="11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timeout</a:t>
            </a:r>
            <a:r>
              <a:rPr sz="1100" spc="-30" dirty="0">
                <a:solidFill>
                  <a:srgbClr val="2562EB"/>
                </a:solidFill>
                <a:latin typeface="Microsoft Sans Serif"/>
                <a:cs typeface="Microsoft Sans Serif"/>
              </a:rPr>
              <a:t> values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10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browser</a:t>
            </a:r>
            <a:r>
              <a:rPr sz="1100" spc="-25" dirty="0">
                <a:solidFill>
                  <a:srgbClr val="2562EB"/>
                </a:solidFill>
                <a:latin typeface="Microsoft Sans Serif"/>
                <a:cs typeface="Microsoft Sans Serif"/>
              </a:rPr>
              <a:t> paths</a:t>
            </a:r>
            <a:r>
              <a:rPr sz="1100" spc="-25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 </a:t>
            </a:r>
            <a:r>
              <a:rPr sz="110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display</a:t>
            </a:r>
            <a:r>
              <a:rPr sz="1100" spc="-30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settings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optimal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web application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automation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9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Client</a:t>
            </a:r>
            <a:r>
              <a:rPr sz="1200" b="1" spc="-55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Specific</a:t>
            </a:r>
            <a:r>
              <a:rPr sz="11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r>
              <a:rPr sz="1150" b="1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Parameters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44115" y="2320466"/>
            <a:ext cx="1255395" cy="161925"/>
          </a:xfrm>
          <a:custGeom>
            <a:avLst/>
            <a:gdLst/>
            <a:ahLst/>
            <a:cxnLst/>
            <a:rect l="l" t="t" r="r" b="b"/>
            <a:pathLst>
              <a:path w="1255395" h="161925">
                <a:moveTo>
                  <a:pt x="1222336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1222336" y="0"/>
                </a:lnTo>
                <a:lnTo>
                  <a:pt x="1254366" y="28140"/>
                </a:lnTo>
                <a:lnTo>
                  <a:pt x="1255336" y="33000"/>
                </a:lnTo>
                <a:lnTo>
                  <a:pt x="1255336" y="128671"/>
                </a:lnTo>
                <a:lnTo>
                  <a:pt x="1227196" y="160702"/>
                </a:lnTo>
                <a:lnTo>
                  <a:pt x="1222336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44115" y="2700871"/>
            <a:ext cx="1255395" cy="161925"/>
          </a:xfrm>
          <a:custGeom>
            <a:avLst/>
            <a:gdLst/>
            <a:ahLst/>
            <a:cxnLst/>
            <a:rect l="l" t="t" r="r" b="b"/>
            <a:pathLst>
              <a:path w="1255395" h="161925">
                <a:moveTo>
                  <a:pt x="1222336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1222336" y="0"/>
                </a:lnTo>
                <a:lnTo>
                  <a:pt x="1254366" y="28140"/>
                </a:lnTo>
                <a:lnTo>
                  <a:pt x="1255336" y="33000"/>
                </a:lnTo>
                <a:lnTo>
                  <a:pt x="1255336" y="128671"/>
                </a:lnTo>
                <a:lnTo>
                  <a:pt x="1227196" y="160702"/>
                </a:lnTo>
                <a:lnTo>
                  <a:pt x="1222336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44115" y="3138337"/>
            <a:ext cx="1255395" cy="161925"/>
          </a:xfrm>
          <a:custGeom>
            <a:avLst/>
            <a:gdLst/>
            <a:ahLst/>
            <a:cxnLst/>
            <a:rect l="l" t="t" r="r" b="b"/>
            <a:pathLst>
              <a:path w="1255395" h="161925">
                <a:moveTo>
                  <a:pt x="1222336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1222336" y="0"/>
                </a:lnTo>
                <a:lnTo>
                  <a:pt x="1254366" y="28140"/>
                </a:lnTo>
                <a:lnTo>
                  <a:pt x="1255336" y="33000"/>
                </a:lnTo>
                <a:lnTo>
                  <a:pt x="1255336" y="128671"/>
                </a:lnTo>
                <a:lnTo>
                  <a:pt x="1227196" y="160702"/>
                </a:lnTo>
                <a:lnTo>
                  <a:pt x="1222336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44115" y="3585313"/>
            <a:ext cx="1255395" cy="161925"/>
          </a:xfrm>
          <a:custGeom>
            <a:avLst/>
            <a:gdLst/>
            <a:ahLst/>
            <a:cxnLst/>
            <a:rect l="l" t="t" r="r" b="b"/>
            <a:pathLst>
              <a:path w="1255395" h="161925">
                <a:moveTo>
                  <a:pt x="1222336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1222336" y="0"/>
                </a:lnTo>
                <a:lnTo>
                  <a:pt x="1254366" y="28140"/>
                </a:lnTo>
                <a:lnTo>
                  <a:pt x="1255336" y="33000"/>
                </a:lnTo>
                <a:lnTo>
                  <a:pt x="1255336" y="128671"/>
                </a:lnTo>
                <a:lnTo>
                  <a:pt x="1227196" y="160702"/>
                </a:lnTo>
                <a:lnTo>
                  <a:pt x="1222336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44115" y="3965718"/>
            <a:ext cx="1255395" cy="161925"/>
          </a:xfrm>
          <a:custGeom>
            <a:avLst/>
            <a:gdLst/>
            <a:ahLst/>
            <a:cxnLst/>
            <a:rect l="l" t="t" r="r" b="b"/>
            <a:pathLst>
              <a:path w="1255395" h="161925">
                <a:moveTo>
                  <a:pt x="1222336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1222336" y="0"/>
                </a:lnTo>
                <a:lnTo>
                  <a:pt x="1254366" y="28140"/>
                </a:lnTo>
                <a:lnTo>
                  <a:pt x="1255336" y="33000"/>
                </a:lnTo>
                <a:lnTo>
                  <a:pt x="1255336" y="128671"/>
                </a:lnTo>
                <a:lnTo>
                  <a:pt x="1227196" y="160702"/>
                </a:lnTo>
                <a:lnTo>
                  <a:pt x="1222336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44115" y="4403184"/>
            <a:ext cx="1255395" cy="161925"/>
          </a:xfrm>
          <a:custGeom>
            <a:avLst/>
            <a:gdLst/>
            <a:ahLst/>
            <a:cxnLst/>
            <a:rect l="l" t="t" r="r" b="b"/>
            <a:pathLst>
              <a:path w="1255395" h="161925">
                <a:moveTo>
                  <a:pt x="1222336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1222336" y="0"/>
                </a:lnTo>
                <a:lnTo>
                  <a:pt x="1254366" y="28140"/>
                </a:lnTo>
                <a:lnTo>
                  <a:pt x="1255336" y="33000"/>
                </a:lnTo>
                <a:lnTo>
                  <a:pt x="1255336" y="128671"/>
                </a:lnTo>
                <a:lnTo>
                  <a:pt x="1227196" y="160702"/>
                </a:lnTo>
                <a:lnTo>
                  <a:pt x="1222336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44115" y="4783589"/>
            <a:ext cx="4165600" cy="161925"/>
          </a:xfrm>
          <a:custGeom>
            <a:avLst/>
            <a:gdLst/>
            <a:ahLst/>
            <a:cxnLst/>
            <a:rect l="l" t="t" r="r" b="b"/>
            <a:pathLst>
              <a:path w="4165600" h="161925">
                <a:moveTo>
                  <a:pt x="4132434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4132434" y="0"/>
                </a:lnTo>
                <a:lnTo>
                  <a:pt x="4164483" y="28140"/>
                </a:lnTo>
                <a:lnTo>
                  <a:pt x="4165434" y="33000"/>
                </a:lnTo>
                <a:lnTo>
                  <a:pt x="4165434" y="128671"/>
                </a:lnTo>
                <a:lnTo>
                  <a:pt x="4137284" y="160702"/>
                </a:lnTo>
                <a:lnTo>
                  <a:pt x="4132434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44115" y="5163994"/>
            <a:ext cx="3880485" cy="161925"/>
          </a:xfrm>
          <a:custGeom>
            <a:avLst/>
            <a:gdLst/>
            <a:ahLst/>
            <a:cxnLst/>
            <a:rect l="l" t="t" r="r" b="b"/>
            <a:pathLst>
              <a:path w="3880484" h="161925">
                <a:moveTo>
                  <a:pt x="3847131" y="161672"/>
                </a:moveTo>
                <a:lnTo>
                  <a:pt x="33000" y="161672"/>
                </a:lnTo>
                <a:lnTo>
                  <a:pt x="28140" y="160702"/>
                </a:lnTo>
                <a:lnTo>
                  <a:pt x="960" y="133531"/>
                </a:lnTo>
                <a:lnTo>
                  <a:pt x="0" y="128671"/>
                </a:lnTo>
                <a:lnTo>
                  <a:pt x="0" y="12363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3847131" y="0"/>
                </a:lnTo>
                <a:lnTo>
                  <a:pt x="3879180" y="28140"/>
                </a:lnTo>
                <a:lnTo>
                  <a:pt x="3880131" y="33000"/>
                </a:lnTo>
                <a:lnTo>
                  <a:pt x="3880131" y="128671"/>
                </a:lnTo>
                <a:lnTo>
                  <a:pt x="3851981" y="160702"/>
                </a:lnTo>
                <a:lnTo>
                  <a:pt x="3847131" y="161672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99425" y="1721329"/>
          <a:ext cx="11392535" cy="3815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0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45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b="1" spc="-2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3664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Parameter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identifier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06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9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Purpose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87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What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it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controls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06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4964430">
                        <a:lnSpc>
                          <a:spcPct val="102899"/>
                        </a:lnSpc>
                        <a:spcBef>
                          <a:spcPts val="550"/>
                        </a:spcBef>
                      </a:pPr>
                      <a:r>
                        <a:rPr sz="900" b="1" spc="-3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Default </a:t>
                      </a:r>
                      <a:r>
                        <a:rPr sz="950" b="1" spc="-55" dirty="0">
                          <a:solidFill>
                            <a:srgbClr val="1D293B"/>
                          </a:solidFill>
                          <a:latin typeface="Berlin Sans FB"/>
                          <a:cs typeface="Berlin Sans FB"/>
                        </a:rPr>
                        <a:t>/</a:t>
                      </a:r>
                      <a:r>
                        <a:rPr sz="950" b="1" spc="-15" dirty="0">
                          <a:solidFill>
                            <a:srgbClr val="1D293B"/>
                          </a:solidFill>
                          <a:latin typeface="Berlin Sans FB"/>
                          <a:cs typeface="Berlin Sans FB"/>
                        </a:rPr>
                        <a:t> </a:t>
                      </a:r>
                      <a:r>
                        <a:rPr sz="900" b="1" spc="-4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Valid</a:t>
                      </a:r>
                      <a:r>
                        <a:rPr sz="900" b="1" spc="-2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4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Values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Configuration values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85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ActionTimeout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Maximum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seconds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an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action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complete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(positive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number)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WaitForElementActionableTimeout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368935">
                        <a:lnSpc>
                          <a:spcPts val="1050"/>
                        </a:lnSpc>
                        <a:spcBef>
                          <a:spcPts val="62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Seconds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target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element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sz="900" spc="-1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interactable before timing 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out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(positive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number)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BrowserDriverCommandTimeout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461645">
                        <a:lnSpc>
                          <a:spcPts val="1050"/>
                        </a:lnSpc>
                        <a:spcBef>
                          <a:spcPts val="62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Maximum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seconds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browser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complete command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60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(positive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number)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WaitForElementIsNotVisibleTimeout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Seconds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element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longer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visible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(positive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number)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WaitForiFrameLoadDelay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 marR="518159">
                        <a:lnSpc>
                          <a:spcPts val="1050"/>
                        </a:lnSpc>
                        <a:spcBef>
                          <a:spcPts val="62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Maximum</a:t>
                      </a:r>
                      <a:r>
                        <a:rPr sz="900" spc="-4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delay</a:t>
                      </a:r>
                      <a:r>
                        <a:rPr sz="9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when</a:t>
                      </a:r>
                      <a:r>
                        <a:rPr sz="9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focusing</a:t>
                      </a:r>
                      <a:r>
                        <a:rPr sz="9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9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iFrame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without Attribute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874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(positive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number)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PageLoadTimeout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Maximum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seconds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wait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page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load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30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(positive</a:t>
                      </a:r>
                      <a:r>
                        <a:rPr sz="800" spc="-9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number)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BrowserPath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4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Full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path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browser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executable file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spc="-2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Full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2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path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2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(e.g.,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C:\Program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2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Files\Google\Chrome\Application\chrome.exe)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DriverFolder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Folder</a:t>
                      </a:r>
                      <a:r>
                        <a:rPr sz="9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where</a:t>
                      </a:r>
                      <a:r>
                        <a:rPr sz="9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driver</a:t>
                      </a:r>
                      <a:r>
                        <a:rPr sz="9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located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11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800" spc="-2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Folder</a:t>
                      </a:r>
                      <a:r>
                        <a:rPr sz="800" spc="-8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2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path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2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(e.g.,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3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C:\Program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2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Files</a:t>
                      </a:r>
                      <a:r>
                        <a:rPr sz="800" spc="-75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800" spc="-10" dirty="0">
                          <a:solidFill>
                            <a:srgbClr val="2562EB"/>
                          </a:solidFill>
                          <a:latin typeface="Lucida Console"/>
                          <a:cs typeface="Lucida Console"/>
                        </a:rPr>
                        <a:t>(x86)\CyberArk\PSM\Components)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T="3111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8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3" name="object 23"/>
          <p:cNvGrpSpPr/>
          <p:nvPr/>
        </p:nvGrpSpPr>
        <p:grpSpPr>
          <a:xfrm>
            <a:off x="389915" y="5782152"/>
            <a:ext cx="11412220" cy="314325"/>
            <a:chOff x="389915" y="5782152"/>
            <a:chExt cx="11412220" cy="314325"/>
          </a:xfrm>
        </p:grpSpPr>
        <p:sp>
          <p:nvSpPr>
            <p:cNvPr id="24" name="object 24"/>
            <p:cNvSpPr/>
            <p:nvPr/>
          </p:nvSpPr>
          <p:spPr>
            <a:xfrm>
              <a:off x="394670" y="5786907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11353759" y="304324"/>
                  </a:moveTo>
                  <a:lnTo>
                    <a:pt x="48871" y="304324"/>
                  </a:lnTo>
                  <a:lnTo>
                    <a:pt x="45469" y="303991"/>
                  </a:lnTo>
                  <a:lnTo>
                    <a:pt x="10722" y="283934"/>
                  </a:lnTo>
                  <a:lnTo>
                    <a:pt x="0" y="255451"/>
                  </a:lnTo>
                  <a:lnTo>
                    <a:pt x="0" y="252018"/>
                  </a:lnTo>
                  <a:lnTo>
                    <a:pt x="0" y="48872"/>
                  </a:lnTo>
                  <a:lnTo>
                    <a:pt x="17748" y="12886"/>
                  </a:lnTo>
                  <a:lnTo>
                    <a:pt x="48871" y="0"/>
                  </a:lnTo>
                  <a:lnTo>
                    <a:pt x="11353759" y="0"/>
                  </a:lnTo>
                  <a:lnTo>
                    <a:pt x="11389707" y="17745"/>
                  </a:lnTo>
                  <a:lnTo>
                    <a:pt x="11402641" y="48872"/>
                  </a:lnTo>
                  <a:lnTo>
                    <a:pt x="11402641" y="255451"/>
                  </a:lnTo>
                  <a:lnTo>
                    <a:pt x="11384857" y="291428"/>
                  </a:lnTo>
                  <a:lnTo>
                    <a:pt x="11357182" y="303991"/>
                  </a:lnTo>
                  <a:lnTo>
                    <a:pt x="11353759" y="304324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4670" y="5786907"/>
              <a:ext cx="11402695" cy="304800"/>
            </a:xfrm>
            <a:custGeom>
              <a:avLst/>
              <a:gdLst/>
              <a:ahLst/>
              <a:cxnLst/>
              <a:rect l="l" t="t" r="r" b="b"/>
              <a:pathLst>
                <a:path w="11402695" h="304800">
                  <a:moveTo>
                    <a:pt x="0" y="252018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3981" y="32286"/>
                  </a:lnTo>
                  <a:lnTo>
                    <a:pt x="5296" y="29110"/>
                  </a:lnTo>
                  <a:lnTo>
                    <a:pt x="6907" y="26105"/>
                  </a:lnTo>
                  <a:lnTo>
                    <a:pt x="8814" y="23242"/>
                  </a:lnTo>
                  <a:lnTo>
                    <a:pt x="10722" y="20389"/>
                  </a:lnTo>
                  <a:lnTo>
                    <a:pt x="12890" y="17745"/>
                  </a:lnTo>
                  <a:lnTo>
                    <a:pt x="15319" y="15320"/>
                  </a:lnTo>
                  <a:lnTo>
                    <a:pt x="17748" y="12886"/>
                  </a:lnTo>
                  <a:lnTo>
                    <a:pt x="20390" y="10717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11350335" y="0"/>
                  </a:lnTo>
                  <a:lnTo>
                    <a:pt x="11353759" y="0"/>
                  </a:lnTo>
                  <a:lnTo>
                    <a:pt x="11357182" y="332"/>
                  </a:lnTo>
                  <a:lnTo>
                    <a:pt x="11360511" y="1008"/>
                  </a:lnTo>
                  <a:lnTo>
                    <a:pt x="11363935" y="1673"/>
                  </a:lnTo>
                  <a:lnTo>
                    <a:pt x="11367168" y="2662"/>
                  </a:lnTo>
                  <a:lnTo>
                    <a:pt x="11370306" y="3984"/>
                  </a:lnTo>
                  <a:lnTo>
                    <a:pt x="11373540" y="5297"/>
                  </a:lnTo>
                  <a:lnTo>
                    <a:pt x="11376583" y="6904"/>
                  </a:lnTo>
                  <a:lnTo>
                    <a:pt x="11379436" y="8815"/>
                  </a:lnTo>
                  <a:lnTo>
                    <a:pt x="11382289" y="10717"/>
                  </a:lnTo>
                  <a:lnTo>
                    <a:pt x="11398646" y="32286"/>
                  </a:lnTo>
                  <a:lnTo>
                    <a:pt x="11399978" y="35463"/>
                  </a:lnTo>
                  <a:lnTo>
                    <a:pt x="11400929" y="38734"/>
                  </a:lnTo>
                  <a:lnTo>
                    <a:pt x="11401595" y="42101"/>
                  </a:lnTo>
                  <a:lnTo>
                    <a:pt x="11402260" y="45467"/>
                  </a:lnTo>
                  <a:lnTo>
                    <a:pt x="11402641" y="48872"/>
                  </a:lnTo>
                  <a:lnTo>
                    <a:pt x="11402641" y="52305"/>
                  </a:lnTo>
                  <a:lnTo>
                    <a:pt x="11402641" y="252018"/>
                  </a:lnTo>
                  <a:lnTo>
                    <a:pt x="11402641" y="255451"/>
                  </a:lnTo>
                  <a:lnTo>
                    <a:pt x="11402260" y="258856"/>
                  </a:lnTo>
                  <a:lnTo>
                    <a:pt x="11382289" y="293596"/>
                  </a:lnTo>
                  <a:lnTo>
                    <a:pt x="11379436" y="295508"/>
                  </a:lnTo>
                  <a:lnTo>
                    <a:pt x="11376583" y="297419"/>
                  </a:lnTo>
                  <a:lnTo>
                    <a:pt x="11373540" y="299026"/>
                  </a:lnTo>
                  <a:lnTo>
                    <a:pt x="11370306" y="300339"/>
                  </a:lnTo>
                  <a:lnTo>
                    <a:pt x="11367168" y="301651"/>
                  </a:lnTo>
                  <a:lnTo>
                    <a:pt x="11363935" y="302650"/>
                  </a:lnTo>
                  <a:lnTo>
                    <a:pt x="11360511" y="303315"/>
                  </a:lnTo>
                  <a:lnTo>
                    <a:pt x="11357182" y="303991"/>
                  </a:lnTo>
                  <a:lnTo>
                    <a:pt x="11353759" y="304324"/>
                  </a:lnTo>
                  <a:lnTo>
                    <a:pt x="11350335" y="304324"/>
                  </a:lnTo>
                  <a:lnTo>
                    <a:pt x="52305" y="304324"/>
                  </a:lnTo>
                  <a:lnTo>
                    <a:pt x="48871" y="304324"/>
                  </a:lnTo>
                  <a:lnTo>
                    <a:pt x="45469" y="303991"/>
                  </a:lnTo>
                  <a:lnTo>
                    <a:pt x="42101" y="303315"/>
                  </a:lnTo>
                  <a:lnTo>
                    <a:pt x="38732" y="302650"/>
                  </a:lnTo>
                  <a:lnTo>
                    <a:pt x="23246" y="295508"/>
                  </a:lnTo>
                  <a:lnTo>
                    <a:pt x="20390" y="293596"/>
                  </a:lnTo>
                  <a:lnTo>
                    <a:pt x="1005" y="262222"/>
                  </a:lnTo>
                  <a:lnTo>
                    <a:pt x="334" y="258856"/>
                  </a:lnTo>
                  <a:lnTo>
                    <a:pt x="0" y="255451"/>
                  </a:lnTo>
                  <a:lnTo>
                    <a:pt x="0" y="252018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87" y="5880265"/>
              <a:ext cx="114299" cy="11747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29089" y="5837212"/>
            <a:ext cx="6920230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Note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1000" b="1" spc="-3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All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timeout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values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are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in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seconds</a:t>
            </a:r>
            <a:r>
              <a:rPr sz="1000" spc="-25" dirty="0">
                <a:solidFill>
                  <a:srgbClr val="91400D"/>
                </a:solidFill>
                <a:latin typeface="Sitka Text"/>
                <a:cs typeface="Sitka Text"/>
              </a:rPr>
              <a:t>.</a:t>
            </a:r>
            <a:r>
              <a:rPr sz="1000" spc="-40" dirty="0">
                <a:solidFill>
                  <a:srgbClr val="91400D"/>
                </a:solidFill>
                <a:latin typeface="Sitka Text"/>
                <a:cs typeface="Sitka Text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Positive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numbers are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required</a:t>
            </a:r>
            <a:r>
              <a:rPr sz="1000" spc="-20" dirty="0">
                <a:solidFill>
                  <a:srgbClr val="91400D"/>
                </a:solidFill>
                <a:latin typeface="Sitka Text"/>
                <a:cs typeface="Sitka Text"/>
              </a:rPr>
              <a:t>.</a:t>
            </a:r>
            <a:r>
              <a:rPr sz="1000" spc="-40" dirty="0">
                <a:solidFill>
                  <a:srgbClr val="91400D"/>
                </a:solidFill>
                <a:latin typeface="Sitka Text"/>
                <a:cs typeface="Sitka Text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Adjust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based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on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your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target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application</a:t>
            </a:r>
            <a:r>
              <a:rPr sz="1000" spc="-20" dirty="0">
                <a:solidFill>
                  <a:srgbClr val="91400D"/>
                </a:solidFill>
                <a:latin typeface="Sitka Text"/>
                <a:cs typeface="Sitka Text"/>
              </a:rPr>
              <a:t>'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s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response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time</a:t>
            </a:r>
            <a:r>
              <a:rPr sz="1000" spc="-10" dirty="0">
                <a:solidFill>
                  <a:srgbClr val="91400D"/>
                </a:solidFill>
                <a:latin typeface="Sitka Text"/>
                <a:cs typeface="Sitka Text"/>
              </a:rPr>
              <a:t>.</a:t>
            </a:r>
            <a:endParaRPr sz="1000">
              <a:latin typeface="Sitka Text"/>
              <a:cs typeface="Sitka Tex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37313"/>
            <a:ext cx="5888355" cy="5899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pc="-80" dirty="0"/>
              <a:t>Select</a:t>
            </a:r>
            <a:r>
              <a:rPr spc="-90" dirty="0"/>
              <a:t> </a:t>
            </a:r>
            <a:r>
              <a:rPr spc="-125" dirty="0"/>
              <a:t>Browser</a:t>
            </a:r>
            <a:r>
              <a:rPr spc="-85" dirty="0"/>
              <a:t> </a:t>
            </a:r>
            <a:r>
              <a:rPr spc="-120" dirty="0"/>
              <a:t>and</a:t>
            </a:r>
            <a:r>
              <a:rPr spc="-85" dirty="0"/>
              <a:t> </a:t>
            </a:r>
            <a:r>
              <a:rPr spc="-130" dirty="0"/>
              <a:t>Link</a:t>
            </a:r>
            <a:r>
              <a:rPr spc="-85" dirty="0"/>
              <a:t> </a:t>
            </a:r>
            <a:r>
              <a:rPr spc="-80" dirty="0"/>
              <a:t>the</a:t>
            </a:r>
            <a:r>
              <a:rPr spc="-90" dirty="0"/>
              <a:t> </a:t>
            </a:r>
            <a:r>
              <a:rPr spc="-120" dirty="0"/>
              <a:t>Component</a:t>
            </a:r>
            <a:r>
              <a:rPr spc="-85" dirty="0"/>
              <a:t> </a:t>
            </a:r>
            <a:r>
              <a:rPr spc="-100" dirty="0"/>
              <a:t>to</a:t>
            </a:r>
            <a:r>
              <a:rPr spc="-85" dirty="0"/>
              <a:t> </a:t>
            </a:r>
            <a:r>
              <a:rPr spc="-95" dirty="0"/>
              <a:t>a</a:t>
            </a:r>
            <a:r>
              <a:rPr spc="-85" dirty="0"/>
              <a:t> </a:t>
            </a:r>
            <a:r>
              <a:rPr spc="-60" dirty="0"/>
              <a:t>Platform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add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150" b="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a</a:t>
            </a:r>
            <a:r>
              <a:rPr sz="1150" b="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platform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18"/>
            <a:ext cx="6276975" cy="4679315"/>
            <a:chOff x="389907" y="770318"/>
            <a:chExt cx="6276975" cy="4679315"/>
          </a:xfrm>
        </p:grpSpPr>
        <p:sp>
          <p:nvSpPr>
            <p:cNvPr id="6" name="object 6"/>
            <p:cNvSpPr/>
            <p:nvPr/>
          </p:nvSpPr>
          <p:spPr>
            <a:xfrm>
              <a:off x="394670" y="775080"/>
              <a:ext cx="6267450" cy="4669790"/>
            </a:xfrm>
            <a:custGeom>
              <a:avLst/>
              <a:gdLst/>
              <a:ahLst/>
              <a:cxnLst/>
              <a:rect l="l" t="t" r="r" b="b"/>
              <a:pathLst>
                <a:path w="6267450" h="4669790">
                  <a:moveTo>
                    <a:pt x="0" y="4598145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4598145"/>
                  </a:lnTo>
                  <a:lnTo>
                    <a:pt x="6267173" y="4602824"/>
                  </a:lnTo>
                  <a:lnTo>
                    <a:pt x="6266716" y="4607465"/>
                  </a:lnTo>
                  <a:lnTo>
                    <a:pt x="6249588" y="4645268"/>
                  </a:lnTo>
                  <a:lnTo>
                    <a:pt x="6246279" y="4648578"/>
                  </a:lnTo>
                  <a:lnTo>
                    <a:pt x="6242969" y="4651887"/>
                  </a:lnTo>
                  <a:lnTo>
                    <a:pt x="6223141" y="4664041"/>
                  </a:lnTo>
                  <a:lnTo>
                    <a:pt x="6218814" y="4665829"/>
                  </a:lnTo>
                  <a:lnTo>
                    <a:pt x="6214353" y="4667189"/>
                  </a:lnTo>
                  <a:lnTo>
                    <a:pt x="6209760" y="4668102"/>
                  </a:lnTo>
                  <a:lnTo>
                    <a:pt x="6205167" y="4669015"/>
                  </a:lnTo>
                  <a:lnTo>
                    <a:pt x="6200526" y="4669471"/>
                  </a:lnTo>
                  <a:lnTo>
                    <a:pt x="6195847" y="4669471"/>
                  </a:lnTo>
                  <a:lnTo>
                    <a:pt x="71325" y="4669471"/>
                  </a:lnTo>
                  <a:lnTo>
                    <a:pt x="66642" y="4669471"/>
                  </a:lnTo>
                  <a:lnTo>
                    <a:pt x="62004" y="4669015"/>
                  </a:lnTo>
                  <a:lnTo>
                    <a:pt x="57410" y="4668102"/>
                  </a:lnTo>
                  <a:lnTo>
                    <a:pt x="52817" y="4667189"/>
                  </a:lnTo>
                  <a:lnTo>
                    <a:pt x="48357" y="4665829"/>
                  </a:lnTo>
                  <a:lnTo>
                    <a:pt x="44030" y="4664041"/>
                  </a:lnTo>
                  <a:lnTo>
                    <a:pt x="39703" y="4662253"/>
                  </a:lnTo>
                  <a:lnTo>
                    <a:pt x="9418" y="4633875"/>
                  </a:lnTo>
                  <a:lnTo>
                    <a:pt x="1370" y="4612059"/>
                  </a:lnTo>
                  <a:lnTo>
                    <a:pt x="456" y="4607465"/>
                  </a:lnTo>
                  <a:lnTo>
                    <a:pt x="0" y="4602824"/>
                  </a:lnTo>
                  <a:lnTo>
                    <a:pt x="0" y="4598145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51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331429"/>
              <a:ext cx="5953760" cy="3842385"/>
            </a:xfrm>
            <a:custGeom>
              <a:avLst/>
              <a:gdLst/>
              <a:ahLst/>
              <a:cxnLst/>
              <a:rect l="l" t="t" r="r" b="b"/>
              <a:pathLst>
                <a:path w="5953759" h="3842385">
                  <a:moveTo>
                    <a:pt x="5953328" y="3220186"/>
                  </a:moveTo>
                  <a:lnTo>
                    <a:pt x="5933973" y="3180931"/>
                  </a:lnTo>
                  <a:lnTo>
                    <a:pt x="5900013" y="3166872"/>
                  </a:lnTo>
                  <a:lnTo>
                    <a:pt x="53314" y="3166872"/>
                  </a:lnTo>
                  <a:lnTo>
                    <a:pt x="14058" y="3186239"/>
                  </a:lnTo>
                  <a:lnTo>
                    <a:pt x="0" y="3220186"/>
                  </a:lnTo>
                  <a:lnTo>
                    <a:pt x="0" y="3785031"/>
                  </a:lnTo>
                  <a:lnTo>
                    <a:pt x="0" y="3788778"/>
                  </a:lnTo>
                  <a:lnTo>
                    <a:pt x="19354" y="3828021"/>
                  </a:lnTo>
                  <a:lnTo>
                    <a:pt x="53314" y="3842093"/>
                  </a:lnTo>
                  <a:lnTo>
                    <a:pt x="5900013" y="3842093"/>
                  </a:lnTo>
                  <a:lnTo>
                    <a:pt x="5939269" y="3822725"/>
                  </a:lnTo>
                  <a:lnTo>
                    <a:pt x="5953328" y="3788778"/>
                  </a:lnTo>
                  <a:lnTo>
                    <a:pt x="5953328" y="3220186"/>
                  </a:lnTo>
                  <a:close/>
                </a:path>
                <a:path w="5953759" h="3842385">
                  <a:moveTo>
                    <a:pt x="5953328" y="2430843"/>
                  </a:moveTo>
                  <a:lnTo>
                    <a:pt x="5933973" y="2391600"/>
                  </a:lnTo>
                  <a:lnTo>
                    <a:pt x="5900013" y="2377529"/>
                  </a:lnTo>
                  <a:lnTo>
                    <a:pt x="53314" y="2377529"/>
                  </a:lnTo>
                  <a:lnTo>
                    <a:pt x="14058" y="2396896"/>
                  </a:lnTo>
                  <a:lnTo>
                    <a:pt x="0" y="2430843"/>
                  </a:lnTo>
                  <a:lnTo>
                    <a:pt x="0" y="2995688"/>
                  </a:lnTo>
                  <a:lnTo>
                    <a:pt x="0" y="2999435"/>
                  </a:lnTo>
                  <a:lnTo>
                    <a:pt x="19354" y="3038678"/>
                  </a:lnTo>
                  <a:lnTo>
                    <a:pt x="53314" y="3052749"/>
                  </a:lnTo>
                  <a:lnTo>
                    <a:pt x="5900013" y="3052749"/>
                  </a:lnTo>
                  <a:lnTo>
                    <a:pt x="5939269" y="3033382"/>
                  </a:lnTo>
                  <a:lnTo>
                    <a:pt x="5953328" y="2999435"/>
                  </a:lnTo>
                  <a:lnTo>
                    <a:pt x="5953328" y="2430843"/>
                  </a:lnTo>
                  <a:close/>
                </a:path>
                <a:path w="5953759" h="3842385">
                  <a:moveTo>
                    <a:pt x="5953328" y="1631988"/>
                  </a:moveTo>
                  <a:lnTo>
                    <a:pt x="5933973" y="1592745"/>
                  </a:lnTo>
                  <a:lnTo>
                    <a:pt x="5900013" y="1578686"/>
                  </a:lnTo>
                  <a:lnTo>
                    <a:pt x="53314" y="1578686"/>
                  </a:lnTo>
                  <a:lnTo>
                    <a:pt x="14058" y="1598041"/>
                  </a:lnTo>
                  <a:lnTo>
                    <a:pt x="0" y="1631988"/>
                  </a:lnTo>
                  <a:lnTo>
                    <a:pt x="0" y="2206345"/>
                  </a:lnTo>
                  <a:lnTo>
                    <a:pt x="0" y="2210092"/>
                  </a:lnTo>
                  <a:lnTo>
                    <a:pt x="19354" y="2249347"/>
                  </a:lnTo>
                  <a:lnTo>
                    <a:pt x="53314" y="2263406"/>
                  </a:lnTo>
                  <a:lnTo>
                    <a:pt x="5900013" y="2263406"/>
                  </a:lnTo>
                  <a:lnTo>
                    <a:pt x="5939269" y="2244052"/>
                  </a:lnTo>
                  <a:lnTo>
                    <a:pt x="5953328" y="2210092"/>
                  </a:lnTo>
                  <a:lnTo>
                    <a:pt x="5953328" y="1631988"/>
                  </a:lnTo>
                  <a:close/>
                </a:path>
                <a:path w="5953759" h="3842385">
                  <a:moveTo>
                    <a:pt x="5953328" y="842657"/>
                  </a:moveTo>
                  <a:lnTo>
                    <a:pt x="5933973" y="803402"/>
                  </a:lnTo>
                  <a:lnTo>
                    <a:pt x="5900013" y="789343"/>
                  </a:lnTo>
                  <a:lnTo>
                    <a:pt x="53314" y="789343"/>
                  </a:lnTo>
                  <a:lnTo>
                    <a:pt x="14058" y="808697"/>
                  </a:lnTo>
                  <a:lnTo>
                    <a:pt x="0" y="842657"/>
                  </a:lnTo>
                  <a:lnTo>
                    <a:pt x="0" y="1407502"/>
                  </a:lnTo>
                  <a:lnTo>
                    <a:pt x="0" y="1411249"/>
                  </a:lnTo>
                  <a:lnTo>
                    <a:pt x="19354" y="1450492"/>
                  </a:lnTo>
                  <a:lnTo>
                    <a:pt x="53314" y="1464564"/>
                  </a:lnTo>
                  <a:lnTo>
                    <a:pt x="5900013" y="1464564"/>
                  </a:lnTo>
                  <a:lnTo>
                    <a:pt x="5939269" y="1445196"/>
                  </a:lnTo>
                  <a:lnTo>
                    <a:pt x="5953328" y="1411249"/>
                  </a:lnTo>
                  <a:lnTo>
                    <a:pt x="5953328" y="842657"/>
                  </a:lnTo>
                  <a:close/>
                </a:path>
                <a:path w="5953759" h="3842385">
                  <a:moveTo>
                    <a:pt x="5953328" y="53314"/>
                  </a:moveTo>
                  <a:lnTo>
                    <a:pt x="5933973" y="14058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67"/>
                  </a:lnTo>
                  <a:lnTo>
                    <a:pt x="0" y="53314"/>
                  </a:lnTo>
                  <a:lnTo>
                    <a:pt x="0" y="618159"/>
                  </a:lnTo>
                  <a:lnTo>
                    <a:pt x="0" y="621906"/>
                  </a:lnTo>
                  <a:lnTo>
                    <a:pt x="19354" y="661149"/>
                  </a:lnTo>
                  <a:lnTo>
                    <a:pt x="53314" y="675220"/>
                  </a:lnTo>
                  <a:lnTo>
                    <a:pt x="5900013" y="675220"/>
                  </a:lnTo>
                  <a:lnTo>
                    <a:pt x="5939269" y="655853"/>
                  </a:lnTo>
                  <a:lnTo>
                    <a:pt x="5953328" y="621906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50824"/>
              <a:ext cx="152399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898494"/>
            <a:ext cx="14446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Step</a:t>
            </a:r>
            <a:r>
              <a:rPr sz="1200" b="1" spc="-6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80" dirty="0">
                <a:solidFill>
                  <a:srgbClr val="1D293B"/>
                </a:solidFill>
                <a:latin typeface="Arial"/>
                <a:cs typeface="Arial"/>
              </a:rPr>
              <a:t>by</a:t>
            </a:r>
            <a:r>
              <a:rPr sz="1200" b="1" spc="-8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Step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445544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69223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382540"/>
            <a:ext cx="4807585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Set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Browser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ClientApp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properties,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set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Edge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(default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Chrome)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2234885"/>
            <a:ext cx="228243" cy="22824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467" y="2258563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373" y="2171880"/>
            <a:ext cx="3964304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Set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MainWindowClass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Under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Lock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Window,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set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MainWindowClass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Chrome_WidgetWin_1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024225"/>
            <a:ext cx="228243" cy="228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0724" y="3047903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373" y="2949794"/>
            <a:ext cx="3201035" cy="4343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b="1" spc="-70" dirty="0">
                <a:solidFill>
                  <a:srgbClr val="334054"/>
                </a:solidFill>
                <a:latin typeface="Arial"/>
                <a:cs typeface="Arial"/>
              </a:rPr>
              <a:t>Save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334054"/>
                </a:solidFill>
                <a:latin typeface="Arial"/>
                <a:cs typeface="Arial"/>
              </a:rPr>
              <a:t>the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Component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OK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save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new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configurations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823076"/>
            <a:ext cx="228243" cy="2282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9089" y="3837244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73" y="3760071"/>
            <a:ext cx="5363210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75" dirty="0">
                <a:solidFill>
                  <a:srgbClr val="334054"/>
                </a:solidFill>
                <a:latin typeface="Arial"/>
                <a:cs typeface="Arial"/>
              </a:rPr>
              <a:t>Add</a:t>
            </a:r>
            <a:r>
              <a:rPr sz="11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to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Platform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Go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Platform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Management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UI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85" dirty="0">
                <a:solidFill>
                  <a:srgbClr val="64738B"/>
                </a:solidFill>
                <a:latin typeface="Microsoft Sans Serif"/>
                <a:cs typeface="Microsoft Sans Serif"/>
              </a:rPr>
              <a:t>&amp;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Workflows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Components,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then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Add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4612416"/>
            <a:ext cx="228243" cy="22824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32061" y="4626584"/>
            <a:ext cx="9588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5373" y="4549412"/>
            <a:ext cx="3819525" cy="41338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55" dirty="0">
                <a:solidFill>
                  <a:srgbClr val="334054"/>
                </a:solidFill>
                <a:latin typeface="Arial"/>
                <a:cs typeface="Arial"/>
              </a:rPr>
              <a:t>Configure</a:t>
            </a:r>
            <a:r>
              <a:rPr sz="1100" b="1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334054"/>
                </a:solidFill>
                <a:latin typeface="Arial"/>
                <a:cs typeface="Arial"/>
              </a:rPr>
              <a:t>Connection</a:t>
            </a:r>
            <a:r>
              <a:rPr sz="1100" b="1" spc="-1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334054"/>
                </a:solidFill>
                <a:latin typeface="Arial"/>
                <a:cs typeface="Arial"/>
              </a:rPr>
              <a:t>Component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Set </a:t>
            </a:r>
            <a:r>
              <a:rPr sz="9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ID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unique </a:t>
            </a:r>
            <a:r>
              <a:rPr sz="9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ID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you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created,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Enable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Yes,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link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89915" y="5677550"/>
            <a:ext cx="6276975" cy="456565"/>
            <a:chOff x="389915" y="5677550"/>
            <a:chExt cx="6276975" cy="456565"/>
          </a:xfrm>
        </p:grpSpPr>
        <p:sp>
          <p:nvSpPr>
            <p:cNvPr id="27" name="object 27"/>
            <p:cNvSpPr/>
            <p:nvPr/>
          </p:nvSpPr>
          <p:spPr>
            <a:xfrm>
              <a:off x="394670" y="5682305"/>
              <a:ext cx="6267450" cy="447040"/>
            </a:xfrm>
            <a:custGeom>
              <a:avLst/>
              <a:gdLst/>
              <a:ahLst/>
              <a:cxnLst/>
              <a:rect l="l" t="t" r="r" b="b"/>
              <a:pathLst>
                <a:path w="6267450" h="447039">
                  <a:moveTo>
                    <a:pt x="6218300" y="446975"/>
                  </a:moveTo>
                  <a:lnTo>
                    <a:pt x="48871" y="446975"/>
                  </a:lnTo>
                  <a:lnTo>
                    <a:pt x="45469" y="446643"/>
                  </a:lnTo>
                  <a:lnTo>
                    <a:pt x="10722" y="426586"/>
                  </a:lnTo>
                  <a:lnTo>
                    <a:pt x="0" y="398103"/>
                  </a:lnTo>
                  <a:lnTo>
                    <a:pt x="0" y="394670"/>
                  </a:lnTo>
                  <a:lnTo>
                    <a:pt x="0" y="48872"/>
                  </a:lnTo>
                  <a:lnTo>
                    <a:pt x="17748" y="12886"/>
                  </a:lnTo>
                  <a:lnTo>
                    <a:pt x="48871" y="0"/>
                  </a:lnTo>
                  <a:lnTo>
                    <a:pt x="6218300" y="0"/>
                  </a:lnTo>
                  <a:lnTo>
                    <a:pt x="6254277" y="17745"/>
                  </a:lnTo>
                  <a:lnTo>
                    <a:pt x="6267173" y="48872"/>
                  </a:lnTo>
                  <a:lnTo>
                    <a:pt x="6267173" y="398103"/>
                  </a:lnTo>
                  <a:lnTo>
                    <a:pt x="6249427" y="434080"/>
                  </a:lnTo>
                  <a:lnTo>
                    <a:pt x="6221705" y="446643"/>
                  </a:lnTo>
                  <a:lnTo>
                    <a:pt x="6218300" y="446975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4670" y="5682305"/>
              <a:ext cx="6267450" cy="447040"/>
            </a:xfrm>
            <a:custGeom>
              <a:avLst/>
              <a:gdLst/>
              <a:ahLst/>
              <a:cxnLst/>
              <a:rect l="l" t="t" r="r" b="b"/>
              <a:pathLst>
                <a:path w="6267450" h="447039">
                  <a:moveTo>
                    <a:pt x="0" y="394670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15319" y="15320"/>
                  </a:lnTo>
                  <a:lnTo>
                    <a:pt x="17748" y="12886"/>
                  </a:lnTo>
                  <a:lnTo>
                    <a:pt x="20390" y="10717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6214867" y="0"/>
                  </a:lnTo>
                  <a:lnTo>
                    <a:pt x="6218300" y="0"/>
                  </a:lnTo>
                  <a:lnTo>
                    <a:pt x="6221705" y="332"/>
                  </a:lnTo>
                  <a:lnTo>
                    <a:pt x="6225071" y="1008"/>
                  </a:lnTo>
                  <a:lnTo>
                    <a:pt x="6228438" y="1673"/>
                  </a:lnTo>
                  <a:lnTo>
                    <a:pt x="6231709" y="2662"/>
                  </a:lnTo>
                  <a:lnTo>
                    <a:pt x="6234886" y="3984"/>
                  </a:lnTo>
                  <a:lnTo>
                    <a:pt x="6238053" y="5297"/>
                  </a:lnTo>
                  <a:lnTo>
                    <a:pt x="6241067" y="6904"/>
                  </a:lnTo>
                  <a:lnTo>
                    <a:pt x="6243930" y="8815"/>
                  </a:lnTo>
                  <a:lnTo>
                    <a:pt x="6246783" y="10717"/>
                  </a:lnTo>
                  <a:lnTo>
                    <a:pt x="6249427" y="12886"/>
                  </a:lnTo>
                  <a:lnTo>
                    <a:pt x="6251852" y="15320"/>
                  </a:lnTo>
                  <a:lnTo>
                    <a:pt x="6254277" y="17745"/>
                  </a:lnTo>
                  <a:lnTo>
                    <a:pt x="6266165" y="42101"/>
                  </a:lnTo>
                  <a:lnTo>
                    <a:pt x="6266840" y="45467"/>
                  </a:lnTo>
                  <a:lnTo>
                    <a:pt x="6267173" y="48872"/>
                  </a:lnTo>
                  <a:lnTo>
                    <a:pt x="6267173" y="52305"/>
                  </a:lnTo>
                  <a:lnTo>
                    <a:pt x="6267173" y="394670"/>
                  </a:lnTo>
                  <a:lnTo>
                    <a:pt x="6267173" y="398103"/>
                  </a:lnTo>
                  <a:lnTo>
                    <a:pt x="6266840" y="401508"/>
                  </a:lnTo>
                  <a:lnTo>
                    <a:pt x="6266165" y="404874"/>
                  </a:lnTo>
                  <a:lnTo>
                    <a:pt x="6265499" y="408241"/>
                  </a:lnTo>
                  <a:lnTo>
                    <a:pt x="6251852" y="431655"/>
                  </a:lnTo>
                  <a:lnTo>
                    <a:pt x="6249427" y="434080"/>
                  </a:lnTo>
                  <a:lnTo>
                    <a:pt x="6225071" y="445967"/>
                  </a:lnTo>
                  <a:lnTo>
                    <a:pt x="6221705" y="446643"/>
                  </a:lnTo>
                  <a:lnTo>
                    <a:pt x="6218300" y="446975"/>
                  </a:lnTo>
                  <a:lnTo>
                    <a:pt x="6214867" y="446975"/>
                  </a:lnTo>
                  <a:lnTo>
                    <a:pt x="52305" y="446975"/>
                  </a:lnTo>
                  <a:lnTo>
                    <a:pt x="48871" y="446975"/>
                  </a:lnTo>
                  <a:lnTo>
                    <a:pt x="45469" y="446643"/>
                  </a:lnTo>
                  <a:lnTo>
                    <a:pt x="42101" y="445967"/>
                  </a:lnTo>
                  <a:lnTo>
                    <a:pt x="38732" y="445302"/>
                  </a:lnTo>
                  <a:lnTo>
                    <a:pt x="23246" y="438160"/>
                  </a:lnTo>
                  <a:lnTo>
                    <a:pt x="20390" y="436248"/>
                  </a:lnTo>
                  <a:lnTo>
                    <a:pt x="1005" y="404874"/>
                  </a:lnTo>
                  <a:lnTo>
                    <a:pt x="334" y="401508"/>
                  </a:lnTo>
                  <a:lnTo>
                    <a:pt x="0" y="398103"/>
                  </a:lnTo>
                  <a:lnTo>
                    <a:pt x="0" y="394670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5842234"/>
              <a:ext cx="114299" cy="11747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29089" y="5732610"/>
            <a:ext cx="5092700" cy="326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40"/>
              </a:spcBef>
            </a:pPr>
            <a:r>
              <a:rPr sz="1000" b="1" spc="-35" dirty="0">
                <a:solidFill>
                  <a:srgbClr val="91400D"/>
                </a:solidFill>
                <a:latin typeface="Arial"/>
                <a:cs typeface="Arial"/>
              </a:rPr>
              <a:t>Note: 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When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creating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or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linking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91400D"/>
                </a:solidFill>
                <a:latin typeface="Microsoft Sans Serif"/>
                <a:cs typeface="Microsoft Sans Serif"/>
              </a:rPr>
              <a:t>a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connection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component,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add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91400D"/>
                </a:solidFill>
                <a:latin typeface="Microsoft Sans Serif"/>
                <a:cs typeface="Microsoft Sans Serif"/>
              </a:rPr>
              <a:t>a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"&gt;"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(right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angle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bracket)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to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the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ForbiddenCharacters</a:t>
            </a:r>
            <a:r>
              <a:rPr sz="10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parameter</a:t>
            </a:r>
            <a:r>
              <a:rPr sz="1000" spc="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of</a:t>
            </a:r>
            <a:r>
              <a:rPr sz="10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platform.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94849" y="770327"/>
            <a:ext cx="4565015" cy="4641215"/>
            <a:chOff x="6894849" y="770327"/>
            <a:chExt cx="4565015" cy="4641215"/>
          </a:xfrm>
        </p:grpSpPr>
        <p:sp>
          <p:nvSpPr>
            <p:cNvPr id="32" name="object 32"/>
            <p:cNvSpPr/>
            <p:nvPr/>
          </p:nvSpPr>
          <p:spPr>
            <a:xfrm>
              <a:off x="6894849" y="770327"/>
              <a:ext cx="4565015" cy="4641215"/>
            </a:xfrm>
            <a:custGeom>
              <a:avLst/>
              <a:gdLst/>
              <a:ahLst/>
              <a:cxnLst/>
              <a:rect l="l" t="t" r="r" b="b"/>
              <a:pathLst>
                <a:path w="4565015" h="4641215">
                  <a:moveTo>
                    <a:pt x="4488789" y="4640939"/>
                  </a:moveTo>
                  <a:lnTo>
                    <a:pt x="76078" y="4640939"/>
                  </a:lnTo>
                  <a:lnTo>
                    <a:pt x="68585" y="4640578"/>
                  </a:lnTo>
                  <a:lnTo>
                    <a:pt x="27835" y="4623703"/>
                  </a:lnTo>
                  <a:lnTo>
                    <a:pt x="3253" y="4586918"/>
                  </a:lnTo>
                  <a:lnTo>
                    <a:pt x="0" y="4564861"/>
                  </a:lnTo>
                  <a:lnTo>
                    <a:pt x="0" y="76081"/>
                  </a:lnTo>
                  <a:lnTo>
                    <a:pt x="12813" y="33804"/>
                  </a:lnTo>
                  <a:lnTo>
                    <a:pt x="46969" y="5791"/>
                  </a:lnTo>
                  <a:lnTo>
                    <a:pt x="76078" y="0"/>
                  </a:lnTo>
                  <a:lnTo>
                    <a:pt x="4488789" y="0"/>
                  </a:lnTo>
                  <a:lnTo>
                    <a:pt x="4531064" y="12809"/>
                  </a:lnTo>
                  <a:lnTo>
                    <a:pt x="4559076" y="46966"/>
                  </a:lnTo>
                  <a:lnTo>
                    <a:pt x="4564867" y="76081"/>
                  </a:lnTo>
                  <a:lnTo>
                    <a:pt x="4564867" y="4564861"/>
                  </a:lnTo>
                  <a:lnTo>
                    <a:pt x="4552054" y="4607136"/>
                  </a:lnTo>
                  <a:lnTo>
                    <a:pt x="4517897" y="4635148"/>
                  </a:lnTo>
                  <a:lnTo>
                    <a:pt x="4488789" y="464093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94843" y="770330"/>
              <a:ext cx="4565015" cy="4641215"/>
            </a:xfrm>
            <a:custGeom>
              <a:avLst/>
              <a:gdLst/>
              <a:ahLst/>
              <a:cxnLst/>
              <a:rect l="l" t="t" r="r" b="b"/>
              <a:pathLst>
                <a:path w="4565015" h="4641215">
                  <a:moveTo>
                    <a:pt x="19024" y="4474743"/>
                  </a:moveTo>
                  <a:lnTo>
                    <a:pt x="0" y="4474743"/>
                  </a:lnTo>
                  <a:lnTo>
                    <a:pt x="0" y="4531804"/>
                  </a:lnTo>
                  <a:lnTo>
                    <a:pt x="19024" y="4531804"/>
                  </a:lnTo>
                  <a:lnTo>
                    <a:pt x="19024" y="4474743"/>
                  </a:lnTo>
                  <a:close/>
                </a:path>
                <a:path w="4565015" h="4641215">
                  <a:moveTo>
                    <a:pt x="19024" y="4379887"/>
                  </a:moveTo>
                  <a:lnTo>
                    <a:pt x="0" y="4379887"/>
                  </a:lnTo>
                  <a:lnTo>
                    <a:pt x="0" y="4436948"/>
                  </a:lnTo>
                  <a:lnTo>
                    <a:pt x="19024" y="4436948"/>
                  </a:lnTo>
                  <a:lnTo>
                    <a:pt x="19024" y="4379887"/>
                  </a:lnTo>
                  <a:close/>
                </a:path>
                <a:path w="4565015" h="4641215">
                  <a:moveTo>
                    <a:pt x="19024" y="4285031"/>
                  </a:moveTo>
                  <a:lnTo>
                    <a:pt x="0" y="4285031"/>
                  </a:lnTo>
                  <a:lnTo>
                    <a:pt x="0" y="4342092"/>
                  </a:lnTo>
                  <a:lnTo>
                    <a:pt x="19024" y="4342092"/>
                  </a:lnTo>
                  <a:lnTo>
                    <a:pt x="19024" y="4285031"/>
                  </a:lnTo>
                  <a:close/>
                </a:path>
                <a:path w="4565015" h="4641215">
                  <a:moveTo>
                    <a:pt x="19024" y="4190187"/>
                  </a:moveTo>
                  <a:lnTo>
                    <a:pt x="0" y="4190187"/>
                  </a:lnTo>
                  <a:lnTo>
                    <a:pt x="0" y="4247248"/>
                  </a:lnTo>
                  <a:lnTo>
                    <a:pt x="19024" y="4247248"/>
                  </a:lnTo>
                  <a:lnTo>
                    <a:pt x="19024" y="4190187"/>
                  </a:lnTo>
                  <a:close/>
                </a:path>
                <a:path w="4565015" h="4641215">
                  <a:moveTo>
                    <a:pt x="19024" y="4095331"/>
                  </a:moveTo>
                  <a:lnTo>
                    <a:pt x="0" y="4095331"/>
                  </a:lnTo>
                  <a:lnTo>
                    <a:pt x="0" y="4152392"/>
                  </a:lnTo>
                  <a:lnTo>
                    <a:pt x="19024" y="4152392"/>
                  </a:lnTo>
                  <a:lnTo>
                    <a:pt x="19024" y="4095331"/>
                  </a:lnTo>
                  <a:close/>
                </a:path>
                <a:path w="4565015" h="4641215">
                  <a:moveTo>
                    <a:pt x="19024" y="4000487"/>
                  </a:moveTo>
                  <a:lnTo>
                    <a:pt x="0" y="4000487"/>
                  </a:lnTo>
                  <a:lnTo>
                    <a:pt x="0" y="4057548"/>
                  </a:lnTo>
                  <a:lnTo>
                    <a:pt x="19024" y="4057548"/>
                  </a:lnTo>
                  <a:lnTo>
                    <a:pt x="19024" y="4000487"/>
                  </a:lnTo>
                  <a:close/>
                </a:path>
                <a:path w="4565015" h="4641215">
                  <a:moveTo>
                    <a:pt x="19024" y="3905631"/>
                  </a:moveTo>
                  <a:lnTo>
                    <a:pt x="0" y="3905631"/>
                  </a:lnTo>
                  <a:lnTo>
                    <a:pt x="0" y="3962692"/>
                  </a:lnTo>
                  <a:lnTo>
                    <a:pt x="19024" y="3962692"/>
                  </a:lnTo>
                  <a:lnTo>
                    <a:pt x="19024" y="3905631"/>
                  </a:lnTo>
                  <a:close/>
                </a:path>
                <a:path w="4565015" h="4641215">
                  <a:moveTo>
                    <a:pt x="19024" y="3810774"/>
                  </a:moveTo>
                  <a:lnTo>
                    <a:pt x="0" y="3810774"/>
                  </a:lnTo>
                  <a:lnTo>
                    <a:pt x="0" y="3867835"/>
                  </a:lnTo>
                  <a:lnTo>
                    <a:pt x="19024" y="3867835"/>
                  </a:lnTo>
                  <a:lnTo>
                    <a:pt x="19024" y="3810774"/>
                  </a:lnTo>
                  <a:close/>
                </a:path>
                <a:path w="4565015" h="4641215">
                  <a:moveTo>
                    <a:pt x="19024" y="3715918"/>
                  </a:moveTo>
                  <a:lnTo>
                    <a:pt x="0" y="3715918"/>
                  </a:lnTo>
                  <a:lnTo>
                    <a:pt x="0" y="3772979"/>
                  </a:lnTo>
                  <a:lnTo>
                    <a:pt x="19024" y="3772979"/>
                  </a:lnTo>
                  <a:lnTo>
                    <a:pt x="19024" y="3715918"/>
                  </a:lnTo>
                  <a:close/>
                </a:path>
                <a:path w="4565015" h="4641215">
                  <a:moveTo>
                    <a:pt x="19024" y="3621062"/>
                  </a:moveTo>
                  <a:lnTo>
                    <a:pt x="0" y="3621062"/>
                  </a:lnTo>
                  <a:lnTo>
                    <a:pt x="0" y="3678123"/>
                  </a:lnTo>
                  <a:lnTo>
                    <a:pt x="19024" y="3678123"/>
                  </a:lnTo>
                  <a:lnTo>
                    <a:pt x="19024" y="3621062"/>
                  </a:lnTo>
                  <a:close/>
                </a:path>
                <a:path w="4565015" h="4641215">
                  <a:moveTo>
                    <a:pt x="19024" y="3526218"/>
                  </a:moveTo>
                  <a:lnTo>
                    <a:pt x="0" y="3526218"/>
                  </a:lnTo>
                  <a:lnTo>
                    <a:pt x="0" y="3583279"/>
                  </a:lnTo>
                  <a:lnTo>
                    <a:pt x="19024" y="3583279"/>
                  </a:lnTo>
                  <a:lnTo>
                    <a:pt x="19024" y="3526218"/>
                  </a:lnTo>
                  <a:close/>
                </a:path>
                <a:path w="4565015" h="4641215">
                  <a:moveTo>
                    <a:pt x="19024" y="3431362"/>
                  </a:moveTo>
                  <a:lnTo>
                    <a:pt x="0" y="3431362"/>
                  </a:lnTo>
                  <a:lnTo>
                    <a:pt x="0" y="3488423"/>
                  </a:lnTo>
                  <a:lnTo>
                    <a:pt x="19024" y="3488423"/>
                  </a:lnTo>
                  <a:lnTo>
                    <a:pt x="19024" y="3431362"/>
                  </a:lnTo>
                  <a:close/>
                </a:path>
                <a:path w="4565015" h="4641215">
                  <a:moveTo>
                    <a:pt x="19024" y="3336506"/>
                  </a:moveTo>
                  <a:lnTo>
                    <a:pt x="0" y="3336506"/>
                  </a:lnTo>
                  <a:lnTo>
                    <a:pt x="0" y="3393567"/>
                  </a:lnTo>
                  <a:lnTo>
                    <a:pt x="19024" y="3393567"/>
                  </a:lnTo>
                  <a:lnTo>
                    <a:pt x="19024" y="3336506"/>
                  </a:lnTo>
                  <a:close/>
                </a:path>
                <a:path w="4565015" h="4641215">
                  <a:moveTo>
                    <a:pt x="19024" y="3241649"/>
                  </a:moveTo>
                  <a:lnTo>
                    <a:pt x="0" y="3241649"/>
                  </a:lnTo>
                  <a:lnTo>
                    <a:pt x="0" y="3298710"/>
                  </a:lnTo>
                  <a:lnTo>
                    <a:pt x="19024" y="3298710"/>
                  </a:lnTo>
                  <a:lnTo>
                    <a:pt x="19024" y="3241649"/>
                  </a:lnTo>
                  <a:close/>
                </a:path>
                <a:path w="4565015" h="4641215">
                  <a:moveTo>
                    <a:pt x="19024" y="3146793"/>
                  </a:moveTo>
                  <a:lnTo>
                    <a:pt x="0" y="3146793"/>
                  </a:lnTo>
                  <a:lnTo>
                    <a:pt x="0" y="3203854"/>
                  </a:lnTo>
                  <a:lnTo>
                    <a:pt x="19024" y="3203854"/>
                  </a:lnTo>
                  <a:lnTo>
                    <a:pt x="19024" y="3146793"/>
                  </a:lnTo>
                  <a:close/>
                </a:path>
                <a:path w="4565015" h="4641215">
                  <a:moveTo>
                    <a:pt x="19024" y="3051937"/>
                  </a:moveTo>
                  <a:lnTo>
                    <a:pt x="0" y="3051937"/>
                  </a:lnTo>
                  <a:lnTo>
                    <a:pt x="0" y="3108998"/>
                  </a:lnTo>
                  <a:lnTo>
                    <a:pt x="19024" y="3108998"/>
                  </a:lnTo>
                  <a:lnTo>
                    <a:pt x="19024" y="3051937"/>
                  </a:lnTo>
                  <a:close/>
                </a:path>
                <a:path w="4565015" h="4641215">
                  <a:moveTo>
                    <a:pt x="19024" y="2957093"/>
                  </a:moveTo>
                  <a:lnTo>
                    <a:pt x="0" y="2957093"/>
                  </a:lnTo>
                  <a:lnTo>
                    <a:pt x="0" y="3014154"/>
                  </a:lnTo>
                  <a:lnTo>
                    <a:pt x="19024" y="3014154"/>
                  </a:lnTo>
                  <a:lnTo>
                    <a:pt x="19024" y="2957093"/>
                  </a:lnTo>
                  <a:close/>
                </a:path>
                <a:path w="4565015" h="4641215">
                  <a:moveTo>
                    <a:pt x="19024" y="2862237"/>
                  </a:moveTo>
                  <a:lnTo>
                    <a:pt x="0" y="2862237"/>
                  </a:lnTo>
                  <a:lnTo>
                    <a:pt x="0" y="2919298"/>
                  </a:lnTo>
                  <a:lnTo>
                    <a:pt x="19024" y="2919298"/>
                  </a:lnTo>
                  <a:lnTo>
                    <a:pt x="19024" y="2862237"/>
                  </a:lnTo>
                  <a:close/>
                </a:path>
                <a:path w="4565015" h="4641215">
                  <a:moveTo>
                    <a:pt x="19024" y="2767380"/>
                  </a:moveTo>
                  <a:lnTo>
                    <a:pt x="0" y="2767380"/>
                  </a:lnTo>
                  <a:lnTo>
                    <a:pt x="0" y="2824442"/>
                  </a:lnTo>
                  <a:lnTo>
                    <a:pt x="19024" y="2824442"/>
                  </a:lnTo>
                  <a:lnTo>
                    <a:pt x="19024" y="2767380"/>
                  </a:lnTo>
                  <a:close/>
                </a:path>
                <a:path w="4565015" h="4641215">
                  <a:moveTo>
                    <a:pt x="19024" y="2672524"/>
                  </a:moveTo>
                  <a:lnTo>
                    <a:pt x="0" y="2672524"/>
                  </a:lnTo>
                  <a:lnTo>
                    <a:pt x="0" y="2729585"/>
                  </a:lnTo>
                  <a:lnTo>
                    <a:pt x="19024" y="2729585"/>
                  </a:lnTo>
                  <a:lnTo>
                    <a:pt x="19024" y="2672524"/>
                  </a:lnTo>
                  <a:close/>
                </a:path>
                <a:path w="4565015" h="4641215">
                  <a:moveTo>
                    <a:pt x="19024" y="2577668"/>
                  </a:moveTo>
                  <a:lnTo>
                    <a:pt x="0" y="2577668"/>
                  </a:lnTo>
                  <a:lnTo>
                    <a:pt x="0" y="2634729"/>
                  </a:lnTo>
                  <a:lnTo>
                    <a:pt x="19024" y="2634729"/>
                  </a:lnTo>
                  <a:lnTo>
                    <a:pt x="19024" y="2577668"/>
                  </a:lnTo>
                  <a:close/>
                </a:path>
                <a:path w="4565015" h="4641215">
                  <a:moveTo>
                    <a:pt x="19024" y="2482824"/>
                  </a:moveTo>
                  <a:lnTo>
                    <a:pt x="0" y="2482824"/>
                  </a:lnTo>
                  <a:lnTo>
                    <a:pt x="0" y="2539885"/>
                  </a:lnTo>
                  <a:lnTo>
                    <a:pt x="19024" y="2539885"/>
                  </a:lnTo>
                  <a:lnTo>
                    <a:pt x="19024" y="2482824"/>
                  </a:lnTo>
                  <a:close/>
                </a:path>
                <a:path w="4565015" h="4641215">
                  <a:moveTo>
                    <a:pt x="19024" y="2387968"/>
                  </a:moveTo>
                  <a:lnTo>
                    <a:pt x="0" y="2387968"/>
                  </a:lnTo>
                  <a:lnTo>
                    <a:pt x="0" y="2445029"/>
                  </a:lnTo>
                  <a:lnTo>
                    <a:pt x="19024" y="2445029"/>
                  </a:lnTo>
                  <a:lnTo>
                    <a:pt x="19024" y="2387968"/>
                  </a:lnTo>
                  <a:close/>
                </a:path>
                <a:path w="4565015" h="4641215">
                  <a:moveTo>
                    <a:pt x="19024" y="2293112"/>
                  </a:moveTo>
                  <a:lnTo>
                    <a:pt x="0" y="2293112"/>
                  </a:lnTo>
                  <a:lnTo>
                    <a:pt x="0" y="2350173"/>
                  </a:lnTo>
                  <a:lnTo>
                    <a:pt x="19024" y="2350173"/>
                  </a:lnTo>
                  <a:lnTo>
                    <a:pt x="19024" y="2293112"/>
                  </a:lnTo>
                  <a:close/>
                </a:path>
                <a:path w="4565015" h="4641215">
                  <a:moveTo>
                    <a:pt x="19024" y="2198255"/>
                  </a:moveTo>
                  <a:lnTo>
                    <a:pt x="0" y="2198255"/>
                  </a:lnTo>
                  <a:lnTo>
                    <a:pt x="0" y="2255316"/>
                  </a:lnTo>
                  <a:lnTo>
                    <a:pt x="19024" y="2255316"/>
                  </a:lnTo>
                  <a:lnTo>
                    <a:pt x="19024" y="2198255"/>
                  </a:lnTo>
                  <a:close/>
                </a:path>
                <a:path w="4565015" h="4641215">
                  <a:moveTo>
                    <a:pt x="19024" y="2103399"/>
                  </a:moveTo>
                  <a:lnTo>
                    <a:pt x="0" y="2103399"/>
                  </a:lnTo>
                  <a:lnTo>
                    <a:pt x="0" y="2160460"/>
                  </a:lnTo>
                  <a:lnTo>
                    <a:pt x="19024" y="2160460"/>
                  </a:lnTo>
                  <a:lnTo>
                    <a:pt x="19024" y="2103399"/>
                  </a:lnTo>
                  <a:close/>
                </a:path>
                <a:path w="4565015" h="4641215">
                  <a:moveTo>
                    <a:pt x="19024" y="2008543"/>
                  </a:moveTo>
                  <a:lnTo>
                    <a:pt x="0" y="2008543"/>
                  </a:lnTo>
                  <a:lnTo>
                    <a:pt x="0" y="2065604"/>
                  </a:lnTo>
                  <a:lnTo>
                    <a:pt x="19024" y="2065604"/>
                  </a:lnTo>
                  <a:lnTo>
                    <a:pt x="19024" y="2008543"/>
                  </a:lnTo>
                  <a:close/>
                </a:path>
                <a:path w="4565015" h="4641215">
                  <a:moveTo>
                    <a:pt x="19024" y="1913699"/>
                  </a:moveTo>
                  <a:lnTo>
                    <a:pt x="0" y="1913699"/>
                  </a:lnTo>
                  <a:lnTo>
                    <a:pt x="0" y="1970760"/>
                  </a:lnTo>
                  <a:lnTo>
                    <a:pt x="19024" y="1970760"/>
                  </a:lnTo>
                  <a:lnTo>
                    <a:pt x="19024" y="1913699"/>
                  </a:lnTo>
                  <a:close/>
                </a:path>
                <a:path w="4565015" h="4641215">
                  <a:moveTo>
                    <a:pt x="19024" y="1818843"/>
                  </a:moveTo>
                  <a:lnTo>
                    <a:pt x="0" y="1818843"/>
                  </a:lnTo>
                  <a:lnTo>
                    <a:pt x="0" y="1875904"/>
                  </a:lnTo>
                  <a:lnTo>
                    <a:pt x="19024" y="1875904"/>
                  </a:lnTo>
                  <a:lnTo>
                    <a:pt x="19024" y="1818843"/>
                  </a:lnTo>
                  <a:close/>
                </a:path>
                <a:path w="4565015" h="4641215">
                  <a:moveTo>
                    <a:pt x="19024" y="1723999"/>
                  </a:moveTo>
                  <a:lnTo>
                    <a:pt x="0" y="1723999"/>
                  </a:lnTo>
                  <a:lnTo>
                    <a:pt x="0" y="1781060"/>
                  </a:lnTo>
                  <a:lnTo>
                    <a:pt x="19024" y="1781060"/>
                  </a:lnTo>
                  <a:lnTo>
                    <a:pt x="19024" y="1723999"/>
                  </a:lnTo>
                  <a:close/>
                </a:path>
                <a:path w="4565015" h="4641215">
                  <a:moveTo>
                    <a:pt x="19024" y="1629143"/>
                  </a:moveTo>
                  <a:lnTo>
                    <a:pt x="0" y="1629143"/>
                  </a:lnTo>
                  <a:lnTo>
                    <a:pt x="0" y="1686204"/>
                  </a:lnTo>
                  <a:lnTo>
                    <a:pt x="19024" y="1686204"/>
                  </a:lnTo>
                  <a:lnTo>
                    <a:pt x="19024" y="1629143"/>
                  </a:lnTo>
                  <a:close/>
                </a:path>
                <a:path w="4565015" h="4641215">
                  <a:moveTo>
                    <a:pt x="19024" y="1534287"/>
                  </a:moveTo>
                  <a:lnTo>
                    <a:pt x="0" y="1534287"/>
                  </a:lnTo>
                  <a:lnTo>
                    <a:pt x="0" y="1591348"/>
                  </a:lnTo>
                  <a:lnTo>
                    <a:pt x="19024" y="1591348"/>
                  </a:lnTo>
                  <a:lnTo>
                    <a:pt x="19024" y="1534287"/>
                  </a:lnTo>
                  <a:close/>
                </a:path>
                <a:path w="4565015" h="4641215">
                  <a:moveTo>
                    <a:pt x="19024" y="1439430"/>
                  </a:moveTo>
                  <a:lnTo>
                    <a:pt x="0" y="1439430"/>
                  </a:lnTo>
                  <a:lnTo>
                    <a:pt x="0" y="1496491"/>
                  </a:lnTo>
                  <a:lnTo>
                    <a:pt x="19024" y="1496491"/>
                  </a:lnTo>
                  <a:lnTo>
                    <a:pt x="19024" y="1439430"/>
                  </a:lnTo>
                  <a:close/>
                </a:path>
                <a:path w="4565015" h="4641215">
                  <a:moveTo>
                    <a:pt x="19024" y="1344574"/>
                  </a:moveTo>
                  <a:lnTo>
                    <a:pt x="0" y="1344574"/>
                  </a:lnTo>
                  <a:lnTo>
                    <a:pt x="0" y="1401635"/>
                  </a:lnTo>
                  <a:lnTo>
                    <a:pt x="19024" y="1401635"/>
                  </a:lnTo>
                  <a:lnTo>
                    <a:pt x="19024" y="1344574"/>
                  </a:lnTo>
                  <a:close/>
                </a:path>
                <a:path w="4565015" h="4641215">
                  <a:moveTo>
                    <a:pt x="19024" y="1249730"/>
                  </a:moveTo>
                  <a:lnTo>
                    <a:pt x="0" y="1249730"/>
                  </a:lnTo>
                  <a:lnTo>
                    <a:pt x="0" y="1306791"/>
                  </a:lnTo>
                  <a:lnTo>
                    <a:pt x="19024" y="1306791"/>
                  </a:lnTo>
                  <a:lnTo>
                    <a:pt x="19024" y="1249730"/>
                  </a:lnTo>
                  <a:close/>
                </a:path>
                <a:path w="4565015" h="4641215">
                  <a:moveTo>
                    <a:pt x="19024" y="1154874"/>
                  </a:moveTo>
                  <a:lnTo>
                    <a:pt x="0" y="1154874"/>
                  </a:lnTo>
                  <a:lnTo>
                    <a:pt x="0" y="1211935"/>
                  </a:lnTo>
                  <a:lnTo>
                    <a:pt x="19024" y="1211935"/>
                  </a:lnTo>
                  <a:lnTo>
                    <a:pt x="19024" y="1154874"/>
                  </a:lnTo>
                  <a:close/>
                </a:path>
                <a:path w="4565015" h="4641215">
                  <a:moveTo>
                    <a:pt x="19024" y="1060018"/>
                  </a:moveTo>
                  <a:lnTo>
                    <a:pt x="0" y="1060018"/>
                  </a:lnTo>
                  <a:lnTo>
                    <a:pt x="0" y="1117079"/>
                  </a:lnTo>
                  <a:lnTo>
                    <a:pt x="19024" y="1117079"/>
                  </a:lnTo>
                  <a:lnTo>
                    <a:pt x="19024" y="1060018"/>
                  </a:lnTo>
                  <a:close/>
                </a:path>
                <a:path w="4565015" h="4641215">
                  <a:moveTo>
                    <a:pt x="19024" y="965161"/>
                  </a:moveTo>
                  <a:lnTo>
                    <a:pt x="0" y="965161"/>
                  </a:lnTo>
                  <a:lnTo>
                    <a:pt x="0" y="1022223"/>
                  </a:lnTo>
                  <a:lnTo>
                    <a:pt x="19024" y="1022223"/>
                  </a:lnTo>
                  <a:lnTo>
                    <a:pt x="19024" y="965161"/>
                  </a:lnTo>
                  <a:close/>
                </a:path>
                <a:path w="4565015" h="4641215">
                  <a:moveTo>
                    <a:pt x="19024" y="870305"/>
                  </a:moveTo>
                  <a:lnTo>
                    <a:pt x="0" y="870305"/>
                  </a:lnTo>
                  <a:lnTo>
                    <a:pt x="0" y="927366"/>
                  </a:lnTo>
                  <a:lnTo>
                    <a:pt x="19024" y="927366"/>
                  </a:lnTo>
                  <a:lnTo>
                    <a:pt x="19024" y="870305"/>
                  </a:lnTo>
                  <a:close/>
                </a:path>
                <a:path w="4565015" h="4641215">
                  <a:moveTo>
                    <a:pt x="19024" y="775462"/>
                  </a:moveTo>
                  <a:lnTo>
                    <a:pt x="0" y="775462"/>
                  </a:lnTo>
                  <a:lnTo>
                    <a:pt x="0" y="832523"/>
                  </a:lnTo>
                  <a:lnTo>
                    <a:pt x="19024" y="832523"/>
                  </a:lnTo>
                  <a:lnTo>
                    <a:pt x="19024" y="775462"/>
                  </a:lnTo>
                  <a:close/>
                </a:path>
                <a:path w="4565015" h="4641215">
                  <a:moveTo>
                    <a:pt x="19024" y="680605"/>
                  </a:moveTo>
                  <a:lnTo>
                    <a:pt x="0" y="680605"/>
                  </a:lnTo>
                  <a:lnTo>
                    <a:pt x="0" y="737666"/>
                  </a:lnTo>
                  <a:lnTo>
                    <a:pt x="19024" y="737666"/>
                  </a:lnTo>
                  <a:lnTo>
                    <a:pt x="19024" y="680605"/>
                  </a:lnTo>
                  <a:close/>
                </a:path>
                <a:path w="4565015" h="4641215">
                  <a:moveTo>
                    <a:pt x="19024" y="585749"/>
                  </a:moveTo>
                  <a:lnTo>
                    <a:pt x="0" y="585749"/>
                  </a:lnTo>
                  <a:lnTo>
                    <a:pt x="0" y="642810"/>
                  </a:lnTo>
                  <a:lnTo>
                    <a:pt x="19024" y="642810"/>
                  </a:lnTo>
                  <a:lnTo>
                    <a:pt x="19024" y="585749"/>
                  </a:lnTo>
                  <a:close/>
                </a:path>
                <a:path w="4565015" h="4641215">
                  <a:moveTo>
                    <a:pt x="19024" y="490893"/>
                  </a:moveTo>
                  <a:lnTo>
                    <a:pt x="0" y="490893"/>
                  </a:lnTo>
                  <a:lnTo>
                    <a:pt x="0" y="547954"/>
                  </a:lnTo>
                  <a:lnTo>
                    <a:pt x="19024" y="547954"/>
                  </a:lnTo>
                  <a:lnTo>
                    <a:pt x="19024" y="490893"/>
                  </a:lnTo>
                  <a:close/>
                </a:path>
                <a:path w="4565015" h="4641215">
                  <a:moveTo>
                    <a:pt x="19024" y="396036"/>
                  </a:moveTo>
                  <a:lnTo>
                    <a:pt x="0" y="396036"/>
                  </a:lnTo>
                  <a:lnTo>
                    <a:pt x="0" y="453097"/>
                  </a:lnTo>
                  <a:lnTo>
                    <a:pt x="19024" y="453097"/>
                  </a:lnTo>
                  <a:lnTo>
                    <a:pt x="19024" y="396036"/>
                  </a:lnTo>
                  <a:close/>
                </a:path>
                <a:path w="4565015" h="4641215">
                  <a:moveTo>
                    <a:pt x="19024" y="301193"/>
                  </a:moveTo>
                  <a:lnTo>
                    <a:pt x="0" y="301193"/>
                  </a:lnTo>
                  <a:lnTo>
                    <a:pt x="0" y="358241"/>
                  </a:lnTo>
                  <a:lnTo>
                    <a:pt x="19024" y="358241"/>
                  </a:lnTo>
                  <a:lnTo>
                    <a:pt x="19024" y="301193"/>
                  </a:lnTo>
                  <a:close/>
                </a:path>
                <a:path w="4565015" h="4641215">
                  <a:moveTo>
                    <a:pt x="19024" y="206336"/>
                  </a:moveTo>
                  <a:lnTo>
                    <a:pt x="0" y="206336"/>
                  </a:lnTo>
                  <a:lnTo>
                    <a:pt x="0" y="263398"/>
                  </a:lnTo>
                  <a:lnTo>
                    <a:pt x="19024" y="263398"/>
                  </a:lnTo>
                  <a:lnTo>
                    <a:pt x="19024" y="206336"/>
                  </a:lnTo>
                  <a:close/>
                </a:path>
                <a:path w="4565015" h="4641215">
                  <a:moveTo>
                    <a:pt x="19024" y="111480"/>
                  </a:moveTo>
                  <a:lnTo>
                    <a:pt x="0" y="111480"/>
                  </a:lnTo>
                  <a:lnTo>
                    <a:pt x="0" y="168541"/>
                  </a:lnTo>
                  <a:lnTo>
                    <a:pt x="19024" y="168541"/>
                  </a:lnTo>
                  <a:lnTo>
                    <a:pt x="19024" y="111480"/>
                  </a:lnTo>
                  <a:close/>
                </a:path>
                <a:path w="4565015" h="4641215">
                  <a:moveTo>
                    <a:pt x="40386" y="31076"/>
                  </a:moveTo>
                  <a:lnTo>
                    <a:pt x="28829" y="16497"/>
                  </a:lnTo>
                  <a:lnTo>
                    <a:pt x="27838" y="17246"/>
                  </a:lnTo>
                  <a:lnTo>
                    <a:pt x="22288" y="22288"/>
                  </a:lnTo>
                  <a:lnTo>
                    <a:pt x="5689" y="47256"/>
                  </a:lnTo>
                  <a:lnTo>
                    <a:pt x="3251" y="54025"/>
                  </a:lnTo>
                  <a:lnTo>
                    <a:pt x="1447" y="61239"/>
                  </a:lnTo>
                  <a:lnTo>
                    <a:pt x="368" y="68516"/>
                  </a:lnTo>
                  <a:lnTo>
                    <a:pt x="127" y="73482"/>
                  </a:lnTo>
                  <a:lnTo>
                    <a:pt x="19024" y="74129"/>
                  </a:lnTo>
                  <a:lnTo>
                    <a:pt x="19024" y="68516"/>
                  </a:lnTo>
                  <a:lnTo>
                    <a:pt x="20472" y="61239"/>
                  </a:lnTo>
                  <a:lnTo>
                    <a:pt x="26263" y="47256"/>
                  </a:lnTo>
                  <a:lnTo>
                    <a:pt x="30391" y="41084"/>
                  </a:lnTo>
                  <a:lnTo>
                    <a:pt x="35737" y="35737"/>
                  </a:lnTo>
                  <a:lnTo>
                    <a:pt x="40386" y="31076"/>
                  </a:lnTo>
                  <a:close/>
                </a:path>
                <a:path w="4565015" h="4641215">
                  <a:moveTo>
                    <a:pt x="41986" y="4611154"/>
                  </a:moveTo>
                  <a:lnTo>
                    <a:pt x="20472" y="4579709"/>
                  </a:lnTo>
                  <a:lnTo>
                    <a:pt x="19024" y="4572355"/>
                  </a:lnTo>
                  <a:lnTo>
                    <a:pt x="19024" y="4568749"/>
                  </a:lnTo>
                  <a:lnTo>
                    <a:pt x="254" y="4570031"/>
                  </a:lnTo>
                  <a:lnTo>
                    <a:pt x="12814" y="4607141"/>
                  </a:lnTo>
                  <a:lnTo>
                    <a:pt x="31013" y="4626064"/>
                  </a:lnTo>
                  <a:lnTo>
                    <a:pt x="41986" y="4611154"/>
                  </a:lnTo>
                  <a:close/>
                </a:path>
                <a:path w="4565015" h="4641215">
                  <a:moveTo>
                    <a:pt x="128828" y="4621923"/>
                  </a:moveTo>
                  <a:lnTo>
                    <a:pt x="72542" y="4621923"/>
                  </a:lnTo>
                  <a:lnTo>
                    <a:pt x="71386" y="4640719"/>
                  </a:lnTo>
                  <a:lnTo>
                    <a:pt x="76073" y="4640935"/>
                  </a:lnTo>
                  <a:lnTo>
                    <a:pt x="128828" y="4640935"/>
                  </a:lnTo>
                  <a:lnTo>
                    <a:pt x="128828" y="4621923"/>
                  </a:lnTo>
                  <a:close/>
                </a:path>
                <a:path w="4565015" h="4641215">
                  <a:moveTo>
                    <a:pt x="133134" y="0"/>
                  </a:moveTo>
                  <a:lnTo>
                    <a:pt x="76073" y="0"/>
                  </a:lnTo>
                  <a:lnTo>
                    <a:pt x="68783" y="355"/>
                  </a:lnTo>
                  <a:lnTo>
                    <a:pt x="70573" y="19024"/>
                  </a:lnTo>
                  <a:lnTo>
                    <a:pt x="133134" y="19024"/>
                  </a:lnTo>
                  <a:lnTo>
                    <a:pt x="133134" y="0"/>
                  </a:lnTo>
                  <a:close/>
                </a:path>
                <a:path w="4565015" h="4641215">
                  <a:moveTo>
                    <a:pt x="223685" y="4621923"/>
                  </a:moveTo>
                  <a:lnTo>
                    <a:pt x="166624" y="4621923"/>
                  </a:lnTo>
                  <a:lnTo>
                    <a:pt x="166624" y="4640935"/>
                  </a:lnTo>
                  <a:lnTo>
                    <a:pt x="223685" y="4640935"/>
                  </a:lnTo>
                  <a:lnTo>
                    <a:pt x="223685" y="4621923"/>
                  </a:lnTo>
                  <a:close/>
                </a:path>
                <a:path w="4565015" h="4641215">
                  <a:moveTo>
                    <a:pt x="227990" y="0"/>
                  </a:moveTo>
                  <a:lnTo>
                    <a:pt x="170929" y="0"/>
                  </a:lnTo>
                  <a:lnTo>
                    <a:pt x="170929" y="19024"/>
                  </a:lnTo>
                  <a:lnTo>
                    <a:pt x="227990" y="19024"/>
                  </a:lnTo>
                  <a:lnTo>
                    <a:pt x="227990" y="0"/>
                  </a:lnTo>
                  <a:close/>
                </a:path>
                <a:path w="4565015" h="4641215">
                  <a:moveTo>
                    <a:pt x="318528" y="4621923"/>
                  </a:moveTo>
                  <a:lnTo>
                    <a:pt x="261467" y="4621923"/>
                  </a:lnTo>
                  <a:lnTo>
                    <a:pt x="261467" y="4640935"/>
                  </a:lnTo>
                  <a:lnTo>
                    <a:pt x="318528" y="4640935"/>
                  </a:lnTo>
                  <a:lnTo>
                    <a:pt x="318528" y="4621923"/>
                  </a:lnTo>
                  <a:close/>
                </a:path>
                <a:path w="4565015" h="4641215">
                  <a:moveTo>
                    <a:pt x="322846" y="0"/>
                  </a:moveTo>
                  <a:lnTo>
                    <a:pt x="265785" y="0"/>
                  </a:lnTo>
                  <a:lnTo>
                    <a:pt x="265785" y="19024"/>
                  </a:lnTo>
                  <a:lnTo>
                    <a:pt x="322846" y="19024"/>
                  </a:lnTo>
                  <a:lnTo>
                    <a:pt x="322846" y="0"/>
                  </a:lnTo>
                  <a:close/>
                </a:path>
                <a:path w="4565015" h="4641215">
                  <a:moveTo>
                    <a:pt x="413385" y="4621923"/>
                  </a:moveTo>
                  <a:lnTo>
                    <a:pt x="356323" y="4621923"/>
                  </a:lnTo>
                  <a:lnTo>
                    <a:pt x="356323" y="4640935"/>
                  </a:lnTo>
                  <a:lnTo>
                    <a:pt x="413385" y="4640935"/>
                  </a:lnTo>
                  <a:lnTo>
                    <a:pt x="413385" y="4621923"/>
                  </a:lnTo>
                  <a:close/>
                </a:path>
                <a:path w="4565015" h="4641215">
                  <a:moveTo>
                    <a:pt x="417690" y="0"/>
                  </a:moveTo>
                  <a:lnTo>
                    <a:pt x="360629" y="0"/>
                  </a:lnTo>
                  <a:lnTo>
                    <a:pt x="360629" y="19024"/>
                  </a:lnTo>
                  <a:lnTo>
                    <a:pt x="417690" y="19024"/>
                  </a:lnTo>
                  <a:lnTo>
                    <a:pt x="417690" y="0"/>
                  </a:lnTo>
                  <a:close/>
                </a:path>
                <a:path w="4565015" h="4641215">
                  <a:moveTo>
                    <a:pt x="508241" y="4621923"/>
                  </a:moveTo>
                  <a:lnTo>
                    <a:pt x="451180" y="4621923"/>
                  </a:lnTo>
                  <a:lnTo>
                    <a:pt x="451180" y="4640935"/>
                  </a:lnTo>
                  <a:lnTo>
                    <a:pt x="508241" y="4640935"/>
                  </a:lnTo>
                  <a:lnTo>
                    <a:pt x="508241" y="4621923"/>
                  </a:lnTo>
                  <a:close/>
                </a:path>
                <a:path w="4565015" h="4641215">
                  <a:moveTo>
                    <a:pt x="512546" y="0"/>
                  </a:moveTo>
                  <a:lnTo>
                    <a:pt x="455485" y="0"/>
                  </a:lnTo>
                  <a:lnTo>
                    <a:pt x="455485" y="19024"/>
                  </a:lnTo>
                  <a:lnTo>
                    <a:pt x="512546" y="19024"/>
                  </a:lnTo>
                  <a:lnTo>
                    <a:pt x="512546" y="0"/>
                  </a:lnTo>
                  <a:close/>
                </a:path>
                <a:path w="4565015" h="4641215">
                  <a:moveTo>
                    <a:pt x="603097" y="4621923"/>
                  </a:moveTo>
                  <a:lnTo>
                    <a:pt x="546036" y="4621923"/>
                  </a:lnTo>
                  <a:lnTo>
                    <a:pt x="546036" y="4640935"/>
                  </a:lnTo>
                  <a:lnTo>
                    <a:pt x="603097" y="4640935"/>
                  </a:lnTo>
                  <a:lnTo>
                    <a:pt x="603097" y="4621923"/>
                  </a:lnTo>
                  <a:close/>
                </a:path>
                <a:path w="4565015" h="4641215">
                  <a:moveTo>
                    <a:pt x="607402" y="0"/>
                  </a:moveTo>
                  <a:lnTo>
                    <a:pt x="550341" y="0"/>
                  </a:lnTo>
                  <a:lnTo>
                    <a:pt x="550341" y="19024"/>
                  </a:lnTo>
                  <a:lnTo>
                    <a:pt x="607402" y="19024"/>
                  </a:lnTo>
                  <a:lnTo>
                    <a:pt x="607402" y="0"/>
                  </a:lnTo>
                  <a:close/>
                </a:path>
                <a:path w="4565015" h="4641215">
                  <a:moveTo>
                    <a:pt x="697953" y="4621923"/>
                  </a:moveTo>
                  <a:lnTo>
                    <a:pt x="640892" y="4621923"/>
                  </a:lnTo>
                  <a:lnTo>
                    <a:pt x="640892" y="4640935"/>
                  </a:lnTo>
                  <a:lnTo>
                    <a:pt x="697953" y="4640935"/>
                  </a:lnTo>
                  <a:lnTo>
                    <a:pt x="697953" y="4621923"/>
                  </a:lnTo>
                  <a:close/>
                </a:path>
                <a:path w="4565015" h="4641215">
                  <a:moveTo>
                    <a:pt x="702259" y="0"/>
                  </a:moveTo>
                  <a:lnTo>
                    <a:pt x="645198" y="0"/>
                  </a:lnTo>
                  <a:lnTo>
                    <a:pt x="645198" y="19024"/>
                  </a:lnTo>
                  <a:lnTo>
                    <a:pt x="702259" y="19024"/>
                  </a:lnTo>
                  <a:lnTo>
                    <a:pt x="702259" y="0"/>
                  </a:lnTo>
                  <a:close/>
                </a:path>
                <a:path w="4565015" h="4641215">
                  <a:moveTo>
                    <a:pt x="792797" y="4621923"/>
                  </a:moveTo>
                  <a:lnTo>
                    <a:pt x="735736" y="4621923"/>
                  </a:lnTo>
                  <a:lnTo>
                    <a:pt x="735736" y="4640935"/>
                  </a:lnTo>
                  <a:lnTo>
                    <a:pt x="792797" y="4640935"/>
                  </a:lnTo>
                  <a:lnTo>
                    <a:pt x="792797" y="4621923"/>
                  </a:lnTo>
                  <a:close/>
                </a:path>
                <a:path w="4565015" h="4641215">
                  <a:moveTo>
                    <a:pt x="797115" y="0"/>
                  </a:moveTo>
                  <a:lnTo>
                    <a:pt x="740054" y="0"/>
                  </a:lnTo>
                  <a:lnTo>
                    <a:pt x="740054" y="19024"/>
                  </a:lnTo>
                  <a:lnTo>
                    <a:pt x="797115" y="19024"/>
                  </a:lnTo>
                  <a:lnTo>
                    <a:pt x="797115" y="0"/>
                  </a:lnTo>
                  <a:close/>
                </a:path>
                <a:path w="4565015" h="4641215">
                  <a:moveTo>
                    <a:pt x="887653" y="4621923"/>
                  </a:moveTo>
                  <a:lnTo>
                    <a:pt x="830592" y="4621923"/>
                  </a:lnTo>
                  <a:lnTo>
                    <a:pt x="830592" y="4640935"/>
                  </a:lnTo>
                  <a:lnTo>
                    <a:pt x="887653" y="4640935"/>
                  </a:lnTo>
                  <a:lnTo>
                    <a:pt x="887653" y="4621923"/>
                  </a:lnTo>
                  <a:close/>
                </a:path>
                <a:path w="4565015" h="4641215">
                  <a:moveTo>
                    <a:pt x="891959" y="0"/>
                  </a:moveTo>
                  <a:lnTo>
                    <a:pt x="834898" y="0"/>
                  </a:lnTo>
                  <a:lnTo>
                    <a:pt x="834898" y="19024"/>
                  </a:lnTo>
                  <a:lnTo>
                    <a:pt x="891959" y="19024"/>
                  </a:lnTo>
                  <a:lnTo>
                    <a:pt x="891959" y="0"/>
                  </a:lnTo>
                  <a:close/>
                </a:path>
                <a:path w="4565015" h="4641215">
                  <a:moveTo>
                    <a:pt x="982510" y="4621923"/>
                  </a:moveTo>
                  <a:lnTo>
                    <a:pt x="925449" y="4621923"/>
                  </a:lnTo>
                  <a:lnTo>
                    <a:pt x="925449" y="4640935"/>
                  </a:lnTo>
                  <a:lnTo>
                    <a:pt x="982510" y="4640935"/>
                  </a:lnTo>
                  <a:lnTo>
                    <a:pt x="982510" y="4621923"/>
                  </a:lnTo>
                  <a:close/>
                </a:path>
                <a:path w="4565015" h="4641215">
                  <a:moveTo>
                    <a:pt x="986815" y="0"/>
                  </a:moveTo>
                  <a:lnTo>
                    <a:pt x="929754" y="0"/>
                  </a:lnTo>
                  <a:lnTo>
                    <a:pt x="929754" y="19024"/>
                  </a:lnTo>
                  <a:lnTo>
                    <a:pt x="986815" y="19024"/>
                  </a:lnTo>
                  <a:lnTo>
                    <a:pt x="986815" y="0"/>
                  </a:lnTo>
                  <a:close/>
                </a:path>
                <a:path w="4565015" h="4641215">
                  <a:moveTo>
                    <a:pt x="1077366" y="4621923"/>
                  </a:moveTo>
                  <a:lnTo>
                    <a:pt x="1020305" y="4621923"/>
                  </a:lnTo>
                  <a:lnTo>
                    <a:pt x="1020305" y="4640935"/>
                  </a:lnTo>
                  <a:lnTo>
                    <a:pt x="1077366" y="4640935"/>
                  </a:lnTo>
                  <a:lnTo>
                    <a:pt x="1077366" y="4621923"/>
                  </a:lnTo>
                  <a:close/>
                </a:path>
                <a:path w="4565015" h="4641215">
                  <a:moveTo>
                    <a:pt x="1081671" y="0"/>
                  </a:moveTo>
                  <a:lnTo>
                    <a:pt x="1024610" y="0"/>
                  </a:lnTo>
                  <a:lnTo>
                    <a:pt x="1024610" y="19024"/>
                  </a:lnTo>
                  <a:lnTo>
                    <a:pt x="1081671" y="19024"/>
                  </a:lnTo>
                  <a:lnTo>
                    <a:pt x="1081671" y="0"/>
                  </a:lnTo>
                  <a:close/>
                </a:path>
                <a:path w="4565015" h="4641215">
                  <a:moveTo>
                    <a:pt x="1172222" y="4621923"/>
                  </a:moveTo>
                  <a:lnTo>
                    <a:pt x="1115161" y="4621923"/>
                  </a:lnTo>
                  <a:lnTo>
                    <a:pt x="1115161" y="4640935"/>
                  </a:lnTo>
                  <a:lnTo>
                    <a:pt x="1172222" y="4640935"/>
                  </a:lnTo>
                  <a:lnTo>
                    <a:pt x="1172222" y="4621923"/>
                  </a:lnTo>
                  <a:close/>
                </a:path>
                <a:path w="4565015" h="4641215">
                  <a:moveTo>
                    <a:pt x="1176528" y="0"/>
                  </a:moveTo>
                  <a:lnTo>
                    <a:pt x="1119466" y="0"/>
                  </a:lnTo>
                  <a:lnTo>
                    <a:pt x="1119466" y="19024"/>
                  </a:lnTo>
                  <a:lnTo>
                    <a:pt x="1176528" y="19024"/>
                  </a:lnTo>
                  <a:lnTo>
                    <a:pt x="1176528" y="0"/>
                  </a:lnTo>
                  <a:close/>
                </a:path>
                <a:path w="4565015" h="4641215">
                  <a:moveTo>
                    <a:pt x="1267079" y="4621923"/>
                  </a:moveTo>
                  <a:lnTo>
                    <a:pt x="1210017" y="4621923"/>
                  </a:lnTo>
                  <a:lnTo>
                    <a:pt x="1210017" y="4640935"/>
                  </a:lnTo>
                  <a:lnTo>
                    <a:pt x="1267079" y="4640935"/>
                  </a:lnTo>
                  <a:lnTo>
                    <a:pt x="1267079" y="4621923"/>
                  </a:lnTo>
                  <a:close/>
                </a:path>
                <a:path w="4565015" h="4641215">
                  <a:moveTo>
                    <a:pt x="1271371" y="0"/>
                  </a:moveTo>
                  <a:lnTo>
                    <a:pt x="1214323" y="0"/>
                  </a:lnTo>
                  <a:lnTo>
                    <a:pt x="1214323" y="19024"/>
                  </a:lnTo>
                  <a:lnTo>
                    <a:pt x="1271371" y="19024"/>
                  </a:lnTo>
                  <a:lnTo>
                    <a:pt x="1271371" y="0"/>
                  </a:lnTo>
                  <a:close/>
                </a:path>
                <a:path w="4565015" h="4641215">
                  <a:moveTo>
                    <a:pt x="1361922" y="4621923"/>
                  </a:moveTo>
                  <a:lnTo>
                    <a:pt x="1304861" y="4621923"/>
                  </a:lnTo>
                  <a:lnTo>
                    <a:pt x="1304861" y="4640935"/>
                  </a:lnTo>
                  <a:lnTo>
                    <a:pt x="1361922" y="4640935"/>
                  </a:lnTo>
                  <a:lnTo>
                    <a:pt x="1361922" y="4621923"/>
                  </a:lnTo>
                  <a:close/>
                </a:path>
                <a:path w="4565015" h="4641215">
                  <a:moveTo>
                    <a:pt x="1366227" y="0"/>
                  </a:moveTo>
                  <a:lnTo>
                    <a:pt x="1309166" y="0"/>
                  </a:lnTo>
                  <a:lnTo>
                    <a:pt x="1309166" y="19024"/>
                  </a:lnTo>
                  <a:lnTo>
                    <a:pt x="1366227" y="19024"/>
                  </a:lnTo>
                  <a:lnTo>
                    <a:pt x="1366227" y="0"/>
                  </a:lnTo>
                  <a:close/>
                </a:path>
                <a:path w="4565015" h="4641215">
                  <a:moveTo>
                    <a:pt x="1456778" y="4621923"/>
                  </a:moveTo>
                  <a:lnTo>
                    <a:pt x="1399717" y="4621923"/>
                  </a:lnTo>
                  <a:lnTo>
                    <a:pt x="1399717" y="4640935"/>
                  </a:lnTo>
                  <a:lnTo>
                    <a:pt x="1456778" y="4640935"/>
                  </a:lnTo>
                  <a:lnTo>
                    <a:pt x="1456778" y="4621923"/>
                  </a:lnTo>
                  <a:close/>
                </a:path>
                <a:path w="4565015" h="4641215">
                  <a:moveTo>
                    <a:pt x="1461084" y="0"/>
                  </a:moveTo>
                  <a:lnTo>
                    <a:pt x="1404023" y="0"/>
                  </a:lnTo>
                  <a:lnTo>
                    <a:pt x="1404023" y="19024"/>
                  </a:lnTo>
                  <a:lnTo>
                    <a:pt x="1461084" y="19024"/>
                  </a:lnTo>
                  <a:lnTo>
                    <a:pt x="1461084" y="0"/>
                  </a:lnTo>
                  <a:close/>
                </a:path>
                <a:path w="4565015" h="4641215">
                  <a:moveTo>
                    <a:pt x="1551635" y="4621923"/>
                  </a:moveTo>
                  <a:lnTo>
                    <a:pt x="1494574" y="4621923"/>
                  </a:lnTo>
                  <a:lnTo>
                    <a:pt x="1494574" y="4640935"/>
                  </a:lnTo>
                  <a:lnTo>
                    <a:pt x="1551635" y="4640935"/>
                  </a:lnTo>
                  <a:lnTo>
                    <a:pt x="1551635" y="4621923"/>
                  </a:lnTo>
                  <a:close/>
                </a:path>
                <a:path w="4565015" h="4641215">
                  <a:moveTo>
                    <a:pt x="1555927" y="0"/>
                  </a:moveTo>
                  <a:lnTo>
                    <a:pt x="1498866" y="0"/>
                  </a:lnTo>
                  <a:lnTo>
                    <a:pt x="1498866" y="19024"/>
                  </a:lnTo>
                  <a:lnTo>
                    <a:pt x="1555927" y="19024"/>
                  </a:lnTo>
                  <a:lnTo>
                    <a:pt x="1555927" y="0"/>
                  </a:lnTo>
                  <a:close/>
                </a:path>
                <a:path w="4565015" h="4641215">
                  <a:moveTo>
                    <a:pt x="1646491" y="4621923"/>
                  </a:moveTo>
                  <a:lnTo>
                    <a:pt x="1589430" y="4621923"/>
                  </a:lnTo>
                  <a:lnTo>
                    <a:pt x="1589430" y="4640935"/>
                  </a:lnTo>
                  <a:lnTo>
                    <a:pt x="1646491" y="4640935"/>
                  </a:lnTo>
                  <a:lnTo>
                    <a:pt x="1646491" y="4621923"/>
                  </a:lnTo>
                  <a:close/>
                </a:path>
                <a:path w="4565015" h="4641215">
                  <a:moveTo>
                    <a:pt x="1650784" y="0"/>
                  </a:moveTo>
                  <a:lnTo>
                    <a:pt x="1593723" y="0"/>
                  </a:lnTo>
                  <a:lnTo>
                    <a:pt x="1593723" y="19024"/>
                  </a:lnTo>
                  <a:lnTo>
                    <a:pt x="1650784" y="19024"/>
                  </a:lnTo>
                  <a:lnTo>
                    <a:pt x="1650784" y="0"/>
                  </a:lnTo>
                  <a:close/>
                </a:path>
                <a:path w="4565015" h="4641215">
                  <a:moveTo>
                    <a:pt x="1741347" y="4621923"/>
                  </a:moveTo>
                  <a:lnTo>
                    <a:pt x="1684286" y="4621923"/>
                  </a:lnTo>
                  <a:lnTo>
                    <a:pt x="1684286" y="4640935"/>
                  </a:lnTo>
                  <a:lnTo>
                    <a:pt x="1741347" y="4640935"/>
                  </a:lnTo>
                  <a:lnTo>
                    <a:pt x="1741347" y="4621923"/>
                  </a:lnTo>
                  <a:close/>
                </a:path>
                <a:path w="4565015" h="4641215">
                  <a:moveTo>
                    <a:pt x="1745640" y="0"/>
                  </a:moveTo>
                  <a:lnTo>
                    <a:pt x="1688579" y="0"/>
                  </a:lnTo>
                  <a:lnTo>
                    <a:pt x="1688579" y="19024"/>
                  </a:lnTo>
                  <a:lnTo>
                    <a:pt x="1745640" y="19024"/>
                  </a:lnTo>
                  <a:lnTo>
                    <a:pt x="1745640" y="0"/>
                  </a:lnTo>
                  <a:close/>
                </a:path>
                <a:path w="4565015" h="4641215">
                  <a:moveTo>
                    <a:pt x="1836191" y="4621923"/>
                  </a:moveTo>
                  <a:lnTo>
                    <a:pt x="1779130" y="4621923"/>
                  </a:lnTo>
                  <a:lnTo>
                    <a:pt x="1779130" y="4640935"/>
                  </a:lnTo>
                  <a:lnTo>
                    <a:pt x="1836191" y="4640935"/>
                  </a:lnTo>
                  <a:lnTo>
                    <a:pt x="1836191" y="4621923"/>
                  </a:lnTo>
                  <a:close/>
                </a:path>
                <a:path w="4565015" h="4641215">
                  <a:moveTo>
                    <a:pt x="1840496" y="0"/>
                  </a:moveTo>
                  <a:lnTo>
                    <a:pt x="1783435" y="0"/>
                  </a:lnTo>
                  <a:lnTo>
                    <a:pt x="1783435" y="19024"/>
                  </a:lnTo>
                  <a:lnTo>
                    <a:pt x="1840496" y="19024"/>
                  </a:lnTo>
                  <a:lnTo>
                    <a:pt x="1840496" y="0"/>
                  </a:lnTo>
                  <a:close/>
                </a:path>
                <a:path w="4565015" h="4641215">
                  <a:moveTo>
                    <a:pt x="1931047" y="4621923"/>
                  </a:moveTo>
                  <a:lnTo>
                    <a:pt x="1873986" y="4621923"/>
                  </a:lnTo>
                  <a:lnTo>
                    <a:pt x="1873986" y="4640935"/>
                  </a:lnTo>
                  <a:lnTo>
                    <a:pt x="1931047" y="4640935"/>
                  </a:lnTo>
                  <a:lnTo>
                    <a:pt x="1931047" y="4621923"/>
                  </a:lnTo>
                  <a:close/>
                </a:path>
                <a:path w="4565015" h="4641215">
                  <a:moveTo>
                    <a:pt x="1935353" y="0"/>
                  </a:moveTo>
                  <a:lnTo>
                    <a:pt x="1878291" y="0"/>
                  </a:lnTo>
                  <a:lnTo>
                    <a:pt x="1878291" y="19024"/>
                  </a:lnTo>
                  <a:lnTo>
                    <a:pt x="1935353" y="19024"/>
                  </a:lnTo>
                  <a:lnTo>
                    <a:pt x="1935353" y="0"/>
                  </a:lnTo>
                  <a:close/>
                </a:path>
                <a:path w="4565015" h="4641215">
                  <a:moveTo>
                    <a:pt x="2025891" y="4621923"/>
                  </a:moveTo>
                  <a:lnTo>
                    <a:pt x="1968830" y="4621923"/>
                  </a:lnTo>
                  <a:lnTo>
                    <a:pt x="1968830" y="4640935"/>
                  </a:lnTo>
                  <a:lnTo>
                    <a:pt x="2025891" y="4640935"/>
                  </a:lnTo>
                  <a:lnTo>
                    <a:pt x="2025891" y="4621923"/>
                  </a:lnTo>
                  <a:close/>
                </a:path>
                <a:path w="4565015" h="4641215">
                  <a:moveTo>
                    <a:pt x="2030209" y="0"/>
                  </a:moveTo>
                  <a:lnTo>
                    <a:pt x="1973148" y="0"/>
                  </a:lnTo>
                  <a:lnTo>
                    <a:pt x="1973148" y="19024"/>
                  </a:lnTo>
                  <a:lnTo>
                    <a:pt x="2030209" y="19024"/>
                  </a:lnTo>
                  <a:lnTo>
                    <a:pt x="2030209" y="0"/>
                  </a:lnTo>
                  <a:close/>
                </a:path>
                <a:path w="4565015" h="4641215">
                  <a:moveTo>
                    <a:pt x="2120747" y="4621923"/>
                  </a:moveTo>
                  <a:lnTo>
                    <a:pt x="2063686" y="4621923"/>
                  </a:lnTo>
                  <a:lnTo>
                    <a:pt x="2063686" y="4640935"/>
                  </a:lnTo>
                  <a:lnTo>
                    <a:pt x="2120747" y="4640935"/>
                  </a:lnTo>
                  <a:lnTo>
                    <a:pt x="2120747" y="4621923"/>
                  </a:lnTo>
                  <a:close/>
                </a:path>
                <a:path w="4565015" h="4641215">
                  <a:moveTo>
                    <a:pt x="2125053" y="0"/>
                  </a:moveTo>
                  <a:lnTo>
                    <a:pt x="2067991" y="0"/>
                  </a:lnTo>
                  <a:lnTo>
                    <a:pt x="2067991" y="19024"/>
                  </a:lnTo>
                  <a:lnTo>
                    <a:pt x="2125053" y="19024"/>
                  </a:lnTo>
                  <a:lnTo>
                    <a:pt x="2125053" y="0"/>
                  </a:lnTo>
                  <a:close/>
                </a:path>
                <a:path w="4565015" h="4641215">
                  <a:moveTo>
                    <a:pt x="2215604" y="4621923"/>
                  </a:moveTo>
                  <a:lnTo>
                    <a:pt x="2158542" y="4621923"/>
                  </a:lnTo>
                  <a:lnTo>
                    <a:pt x="2158542" y="4640935"/>
                  </a:lnTo>
                  <a:lnTo>
                    <a:pt x="2215604" y="4640935"/>
                  </a:lnTo>
                  <a:lnTo>
                    <a:pt x="2215604" y="4621923"/>
                  </a:lnTo>
                  <a:close/>
                </a:path>
                <a:path w="4565015" h="4641215">
                  <a:moveTo>
                    <a:pt x="2219909" y="0"/>
                  </a:moveTo>
                  <a:lnTo>
                    <a:pt x="2162848" y="0"/>
                  </a:lnTo>
                  <a:lnTo>
                    <a:pt x="2162848" y="19024"/>
                  </a:lnTo>
                  <a:lnTo>
                    <a:pt x="2219909" y="19024"/>
                  </a:lnTo>
                  <a:lnTo>
                    <a:pt x="2219909" y="0"/>
                  </a:lnTo>
                  <a:close/>
                </a:path>
                <a:path w="4565015" h="4641215">
                  <a:moveTo>
                    <a:pt x="2310460" y="4621923"/>
                  </a:moveTo>
                  <a:lnTo>
                    <a:pt x="2253399" y="4621923"/>
                  </a:lnTo>
                  <a:lnTo>
                    <a:pt x="2253399" y="4640935"/>
                  </a:lnTo>
                  <a:lnTo>
                    <a:pt x="2310460" y="4640935"/>
                  </a:lnTo>
                  <a:lnTo>
                    <a:pt x="2310460" y="4621923"/>
                  </a:lnTo>
                  <a:close/>
                </a:path>
                <a:path w="4565015" h="4641215">
                  <a:moveTo>
                    <a:pt x="2314765" y="0"/>
                  </a:moveTo>
                  <a:lnTo>
                    <a:pt x="2257704" y="0"/>
                  </a:lnTo>
                  <a:lnTo>
                    <a:pt x="2257704" y="19024"/>
                  </a:lnTo>
                  <a:lnTo>
                    <a:pt x="2314765" y="19024"/>
                  </a:lnTo>
                  <a:lnTo>
                    <a:pt x="2314765" y="0"/>
                  </a:lnTo>
                  <a:close/>
                </a:path>
                <a:path w="4565015" h="4641215">
                  <a:moveTo>
                    <a:pt x="2405316" y="4621923"/>
                  </a:moveTo>
                  <a:lnTo>
                    <a:pt x="2348255" y="4621923"/>
                  </a:lnTo>
                  <a:lnTo>
                    <a:pt x="2348255" y="4640935"/>
                  </a:lnTo>
                  <a:lnTo>
                    <a:pt x="2405316" y="4640935"/>
                  </a:lnTo>
                  <a:lnTo>
                    <a:pt x="2405316" y="4621923"/>
                  </a:lnTo>
                  <a:close/>
                </a:path>
                <a:path w="4565015" h="4641215">
                  <a:moveTo>
                    <a:pt x="2409621" y="0"/>
                  </a:moveTo>
                  <a:lnTo>
                    <a:pt x="2352560" y="0"/>
                  </a:lnTo>
                  <a:lnTo>
                    <a:pt x="2352560" y="19024"/>
                  </a:lnTo>
                  <a:lnTo>
                    <a:pt x="2409621" y="19024"/>
                  </a:lnTo>
                  <a:lnTo>
                    <a:pt x="2409621" y="0"/>
                  </a:lnTo>
                  <a:close/>
                </a:path>
                <a:path w="4565015" h="4641215">
                  <a:moveTo>
                    <a:pt x="2500160" y="4621923"/>
                  </a:moveTo>
                  <a:lnTo>
                    <a:pt x="2443099" y="4621923"/>
                  </a:lnTo>
                  <a:lnTo>
                    <a:pt x="2443099" y="4640935"/>
                  </a:lnTo>
                  <a:lnTo>
                    <a:pt x="2500160" y="4640935"/>
                  </a:lnTo>
                  <a:lnTo>
                    <a:pt x="2500160" y="4621923"/>
                  </a:lnTo>
                  <a:close/>
                </a:path>
                <a:path w="4565015" h="4641215">
                  <a:moveTo>
                    <a:pt x="2504478" y="0"/>
                  </a:moveTo>
                  <a:lnTo>
                    <a:pt x="2447417" y="0"/>
                  </a:lnTo>
                  <a:lnTo>
                    <a:pt x="2447417" y="19024"/>
                  </a:lnTo>
                  <a:lnTo>
                    <a:pt x="2504478" y="19024"/>
                  </a:lnTo>
                  <a:lnTo>
                    <a:pt x="2504478" y="0"/>
                  </a:lnTo>
                  <a:close/>
                </a:path>
                <a:path w="4565015" h="4641215">
                  <a:moveTo>
                    <a:pt x="2595016" y="4621923"/>
                  </a:moveTo>
                  <a:lnTo>
                    <a:pt x="2537955" y="4621923"/>
                  </a:lnTo>
                  <a:lnTo>
                    <a:pt x="2537955" y="4640935"/>
                  </a:lnTo>
                  <a:lnTo>
                    <a:pt x="2595016" y="4640935"/>
                  </a:lnTo>
                  <a:lnTo>
                    <a:pt x="2595016" y="4621923"/>
                  </a:lnTo>
                  <a:close/>
                </a:path>
                <a:path w="4565015" h="4641215">
                  <a:moveTo>
                    <a:pt x="2599321" y="0"/>
                  </a:moveTo>
                  <a:lnTo>
                    <a:pt x="2542260" y="0"/>
                  </a:lnTo>
                  <a:lnTo>
                    <a:pt x="2542260" y="19024"/>
                  </a:lnTo>
                  <a:lnTo>
                    <a:pt x="2599321" y="19024"/>
                  </a:lnTo>
                  <a:lnTo>
                    <a:pt x="2599321" y="0"/>
                  </a:lnTo>
                  <a:close/>
                </a:path>
                <a:path w="4565015" h="4641215">
                  <a:moveTo>
                    <a:pt x="2689834" y="4621923"/>
                  </a:moveTo>
                  <a:lnTo>
                    <a:pt x="2632773" y="4621923"/>
                  </a:lnTo>
                  <a:lnTo>
                    <a:pt x="2632773" y="4640935"/>
                  </a:lnTo>
                  <a:lnTo>
                    <a:pt x="2689834" y="4640935"/>
                  </a:lnTo>
                  <a:lnTo>
                    <a:pt x="2689834" y="4621923"/>
                  </a:lnTo>
                  <a:close/>
                </a:path>
                <a:path w="4565015" h="4641215">
                  <a:moveTo>
                    <a:pt x="2694216" y="0"/>
                  </a:moveTo>
                  <a:lnTo>
                    <a:pt x="2637155" y="0"/>
                  </a:lnTo>
                  <a:lnTo>
                    <a:pt x="2637155" y="19024"/>
                  </a:lnTo>
                  <a:lnTo>
                    <a:pt x="2694216" y="19024"/>
                  </a:lnTo>
                  <a:lnTo>
                    <a:pt x="2694216" y="0"/>
                  </a:lnTo>
                  <a:close/>
                </a:path>
                <a:path w="4565015" h="4641215">
                  <a:moveTo>
                    <a:pt x="2784741" y="4621923"/>
                  </a:moveTo>
                  <a:lnTo>
                    <a:pt x="2727680" y="4621923"/>
                  </a:lnTo>
                  <a:lnTo>
                    <a:pt x="2727680" y="4640935"/>
                  </a:lnTo>
                  <a:lnTo>
                    <a:pt x="2784741" y="4640935"/>
                  </a:lnTo>
                  <a:lnTo>
                    <a:pt x="2784741" y="4621923"/>
                  </a:lnTo>
                  <a:close/>
                </a:path>
                <a:path w="4565015" h="4641215">
                  <a:moveTo>
                    <a:pt x="2789021" y="0"/>
                  </a:moveTo>
                  <a:lnTo>
                    <a:pt x="2731960" y="0"/>
                  </a:lnTo>
                  <a:lnTo>
                    <a:pt x="2731960" y="19024"/>
                  </a:lnTo>
                  <a:lnTo>
                    <a:pt x="2789021" y="19024"/>
                  </a:lnTo>
                  <a:lnTo>
                    <a:pt x="2789021" y="0"/>
                  </a:lnTo>
                  <a:close/>
                </a:path>
                <a:path w="4565015" h="4641215">
                  <a:moveTo>
                    <a:pt x="2879560" y="4621923"/>
                  </a:moveTo>
                  <a:lnTo>
                    <a:pt x="2822498" y="4621923"/>
                  </a:lnTo>
                  <a:lnTo>
                    <a:pt x="2822498" y="4640935"/>
                  </a:lnTo>
                  <a:lnTo>
                    <a:pt x="2879560" y="4640935"/>
                  </a:lnTo>
                  <a:lnTo>
                    <a:pt x="2879560" y="4621923"/>
                  </a:lnTo>
                  <a:close/>
                </a:path>
                <a:path w="4565015" h="4641215">
                  <a:moveTo>
                    <a:pt x="2883839" y="0"/>
                  </a:moveTo>
                  <a:lnTo>
                    <a:pt x="2826778" y="0"/>
                  </a:lnTo>
                  <a:lnTo>
                    <a:pt x="2826778" y="19024"/>
                  </a:lnTo>
                  <a:lnTo>
                    <a:pt x="2883839" y="19024"/>
                  </a:lnTo>
                  <a:lnTo>
                    <a:pt x="2883839" y="0"/>
                  </a:lnTo>
                  <a:close/>
                </a:path>
                <a:path w="4565015" h="4641215">
                  <a:moveTo>
                    <a:pt x="2974467" y="4621923"/>
                  </a:moveTo>
                  <a:lnTo>
                    <a:pt x="2917418" y="4621923"/>
                  </a:lnTo>
                  <a:lnTo>
                    <a:pt x="2917418" y="4640935"/>
                  </a:lnTo>
                  <a:lnTo>
                    <a:pt x="2974467" y="4640935"/>
                  </a:lnTo>
                  <a:lnTo>
                    <a:pt x="2974467" y="4621923"/>
                  </a:lnTo>
                  <a:close/>
                </a:path>
                <a:path w="4565015" h="4641215">
                  <a:moveTo>
                    <a:pt x="2978747" y="0"/>
                  </a:moveTo>
                  <a:lnTo>
                    <a:pt x="2921685" y="0"/>
                  </a:lnTo>
                  <a:lnTo>
                    <a:pt x="2921685" y="19024"/>
                  </a:lnTo>
                  <a:lnTo>
                    <a:pt x="2978747" y="19024"/>
                  </a:lnTo>
                  <a:lnTo>
                    <a:pt x="2978747" y="0"/>
                  </a:lnTo>
                  <a:close/>
                </a:path>
                <a:path w="4565015" h="4641215">
                  <a:moveTo>
                    <a:pt x="3069285" y="4621923"/>
                  </a:moveTo>
                  <a:lnTo>
                    <a:pt x="3012224" y="4621923"/>
                  </a:lnTo>
                  <a:lnTo>
                    <a:pt x="3012224" y="4640935"/>
                  </a:lnTo>
                  <a:lnTo>
                    <a:pt x="3069285" y="4640935"/>
                  </a:lnTo>
                  <a:lnTo>
                    <a:pt x="3069285" y="4621923"/>
                  </a:lnTo>
                  <a:close/>
                </a:path>
                <a:path w="4565015" h="4641215">
                  <a:moveTo>
                    <a:pt x="3073565" y="0"/>
                  </a:moveTo>
                  <a:lnTo>
                    <a:pt x="3016504" y="0"/>
                  </a:lnTo>
                  <a:lnTo>
                    <a:pt x="3016504" y="19024"/>
                  </a:lnTo>
                  <a:lnTo>
                    <a:pt x="3073565" y="19024"/>
                  </a:lnTo>
                  <a:lnTo>
                    <a:pt x="3073565" y="0"/>
                  </a:lnTo>
                  <a:close/>
                </a:path>
                <a:path w="4565015" h="4641215">
                  <a:moveTo>
                    <a:pt x="3164103" y="4621923"/>
                  </a:moveTo>
                  <a:lnTo>
                    <a:pt x="3107042" y="4621923"/>
                  </a:lnTo>
                  <a:lnTo>
                    <a:pt x="3107042" y="4640935"/>
                  </a:lnTo>
                  <a:lnTo>
                    <a:pt x="3164103" y="4640935"/>
                  </a:lnTo>
                  <a:lnTo>
                    <a:pt x="3164103" y="4621923"/>
                  </a:lnTo>
                  <a:close/>
                </a:path>
                <a:path w="4565015" h="4641215">
                  <a:moveTo>
                    <a:pt x="3168485" y="0"/>
                  </a:moveTo>
                  <a:lnTo>
                    <a:pt x="3111423" y="0"/>
                  </a:lnTo>
                  <a:lnTo>
                    <a:pt x="3111423" y="19024"/>
                  </a:lnTo>
                  <a:lnTo>
                    <a:pt x="3168485" y="19024"/>
                  </a:lnTo>
                  <a:lnTo>
                    <a:pt x="3168485" y="0"/>
                  </a:lnTo>
                  <a:close/>
                </a:path>
                <a:path w="4565015" h="4641215">
                  <a:moveTo>
                    <a:pt x="3259010" y="4621923"/>
                  </a:moveTo>
                  <a:lnTo>
                    <a:pt x="3201949" y="4621923"/>
                  </a:lnTo>
                  <a:lnTo>
                    <a:pt x="3201949" y="4640935"/>
                  </a:lnTo>
                  <a:lnTo>
                    <a:pt x="3259010" y="4640935"/>
                  </a:lnTo>
                  <a:lnTo>
                    <a:pt x="3259010" y="4621923"/>
                  </a:lnTo>
                  <a:close/>
                </a:path>
                <a:path w="4565015" h="4641215">
                  <a:moveTo>
                    <a:pt x="3263290" y="0"/>
                  </a:moveTo>
                  <a:lnTo>
                    <a:pt x="3206229" y="0"/>
                  </a:lnTo>
                  <a:lnTo>
                    <a:pt x="3206229" y="19024"/>
                  </a:lnTo>
                  <a:lnTo>
                    <a:pt x="3263290" y="19024"/>
                  </a:lnTo>
                  <a:lnTo>
                    <a:pt x="3263290" y="0"/>
                  </a:lnTo>
                  <a:close/>
                </a:path>
                <a:path w="4565015" h="4641215">
                  <a:moveTo>
                    <a:pt x="3353828" y="4621923"/>
                  </a:moveTo>
                  <a:lnTo>
                    <a:pt x="3296767" y="4621923"/>
                  </a:lnTo>
                  <a:lnTo>
                    <a:pt x="3296767" y="4640935"/>
                  </a:lnTo>
                  <a:lnTo>
                    <a:pt x="3353828" y="4640935"/>
                  </a:lnTo>
                  <a:lnTo>
                    <a:pt x="3353828" y="4621923"/>
                  </a:lnTo>
                  <a:close/>
                </a:path>
                <a:path w="4565015" h="4641215">
                  <a:moveTo>
                    <a:pt x="3358108" y="0"/>
                  </a:moveTo>
                  <a:lnTo>
                    <a:pt x="3301047" y="0"/>
                  </a:lnTo>
                  <a:lnTo>
                    <a:pt x="3301047" y="19024"/>
                  </a:lnTo>
                  <a:lnTo>
                    <a:pt x="3358108" y="19024"/>
                  </a:lnTo>
                  <a:lnTo>
                    <a:pt x="3358108" y="0"/>
                  </a:lnTo>
                  <a:close/>
                </a:path>
                <a:path w="4565015" h="4641215">
                  <a:moveTo>
                    <a:pt x="3448748" y="4621923"/>
                  </a:moveTo>
                  <a:lnTo>
                    <a:pt x="3391687" y="4621923"/>
                  </a:lnTo>
                  <a:lnTo>
                    <a:pt x="3391687" y="4640935"/>
                  </a:lnTo>
                  <a:lnTo>
                    <a:pt x="3448748" y="4640935"/>
                  </a:lnTo>
                  <a:lnTo>
                    <a:pt x="3448748" y="4621923"/>
                  </a:lnTo>
                  <a:close/>
                </a:path>
                <a:path w="4565015" h="4641215">
                  <a:moveTo>
                    <a:pt x="3453028" y="0"/>
                  </a:moveTo>
                  <a:lnTo>
                    <a:pt x="3395967" y="0"/>
                  </a:lnTo>
                  <a:lnTo>
                    <a:pt x="3395967" y="19024"/>
                  </a:lnTo>
                  <a:lnTo>
                    <a:pt x="3453028" y="19024"/>
                  </a:lnTo>
                  <a:lnTo>
                    <a:pt x="3453028" y="0"/>
                  </a:lnTo>
                  <a:close/>
                </a:path>
                <a:path w="4565015" h="4641215">
                  <a:moveTo>
                    <a:pt x="3543554" y="4621923"/>
                  </a:moveTo>
                  <a:lnTo>
                    <a:pt x="3486493" y="4621923"/>
                  </a:lnTo>
                  <a:lnTo>
                    <a:pt x="3486493" y="4640935"/>
                  </a:lnTo>
                  <a:lnTo>
                    <a:pt x="3543554" y="4640935"/>
                  </a:lnTo>
                  <a:lnTo>
                    <a:pt x="3543554" y="4621923"/>
                  </a:lnTo>
                  <a:close/>
                </a:path>
                <a:path w="4565015" h="4641215">
                  <a:moveTo>
                    <a:pt x="3547834" y="0"/>
                  </a:moveTo>
                  <a:lnTo>
                    <a:pt x="3490772" y="0"/>
                  </a:lnTo>
                  <a:lnTo>
                    <a:pt x="3490772" y="19024"/>
                  </a:lnTo>
                  <a:lnTo>
                    <a:pt x="3547834" y="19024"/>
                  </a:lnTo>
                  <a:lnTo>
                    <a:pt x="3547834" y="0"/>
                  </a:lnTo>
                  <a:close/>
                </a:path>
                <a:path w="4565015" h="4641215">
                  <a:moveTo>
                    <a:pt x="3638372" y="4621923"/>
                  </a:moveTo>
                  <a:lnTo>
                    <a:pt x="3581311" y="4621923"/>
                  </a:lnTo>
                  <a:lnTo>
                    <a:pt x="3581311" y="4640935"/>
                  </a:lnTo>
                  <a:lnTo>
                    <a:pt x="3638372" y="4640935"/>
                  </a:lnTo>
                  <a:lnTo>
                    <a:pt x="3638372" y="4621923"/>
                  </a:lnTo>
                  <a:close/>
                </a:path>
                <a:path w="4565015" h="4641215">
                  <a:moveTo>
                    <a:pt x="3642753" y="0"/>
                  </a:moveTo>
                  <a:lnTo>
                    <a:pt x="3585692" y="0"/>
                  </a:lnTo>
                  <a:lnTo>
                    <a:pt x="3585692" y="19024"/>
                  </a:lnTo>
                  <a:lnTo>
                    <a:pt x="3642753" y="19024"/>
                  </a:lnTo>
                  <a:lnTo>
                    <a:pt x="3642753" y="0"/>
                  </a:lnTo>
                  <a:close/>
                </a:path>
                <a:path w="4565015" h="4641215">
                  <a:moveTo>
                    <a:pt x="3733292" y="4621923"/>
                  </a:moveTo>
                  <a:lnTo>
                    <a:pt x="3676231" y="4621923"/>
                  </a:lnTo>
                  <a:lnTo>
                    <a:pt x="3676231" y="4640935"/>
                  </a:lnTo>
                  <a:lnTo>
                    <a:pt x="3733292" y="4640935"/>
                  </a:lnTo>
                  <a:lnTo>
                    <a:pt x="3733292" y="4621923"/>
                  </a:lnTo>
                  <a:close/>
                </a:path>
                <a:path w="4565015" h="4641215">
                  <a:moveTo>
                    <a:pt x="3737572" y="0"/>
                  </a:moveTo>
                  <a:lnTo>
                    <a:pt x="3680510" y="0"/>
                  </a:lnTo>
                  <a:lnTo>
                    <a:pt x="3680510" y="19024"/>
                  </a:lnTo>
                  <a:lnTo>
                    <a:pt x="3737572" y="19024"/>
                  </a:lnTo>
                  <a:lnTo>
                    <a:pt x="3737572" y="0"/>
                  </a:lnTo>
                  <a:close/>
                </a:path>
                <a:path w="4565015" h="4641215">
                  <a:moveTo>
                    <a:pt x="3828097" y="4621923"/>
                  </a:moveTo>
                  <a:lnTo>
                    <a:pt x="3771036" y="4621923"/>
                  </a:lnTo>
                  <a:lnTo>
                    <a:pt x="3771036" y="4640935"/>
                  </a:lnTo>
                  <a:lnTo>
                    <a:pt x="3828097" y="4640935"/>
                  </a:lnTo>
                  <a:lnTo>
                    <a:pt x="3828097" y="4621923"/>
                  </a:lnTo>
                  <a:close/>
                </a:path>
                <a:path w="4565015" h="4641215">
                  <a:moveTo>
                    <a:pt x="3832377" y="0"/>
                  </a:moveTo>
                  <a:lnTo>
                    <a:pt x="3775316" y="0"/>
                  </a:lnTo>
                  <a:lnTo>
                    <a:pt x="3775316" y="19024"/>
                  </a:lnTo>
                  <a:lnTo>
                    <a:pt x="3832377" y="19024"/>
                  </a:lnTo>
                  <a:lnTo>
                    <a:pt x="3832377" y="0"/>
                  </a:lnTo>
                  <a:close/>
                </a:path>
                <a:path w="4565015" h="4641215">
                  <a:moveTo>
                    <a:pt x="3923017" y="4621923"/>
                  </a:moveTo>
                  <a:lnTo>
                    <a:pt x="3865956" y="4621923"/>
                  </a:lnTo>
                  <a:lnTo>
                    <a:pt x="3865956" y="4640935"/>
                  </a:lnTo>
                  <a:lnTo>
                    <a:pt x="3923017" y="4640935"/>
                  </a:lnTo>
                  <a:lnTo>
                    <a:pt x="3923017" y="4621923"/>
                  </a:lnTo>
                  <a:close/>
                </a:path>
                <a:path w="4565015" h="4641215">
                  <a:moveTo>
                    <a:pt x="3927297" y="0"/>
                  </a:moveTo>
                  <a:lnTo>
                    <a:pt x="3870236" y="0"/>
                  </a:lnTo>
                  <a:lnTo>
                    <a:pt x="3870236" y="19024"/>
                  </a:lnTo>
                  <a:lnTo>
                    <a:pt x="3927297" y="19024"/>
                  </a:lnTo>
                  <a:lnTo>
                    <a:pt x="3927297" y="0"/>
                  </a:lnTo>
                  <a:close/>
                </a:path>
                <a:path w="4565015" h="4641215">
                  <a:moveTo>
                    <a:pt x="4017822" y="4621923"/>
                  </a:moveTo>
                  <a:lnTo>
                    <a:pt x="3960774" y="4621923"/>
                  </a:lnTo>
                  <a:lnTo>
                    <a:pt x="3960774" y="4640935"/>
                  </a:lnTo>
                  <a:lnTo>
                    <a:pt x="4017822" y="4640935"/>
                  </a:lnTo>
                  <a:lnTo>
                    <a:pt x="4017822" y="4621923"/>
                  </a:lnTo>
                  <a:close/>
                </a:path>
                <a:path w="4565015" h="4641215">
                  <a:moveTo>
                    <a:pt x="4022102" y="0"/>
                  </a:moveTo>
                  <a:lnTo>
                    <a:pt x="3965041" y="0"/>
                  </a:lnTo>
                  <a:lnTo>
                    <a:pt x="3965041" y="19024"/>
                  </a:lnTo>
                  <a:lnTo>
                    <a:pt x="4022102" y="19024"/>
                  </a:lnTo>
                  <a:lnTo>
                    <a:pt x="4022102" y="0"/>
                  </a:lnTo>
                  <a:close/>
                </a:path>
                <a:path w="4565015" h="4641215">
                  <a:moveTo>
                    <a:pt x="4112641" y="4621923"/>
                  </a:moveTo>
                  <a:lnTo>
                    <a:pt x="4055580" y="4621923"/>
                  </a:lnTo>
                  <a:lnTo>
                    <a:pt x="4055580" y="4640935"/>
                  </a:lnTo>
                  <a:lnTo>
                    <a:pt x="4112641" y="4640935"/>
                  </a:lnTo>
                  <a:lnTo>
                    <a:pt x="4112641" y="4621923"/>
                  </a:lnTo>
                  <a:close/>
                </a:path>
                <a:path w="4565015" h="4641215">
                  <a:moveTo>
                    <a:pt x="4117022" y="0"/>
                  </a:moveTo>
                  <a:lnTo>
                    <a:pt x="4059961" y="0"/>
                  </a:lnTo>
                  <a:lnTo>
                    <a:pt x="4059961" y="19024"/>
                  </a:lnTo>
                  <a:lnTo>
                    <a:pt x="4117022" y="19024"/>
                  </a:lnTo>
                  <a:lnTo>
                    <a:pt x="4117022" y="0"/>
                  </a:lnTo>
                  <a:close/>
                </a:path>
                <a:path w="4565015" h="4641215">
                  <a:moveTo>
                    <a:pt x="4207560" y="4621923"/>
                  </a:moveTo>
                  <a:lnTo>
                    <a:pt x="4150499" y="4621923"/>
                  </a:lnTo>
                  <a:lnTo>
                    <a:pt x="4150499" y="4640935"/>
                  </a:lnTo>
                  <a:lnTo>
                    <a:pt x="4207560" y="4640935"/>
                  </a:lnTo>
                  <a:lnTo>
                    <a:pt x="4207560" y="4621923"/>
                  </a:lnTo>
                  <a:close/>
                </a:path>
                <a:path w="4565015" h="4641215">
                  <a:moveTo>
                    <a:pt x="4211840" y="0"/>
                  </a:moveTo>
                  <a:lnTo>
                    <a:pt x="4154779" y="0"/>
                  </a:lnTo>
                  <a:lnTo>
                    <a:pt x="4154779" y="19024"/>
                  </a:lnTo>
                  <a:lnTo>
                    <a:pt x="4211840" y="19024"/>
                  </a:lnTo>
                  <a:lnTo>
                    <a:pt x="4211840" y="0"/>
                  </a:lnTo>
                  <a:close/>
                </a:path>
                <a:path w="4565015" h="4641215">
                  <a:moveTo>
                    <a:pt x="4302366" y="4621923"/>
                  </a:moveTo>
                  <a:lnTo>
                    <a:pt x="4245305" y="4621923"/>
                  </a:lnTo>
                  <a:lnTo>
                    <a:pt x="4245305" y="4640935"/>
                  </a:lnTo>
                  <a:lnTo>
                    <a:pt x="4302366" y="4640935"/>
                  </a:lnTo>
                  <a:lnTo>
                    <a:pt x="4302366" y="4621923"/>
                  </a:lnTo>
                  <a:close/>
                </a:path>
                <a:path w="4565015" h="4641215">
                  <a:moveTo>
                    <a:pt x="4306646" y="0"/>
                  </a:moveTo>
                  <a:lnTo>
                    <a:pt x="4249585" y="0"/>
                  </a:lnTo>
                  <a:lnTo>
                    <a:pt x="4249585" y="19024"/>
                  </a:lnTo>
                  <a:lnTo>
                    <a:pt x="4306646" y="19024"/>
                  </a:lnTo>
                  <a:lnTo>
                    <a:pt x="4306646" y="0"/>
                  </a:lnTo>
                  <a:close/>
                </a:path>
                <a:path w="4565015" h="4641215">
                  <a:moveTo>
                    <a:pt x="4397286" y="4621923"/>
                  </a:moveTo>
                  <a:lnTo>
                    <a:pt x="4340225" y="4621923"/>
                  </a:lnTo>
                  <a:lnTo>
                    <a:pt x="4340225" y="4640935"/>
                  </a:lnTo>
                  <a:lnTo>
                    <a:pt x="4397286" y="4640935"/>
                  </a:lnTo>
                  <a:lnTo>
                    <a:pt x="4397286" y="4621923"/>
                  </a:lnTo>
                  <a:close/>
                </a:path>
                <a:path w="4565015" h="4641215">
                  <a:moveTo>
                    <a:pt x="4401566" y="0"/>
                  </a:moveTo>
                  <a:lnTo>
                    <a:pt x="4344505" y="0"/>
                  </a:lnTo>
                  <a:lnTo>
                    <a:pt x="4344505" y="19024"/>
                  </a:lnTo>
                  <a:lnTo>
                    <a:pt x="4401566" y="19024"/>
                  </a:lnTo>
                  <a:lnTo>
                    <a:pt x="4401566" y="0"/>
                  </a:lnTo>
                  <a:close/>
                </a:path>
                <a:path w="4565015" h="4641215">
                  <a:moveTo>
                    <a:pt x="4492409" y="4640770"/>
                  </a:moveTo>
                  <a:lnTo>
                    <a:pt x="4491507" y="4621923"/>
                  </a:lnTo>
                  <a:lnTo>
                    <a:pt x="4435043" y="4621923"/>
                  </a:lnTo>
                  <a:lnTo>
                    <a:pt x="4435043" y="4640935"/>
                  </a:lnTo>
                  <a:lnTo>
                    <a:pt x="4488789" y="4640935"/>
                  </a:lnTo>
                  <a:lnTo>
                    <a:pt x="4492409" y="4640770"/>
                  </a:lnTo>
                  <a:close/>
                </a:path>
                <a:path w="4565015" h="4641215">
                  <a:moveTo>
                    <a:pt x="4497146" y="368"/>
                  </a:moveTo>
                  <a:lnTo>
                    <a:pt x="4496282" y="368"/>
                  </a:lnTo>
                  <a:lnTo>
                    <a:pt x="4488789" y="0"/>
                  </a:lnTo>
                  <a:lnTo>
                    <a:pt x="4439323" y="0"/>
                  </a:lnTo>
                  <a:lnTo>
                    <a:pt x="4439323" y="19024"/>
                  </a:lnTo>
                  <a:lnTo>
                    <a:pt x="4495089" y="19024"/>
                  </a:lnTo>
                  <a:lnTo>
                    <a:pt x="4497146" y="368"/>
                  </a:lnTo>
                  <a:close/>
                </a:path>
                <a:path w="4565015" h="4641215">
                  <a:moveTo>
                    <a:pt x="4564570" y="4571123"/>
                  </a:moveTo>
                  <a:lnTo>
                    <a:pt x="4545850" y="4569574"/>
                  </a:lnTo>
                  <a:lnTo>
                    <a:pt x="4545850" y="4572355"/>
                  </a:lnTo>
                  <a:lnTo>
                    <a:pt x="4544415" y="4579709"/>
                  </a:lnTo>
                  <a:lnTo>
                    <a:pt x="4522152" y="4611649"/>
                  </a:lnTo>
                  <a:lnTo>
                    <a:pt x="4532909" y="4626762"/>
                  </a:lnTo>
                  <a:lnTo>
                    <a:pt x="4559071" y="4593971"/>
                  </a:lnTo>
                  <a:lnTo>
                    <a:pt x="4564507" y="4572355"/>
                  </a:lnTo>
                  <a:lnTo>
                    <a:pt x="4564570" y="4571123"/>
                  </a:lnTo>
                  <a:close/>
                </a:path>
                <a:path w="4565015" h="4641215">
                  <a:moveTo>
                    <a:pt x="4564799" y="74549"/>
                  </a:moveTo>
                  <a:lnTo>
                    <a:pt x="4552048" y="33807"/>
                  </a:lnTo>
                  <a:lnTo>
                    <a:pt x="4536922" y="17157"/>
                  </a:lnTo>
                  <a:lnTo>
                    <a:pt x="4525073" y="31686"/>
                  </a:lnTo>
                  <a:lnTo>
                    <a:pt x="4529137" y="35737"/>
                  </a:lnTo>
                  <a:lnTo>
                    <a:pt x="4534484" y="41084"/>
                  </a:lnTo>
                  <a:lnTo>
                    <a:pt x="4538624" y="47256"/>
                  </a:lnTo>
                  <a:lnTo>
                    <a:pt x="4544415" y="61239"/>
                  </a:lnTo>
                  <a:lnTo>
                    <a:pt x="4545850" y="68516"/>
                  </a:lnTo>
                  <a:lnTo>
                    <a:pt x="4545850" y="74930"/>
                  </a:lnTo>
                  <a:lnTo>
                    <a:pt x="4564799" y="74549"/>
                  </a:lnTo>
                  <a:close/>
                </a:path>
                <a:path w="4565015" h="4641215">
                  <a:moveTo>
                    <a:pt x="4564862" y="4475721"/>
                  </a:moveTo>
                  <a:lnTo>
                    <a:pt x="4545850" y="4475721"/>
                  </a:lnTo>
                  <a:lnTo>
                    <a:pt x="4545850" y="4532782"/>
                  </a:lnTo>
                  <a:lnTo>
                    <a:pt x="4564862" y="4532782"/>
                  </a:lnTo>
                  <a:lnTo>
                    <a:pt x="4564862" y="4475721"/>
                  </a:lnTo>
                  <a:close/>
                </a:path>
                <a:path w="4565015" h="4641215">
                  <a:moveTo>
                    <a:pt x="4564862" y="4380865"/>
                  </a:moveTo>
                  <a:lnTo>
                    <a:pt x="4545850" y="4380865"/>
                  </a:lnTo>
                  <a:lnTo>
                    <a:pt x="4545850" y="4437926"/>
                  </a:lnTo>
                  <a:lnTo>
                    <a:pt x="4564862" y="4437926"/>
                  </a:lnTo>
                  <a:lnTo>
                    <a:pt x="4564862" y="4380865"/>
                  </a:lnTo>
                  <a:close/>
                </a:path>
                <a:path w="4565015" h="4641215">
                  <a:moveTo>
                    <a:pt x="4564862" y="4286021"/>
                  </a:moveTo>
                  <a:lnTo>
                    <a:pt x="4545850" y="4286021"/>
                  </a:lnTo>
                  <a:lnTo>
                    <a:pt x="4545850" y="4343082"/>
                  </a:lnTo>
                  <a:lnTo>
                    <a:pt x="4564862" y="4343082"/>
                  </a:lnTo>
                  <a:lnTo>
                    <a:pt x="4564862" y="4286021"/>
                  </a:lnTo>
                  <a:close/>
                </a:path>
                <a:path w="4565015" h="4641215">
                  <a:moveTo>
                    <a:pt x="4564862" y="4191165"/>
                  </a:moveTo>
                  <a:lnTo>
                    <a:pt x="4545850" y="4191165"/>
                  </a:lnTo>
                  <a:lnTo>
                    <a:pt x="4545850" y="4248226"/>
                  </a:lnTo>
                  <a:lnTo>
                    <a:pt x="4564862" y="4248226"/>
                  </a:lnTo>
                  <a:lnTo>
                    <a:pt x="4564862" y="4191165"/>
                  </a:lnTo>
                  <a:close/>
                </a:path>
                <a:path w="4565015" h="4641215">
                  <a:moveTo>
                    <a:pt x="4564862" y="4096321"/>
                  </a:moveTo>
                  <a:lnTo>
                    <a:pt x="4545850" y="4096321"/>
                  </a:lnTo>
                  <a:lnTo>
                    <a:pt x="4545850" y="4153382"/>
                  </a:lnTo>
                  <a:lnTo>
                    <a:pt x="4564862" y="4153382"/>
                  </a:lnTo>
                  <a:lnTo>
                    <a:pt x="4564862" y="4096321"/>
                  </a:lnTo>
                  <a:close/>
                </a:path>
                <a:path w="4565015" h="4641215">
                  <a:moveTo>
                    <a:pt x="4564862" y="4001465"/>
                  </a:moveTo>
                  <a:lnTo>
                    <a:pt x="4545850" y="4001465"/>
                  </a:lnTo>
                  <a:lnTo>
                    <a:pt x="4545850" y="4058526"/>
                  </a:lnTo>
                  <a:lnTo>
                    <a:pt x="4564862" y="4058526"/>
                  </a:lnTo>
                  <a:lnTo>
                    <a:pt x="4564862" y="4001465"/>
                  </a:lnTo>
                  <a:close/>
                </a:path>
                <a:path w="4565015" h="4641215">
                  <a:moveTo>
                    <a:pt x="4564862" y="3906609"/>
                  </a:moveTo>
                  <a:lnTo>
                    <a:pt x="4545850" y="3906609"/>
                  </a:lnTo>
                  <a:lnTo>
                    <a:pt x="4545850" y="3963670"/>
                  </a:lnTo>
                  <a:lnTo>
                    <a:pt x="4564862" y="3963670"/>
                  </a:lnTo>
                  <a:lnTo>
                    <a:pt x="4564862" y="3906609"/>
                  </a:lnTo>
                  <a:close/>
                </a:path>
                <a:path w="4565015" h="4641215">
                  <a:moveTo>
                    <a:pt x="4564862" y="3811752"/>
                  </a:moveTo>
                  <a:lnTo>
                    <a:pt x="4545850" y="3811752"/>
                  </a:lnTo>
                  <a:lnTo>
                    <a:pt x="4545850" y="3868813"/>
                  </a:lnTo>
                  <a:lnTo>
                    <a:pt x="4564862" y="3868813"/>
                  </a:lnTo>
                  <a:lnTo>
                    <a:pt x="4564862" y="3811752"/>
                  </a:lnTo>
                  <a:close/>
                </a:path>
                <a:path w="4565015" h="4641215">
                  <a:moveTo>
                    <a:pt x="4564862" y="3716896"/>
                  </a:moveTo>
                  <a:lnTo>
                    <a:pt x="4545850" y="3716896"/>
                  </a:lnTo>
                  <a:lnTo>
                    <a:pt x="4545850" y="3773957"/>
                  </a:lnTo>
                  <a:lnTo>
                    <a:pt x="4564862" y="3773957"/>
                  </a:lnTo>
                  <a:lnTo>
                    <a:pt x="4564862" y="3716896"/>
                  </a:lnTo>
                  <a:close/>
                </a:path>
                <a:path w="4565015" h="4641215">
                  <a:moveTo>
                    <a:pt x="4564862" y="3622052"/>
                  </a:moveTo>
                  <a:lnTo>
                    <a:pt x="4545850" y="3622052"/>
                  </a:lnTo>
                  <a:lnTo>
                    <a:pt x="4545850" y="3679101"/>
                  </a:lnTo>
                  <a:lnTo>
                    <a:pt x="4564862" y="3679101"/>
                  </a:lnTo>
                  <a:lnTo>
                    <a:pt x="4564862" y="3622052"/>
                  </a:lnTo>
                  <a:close/>
                </a:path>
                <a:path w="4565015" h="4641215">
                  <a:moveTo>
                    <a:pt x="4564862" y="3527196"/>
                  </a:moveTo>
                  <a:lnTo>
                    <a:pt x="4545850" y="3527196"/>
                  </a:lnTo>
                  <a:lnTo>
                    <a:pt x="4545850" y="3584257"/>
                  </a:lnTo>
                  <a:lnTo>
                    <a:pt x="4564862" y="3584257"/>
                  </a:lnTo>
                  <a:lnTo>
                    <a:pt x="4564862" y="3527196"/>
                  </a:lnTo>
                  <a:close/>
                </a:path>
                <a:path w="4565015" h="4641215">
                  <a:moveTo>
                    <a:pt x="4564862" y="3432340"/>
                  </a:moveTo>
                  <a:lnTo>
                    <a:pt x="4545850" y="3432340"/>
                  </a:lnTo>
                  <a:lnTo>
                    <a:pt x="4545850" y="3489401"/>
                  </a:lnTo>
                  <a:lnTo>
                    <a:pt x="4564862" y="3489401"/>
                  </a:lnTo>
                  <a:lnTo>
                    <a:pt x="4564862" y="3432340"/>
                  </a:lnTo>
                  <a:close/>
                </a:path>
                <a:path w="4565015" h="4641215">
                  <a:moveTo>
                    <a:pt x="4564862" y="3337483"/>
                  </a:moveTo>
                  <a:lnTo>
                    <a:pt x="4545850" y="3337483"/>
                  </a:lnTo>
                  <a:lnTo>
                    <a:pt x="4545850" y="3394545"/>
                  </a:lnTo>
                  <a:lnTo>
                    <a:pt x="4564862" y="3394545"/>
                  </a:lnTo>
                  <a:lnTo>
                    <a:pt x="4564862" y="3337483"/>
                  </a:lnTo>
                  <a:close/>
                </a:path>
                <a:path w="4565015" h="4641215">
                  <a:moveTo>
                    <a:pt x="4564862" y="3242627"/>
                  </a:moveTo>
                  <a:lnTo>
                    <a:pt x="4545850" y="3242627"/>
                  </a:lnTo>
                  <a:lnTo>
                    <a:pt x="4545850" y="3299688"/>
                  </a:lnTo>
                  <a:lnTo>
                    <a:pt x="4564862" y="3299688"/>
                  </a:lnTo>
                  <a:lnTo>
                    <a:pt x="4564862" y="3242627"/>
                  </a:lnTo>
                  <a:close/>
                </a:path>
                <a:path w="4565015" h="4641215">
                  <a:moveTo>
                    <a:pt x="4564862" y="3147771"/>
                  </a:moveTo>
                  <a:lnTo>
                    <a:pt x="4545850" y="3147771"/>
                  </a:lnTo>
                  <a:lnTo>
                    <a:pt x="4545850" y="3204832"/>
                  </a:lnTo>
                  <a:lnTo>
                    <a:pt x="4564862" y="3204832"/>
                  </a:lnTo>
                  <a:lnTo>
                    <a:pt x="4564862" y="3147771"/>
                  </a:lnTo>
                  <a:close/>
                </a:path>
                <a:path w="4565015" h="4641215">
                  <a:moveTo>
                    <a:pt x="4564862" y="3052927"/>
                  </a:moveTo>
                  <a:lnTo>
                    <a:pt x="4545850" y="3052927"/>
                  </a:lnTo>
                  <a:lnTo>
                    <a:pt x="4545850" y="3109988"/>
                  </a:lnTo>
                  <a:lnTo>
                    <a:pt x="4564862" y="3109988"/>
                  </a:lnTo>
                  <a:lnTo>
                    <a:pt x="4564862" y="3052927"/>
                  </a:lnTo>
                  <a:close/>
                </a:path>
                <a:path w="4565015" h="4641215">
                  <a:moveTo>
                    <a:pt x="4564862" y="2958071"/>
                  </a:moveTo>
                  <a:lnTo>
                    <a:pt x="4545850" y="2958071"/>
                  </a:lnTo>
                  <a:lnTo>
                    <a:pt x="4545850" y="3015132"/>
                  </a:lnTo>
                  <a:lnTo>
                    <a:pt x="4564862" y="3015132"/>
                  </a:lnTo>
                  <a:lnTo>
                    <a:pt x="4564862" y="2958071"/>
                  </a:lnTo>
                  <a:close/>
                </a:path>
                <a:path w="4565015" h="4641215">
                  <a:moveTo>
                    <a:pt x="4564862" y="2863215"/>
                  </a:moveTo>
                  <a:lnTo>
                    <a:pt x="4545850" y="2863215"/>
                  </a:lnTo>
                  <a:lnTo>
                    <a:pt x="4545850" y="2920276"/>
                  </a:lnTo>
                  <a:lnTo>
                    <a:pt x="4564862" y="2920276"/>
                  </a:lnTo>
                  <a:lnTo>
                    <a:pt x="4564862" y="2863215"/>
                  </a:lnTo>
                  <a:close/>
                </a:path>
                <a:path w="4565015" h="4641215">
                  <a:moveTo>
                    <a:pt x="4564862" y="2768358"/>
                  </a:moveTo>
                  <a:lnTo>
                    <a:pt x="4545850" y="2768358"/>
                  </a:lnTo>
                  <a:lnTo>
                    <a:pt x="4545850" y="2825419"/>
                  </a:lnTo>
                  <a:lnTo>
                    <a:pt x="4564862" y="2825419"/>
                  </a:lnTo>
                  <a:lnTo>
                    <a:pt x="4564862" y="2768358"/>
                  </a:lnTo>
                  <a:close/>
                </a:path>
                <a:path w="4565015" h="4641215">
                  <a:moveTo>
                    <a:pt x="4564862" y="2673502"/>
                  </a:moveTo>
                  <a:lnTo>
                    <a:pt x="4545850" y="2673502"/>
                  </a:lnTo>
                  <a:lnTo>
                    <a:pt x="4545850" y="2730563"/>
                  </a:lnTo>
                  <a:lnTo>
                    <a:pt x="4564862" y="2730563"/>
                  </a:lnTo>
                  <a:lnTo>
                    <a:pt x="4564862" y="2673502"/>
                  </a:lnTo>
                  <a:close/>
                </a:path>
                <a:path w="4565015" h="4641215">
                  <a:moveTo>
                    <a:pt x="4564862" y="2578658"/>
                  </a:moveTo>
                  <a:lnTo>
                    <a:pt x="4545850" y="2578658"/>
                  </a:lnTo>
                  <a:lnTo>
                    <a:pt x="4545850" y="2635707"/>
                  </a:lnTo>
                  <a:lnTo>
                    <a:pt x="4564862" y="2635707"/>
                  </a:lnTo>
                  <a:lnTo>
                    <a:pt x="4564862" y="2578658"/>
                  </a:lnTo>
                  <a:close/>
                </a:path>
                <a:path w="4565015" h="4641215">
                  <a:moveTo>
                    <a:pt x="4564862" y="2483802"/>
                  </a:moveTo>
                  <a:lnTo>
                    <a:pt x="4545850" y="2483802"/>
                  </a:lnTo>
                  <a:lnTo>
                    <a:pt x="4545850" y="2540863"/>
                  </a:lnTo>
                  <a:lnTo>
                    <a:pt x="4564862" y="2540863"/>
                  </a:lnTo>
                  <a:lnTo>
                    <a:pt x="4564862" y="2483802"/>
                  </a:lnTo>
                  <a:close/>
                </a:path>
                <a:path w="4565015" h="4641215">
                  <a:moveTo>
                    <a:pt x="4564862" y="2388946"/>
                  </a:moveTo>
                  <a:lnTo>
                    <a:pt x="4545850" y="2388946"/>
                  </a:lnTo>
                  <a:lnTo>
                    <a:pt x="4545850" y="2446007"/>
                  </a:lnTo>
                  <a:lnTo>
                    <a:pt x="4564862" y="2446007"/>
                  </a:lnTo>
                  <a:lnTo>
                    <a:pt x="4564862" y="2388946"/>
                  </a:lnTo>
                  <a:close/>
                </a:path>
                <a:path w="4565015" h="4641215">
                  <a:moveTo>
                    <a:pt x="4564862" y="2294090"/>
                  </a:moveTo>
                  <a:lnTo>
                    <a:pt x="4545850" y="2294090"/>
                  </a:lnTo>
                  <a:lnTo>
                    <a:pt x="4545850" y="2351151"/>
                  </a:lnTo>
                  <a:lnTo>
                    <a:pt x="4564862" y="2351151"/>
                  </a:lnTo>
                  <a:lnTo>
                    <a:pt x="4564862" y="2294090"/>
                  </a:lnTo>
                  <a:close/>
                </a:path>
                <a:path w="4565015" h="4641215">
                  <a:moveTo>
                    <a:pt x="4564862" y="2199233"/>
                  </a:moveTo>
                  <a:lnTo>
                    <a:pt x="4545850" y="2199233"/>
                  </a:lnTo>
                  <a:lnTo>
                    <a:pt x="4545850" y="2256294"/>
                  </a:lnTo>
                  <a:lnTo>
                    <a:pt x="4564862" y="2256294"/>
                  </a:lnTo>
                  <a:lnTo>
                    <a:pt x="4564862" y="2199233"/>
                  </a:lnTo>
                  <a:close/>
                </a:path>
                <a:path w="4565015" h="4641215">
                  <a:moveTo>
                    <a:pt x="4564862" y="2104377"/>
                  </a:moveTo>
                  <a:lnTo>
                    <a:pt x="4545850" y="2104377"/>
                  </a:lnTo>
                  <a:lnTo>
                    <a:pt x="4545850" y="2161438"/>
                  </a:lnTo>
                  <a:lnTo>
                    <a:pt x="4564862" y="2161438"/>
                  </a:lnTo>
                  <a:lnTo>
                    <a:pt x="4564862" y="2104377"/>
                  </a:lnTo>
                  <a:close/>
                </a:path>
                <a:path w="4565015" h="4641215">
                  <a:moveTo>
                    <a:pt x="4564862" y="2009533"/>
                  </a:moveTo>
                  <a:lnTo>
                    <a:pt x="4545850" y="2009533"/>
                  </a:lnTo>
                  <a:lnTo>
                    <a:pt x="4545850" y="2066594"/>
                  </a:lnTo>
                  <a:lnTo>
                    <a:pt x="4564862" y="2066594"/>
                  </a:lnTo>
                  <a:lnTo>
                    <a:pt x="4564862" y="2009533"/>
                  </a:lnTo>
                  <a:close/>
                </a:path>
                <a:path w="4565015" h="4641215">
                  <a:moveTo>
                    <a:pt x="4564862" y="1914690"/>
                  </a:moveTo>
                  <a:lnTo>
                    <a:pt x="4545850" y="1914690"/>
                  </a:lnTo>
                  <a:lnTo>
                    <a:pt x="4545850" y="1971751"/>
                  </a:lnTo>
                  <a:lnTo>
                    <a:pt x="4564862" y="1971751"/>
                  </a:lnTo>
                  <a:lnTo>
                    <a:pt x="4564862" y="1914690"/>
                  </a:lnTo>
                  <a:close/>
                </a:path>
                <a:path w="4565015" h="4641215">
                  <a:moveTo>
                    <a:pt x="4564862" y="1819833"/>
                  </a:moveTo>
                  <a:lnTo>
                    <a:pt x="4545850" y="1819833"/>
                  </a:lnTo>
                  <a:lnTo>
                    <a:pt x="4545850" y="1876894"/>
                  </a:lnTo>
                  <a:lnTo>
                    <a:pt x="4564862" y="1876894"/>
                  </a:lnTo>
                  <a:lnTo>
                    <a:pt x="4564862" y="1819833"/>
                  </a:lnTo>
                  <a:close/>
                </a:path>
                <a:path w="4565015" h="4641215">
                  <a:moveTo>
                    <a:pt x="4564862" y="1724977"/>
                  </a:moveTo>
                  <a:lnTo>
                    <a:pt x="4545850" y="1724977"/>
                  </a:lnTo>
                  <a:lnTo>
                    <a:pt x="4545850" y="1782038"/>
                  </a:lnTo>
                  <a:lnTo>
                    <a:pt x="4564862" y="1782038"/>
                  </a:lnTo>
                  <a:lnTo>
                    <a:pt x="4564862" y="1724977"/>
                  </a:lnTo>
                  <a:close/>
                </a:path>
                <a:path w="4565015" h="4641215">
                  <a:moveTo>
                    <a:pt x="4564862" y="1630121"/>
                  </a:moveTo>
                  <a:lnTo>
                    <a:pt x="4545850" y="1630121"/>
                  </a:lnTo>
                  <a:lnTo>
                    <a:pt x="4545850" y="1687182"/>
                  </a:lnTo>
                  <a:lnTo>
                    <a:pt x="4564862" y="1687182"/>
                  </a:lnTo>
                  <a:lnTo>
                    <a:pt x="4564862" y="1630121"/>
                  </a:lnTo>
                  <a:close/>
                </a:path>
                <a:path w="4565015" h="4641215">
                  <a:moveTo>
                    <a:pt x="4564862" y="1535264"/>
                  </a:moveTo>
                  <a:lnTo>
                    <a:pt x="4545850" y="1535264"/>
                  </a:lnTo>
                  <a:lnTo>
                    <a:pt x="4545850" y="1592326"/>
                  </a:lnTo>
                  <a:lnTo>
                    <a:pt x="4564862" y="1592326"/>
                  </a:lnTo>
                  <a:lnTo>
                    <a:pt x="4564862" y="1535264"/>
                  </a:lnTo>
                  <a:close/>
                </a:path>
                <a:path w="4565015" h="4641215">
                  <a:moveTo>
                    <a:pt x="4564862" y="1440408"/>
                  </a:moveTo>
                  <a:lnTo>
                    <a:pt x="4545850" y="1440408"/>
                  </a:lnTo>
                  <a:lnTo>
                    <a:pt x="4545850" y="1497469"/>
                  </a:lnTo>
                  <a:lnTo>
                    <a:pt x="4564862" y="1497469"/>
                  </a:lnTo>
                  <a:lnTo>
                    <a:pt x="4564862" y="1440408"/>
                  </a:lnTo>
                  <a:close/>
                </a:path>
                <a:path w="4565015" h="4641215">
                  <a:moveTo>
                    <a:pt x="4564862" y="1345565"/>
                  </a:moveTo>
                  <a:lnTo>
                    <a:pt x="4545850" y="1345565"/>
                  </a:lnTo>
                  <a:lnTo>
                    <a:pt x="4545850" y="1402626"/>
                  </a:lnTo>
                  <a:lnTo>
                    <a:pt x="4564862" y="1402626"/>
                  </a:lnTo>
                  <a:lnTo>
                    <a:pt x="4564862" y="1345565"/>
                  </a:lnTo>
                  <a:close/>
                </a:path>
                <a:path w="4565015" h="4641215">
                  <a:moveTo>
                    <a:pt x="4564862" y="1250708"/>
                  </a:moveTo>
                  <a:lnTo>
                    <a:pt x="4545850" y="1250708"/>
                  </a:lnTo>
                  <a:lnTo>
                    <a:pt x="4545850" y="1307769"/>
                  </a:lnTo>
                  <a:lnTo>
                    <a:pt x="4564862" y="1307769"/>
                  </a:lnTo>
                  <a:lnTo>
                    <a:pt x="4564862" y="1250708"/>
                  </a:lnTo>
                  <a:close/>
                </a:path>
                <a:path w="4565015" h="4641215">
                  <a:moveTo>
                    <a:pt x="4564862" y="1155852"/>
                  </a:moveTo>
                  <a:lnTo>
                    <a:pt x="4545850" y="1155852"/>
                  </a:lnTo>
                  <a:lnTo>
                    <a:pt x="4545850" y="1212913"/>
                  </a:lnTo>
                  <a:lnTo>
                    <a:pt x="4564862" y="1212913"/>
                  </a:lnTo>
                  <a:lnTo>
                    <a:pt x="4564862" y="1155852"/>
                  </a:lnTo>
                  <a:close/>
                </a:path>
                <a:path w="4565015" h="4641215">
                  <a:moveTo>
                    <a:pt x="4564862" y="1060996"/>
                  </a:moveTo>
                  <a:lnTo>
                    <a:pt x="4545850" y="1060996"/>
                  </a:lnTo>
                  <a:lnTo>
                    <a:pt x="4545850" y="1118057"/>
                  </a:lnTo>
                  <a:lnTo>
                    <a:pt x="4564862" y="1118057"/>
                  </a:lnTo>
                  <a:lnTo>
                    <a:pt x="4564862" y="1060996"/>
                  </a:lnTo>
                  <a:close/>
                </a:path>
                <a:path w="4565015" h="4641215">
                  <a:moveTo>
                    <a:pt x="4564862" y="966139"/>
                  </a:moveTo>
                  <a:lnTo>
                    <a:pt x="4545850" y="966139"/>
                  </a:lnTo>
                  <a:lnTo>
                    <a:pt x="4545850" y="1023200"/>
                  </a:lnTo>
                  <a:lnTo>
                    <a:pt x="4564862" y="1023200"/>
                  </a:lnTo>
                  <a:lnTo>
                    <a:pt x="4564862" y="966139"/>
                  </a:lnTo>
                  <a:close/>
                </a:path>
                <a:path w="4565015" h="4641215">
                  <a:moveTo>
                    <a:pt x="4564862" y="871296"/>
                  </a:moveTo>
                  <a:lnTo>
                    <a:pt x="4545850" y="871296"/>
                  </a:lnTo>
                  <a:lnTo>
                    <a:pt x="4545850" y="928357"/>
                  </a:lnTo>
                  <a:lnTo>
                    <a:pt x="4564862" y="928357"/>
                  </a:lnTo>
                  <a:lnTo>
                    <a:pt x="4564862" y="871296"/>
                  </a:lnTo>
                  <a:close/>
                </a:path>
                <a:path w="4565015" h="4641215">
                  <a:moveTo>
                    <a:pt x="4564862" y="776439"/>
                  </a:moveTo>
                  <a:lnTo>
                    <a:pt x="4545850" y="776439"/>
                  </a:lnTo>
                  <a:lnTo>
                    <a:pt x="4545850" y="833501"/>
                  </a:lnTo>
                  <a:lnTo>
                    <a:pt x="4564862" y="833501"/>
                  </a:lnTo>
                  <a:lnTo>
                    <a:pt x="4564862" y="776439"/>
                  </a:lnTo>
                  <a:close/>
                </a:path>
                <a:path w="4565015" h="4641215">
                  <a:moveTo>
                    <a:pt x="4564862" y="681583"/>
                  </a:moveTo>
                  <a:lnTo>
                    <a:pt x="4545850" y="681583"/>
                  </a:lnTo>
                  <a:lnTo>
                    <a:pt x="4545850" y="738644"/>
                  </a:lnTo>
                  <a:lnTo>
                    <a:pt x="4564862" y="738644"/>
                  </a:lnTo>
                  <a:lnTo>
                    <a:pt x="4564862" y="681583"/>
                  </a:lnTo>
                  <a:close/>
                </a:path>
                <a:path w="4565015" h="4641215">
                  <a:moveTo>
                    <a:pt x="4564862" y="586727"/>
                  </a:moveTo>
                  <a:lnTo>
                    <a:pt x="4545850" y="586727"/>
                  </a:lnTo>
                  <a:lnTo>
                    <a:pt x="4545850" y="643788"/>
                  </a:lnTo>
                  <a:lnTo>
                    <a:pt x="4564862" y="643788"/>
                  </a:lnTo>
                  <a:lnTo>
                    <a:pt x="4564862" y="586727"/>
                  </a:lnTo>
                  <a:close/>
                </a:path>
                <a:path w="4565015" h="4641215">
                  <a:moveTo>
                    <a:pt x="4564862" y="491871"/>
                  </a:moveTo>
                  <a:lnTo>
                    <a:pt x="4545850" y="491871"/>
                  </a:lnTo>
                  <a:lnTo>
                    <a:pt x="4545850" y="548932"/>
                  </a:lnTo>
                  <a:lnTo>
                    <a:pt x="4564862" y="548932"/>
                  </a:lnTo>
                  <a:lnTo>
                    <a:pt x="4564862" y="491871"/>
                  </a:lnTo>
                  <a:close/>
                </a:path>
                <a:path w="4565015" h="4641215">
                  <a:moveTo>
                    <a:pt x="4564862" y="397014"/>
                  </a:moveTo>
                  <a:lnTo>
                    <a:pt x="4545850" y="397014"/>
                  </a:lnTo>
                  <a:lnTo>
                    <a:pt x="4545850" y="454075"/>
                  </a:lnTo>
                  <a:lnTo>
                    <a:pt x="4564862" y="454075"/>
                  </a:lnTo>
                  <a:lnTo>
                    <a:pt x="4564862" y="397014"/>
                  </a:lnTo>
                  <a:close/>
                </a:path>
                <a:path w="4565015" h="4641215">
                  <a:moveTo>
                    <a:pt x="4564862" y="302171"/>
                  </a:moveTo>
                  <a:lnTo>
                    <a:pt x="4545850" y="302171"/>
                  </a:lnTo>
                  <a:lnTo>
                    <a:pt x="4545850" y="359232"/>
                  </a:lnTo>
                  <a:lnTo>
                    <a:pt x="4564862" y="359232"/>
                  </a:lnTo>
                  <a:lnTo>
                    <a:pt x="4564862" y="302171"/>
                  </a:lnTo>
                  <a:close/>
                </a:path>
                <a:path w="4565015" h="4641215">
                  <a:moveTo>
                    <a:pt x="4564862" y="207314"/>
                  </a:moveTo>
                  <a:lnTo>
                    <a:pt x="4545850" y="207314"/>
                  </a:lnTo>
                  <a:lnTo>
                    <a:pt x="4545850" y="264375"/>
                  </a:lnTo>
                  <a:lnTo>
                    <a:pt x="4564862" y="264375"/>
                  </a:lnTo>
                  <a:lnTo>
                    <a:pt x="4564862" y="207314"/>
                  </a:lnTo>
                  <a:close/>
                </a:path>
                <a:path w="4565015" h="4641215">
                  <a:moveTo>
                    <a:pt x="4564862" y="112458"/>
                  </a:moveTo>
                  <a:lnTo>
                    <a:pt x="4545850" y="112458"/>
                  </a:lnTo>
                  <a:lnTo>
                    <a:pt x="4545850" y="169519"/>
                  </a:lnTo>
                  <a:lnTo>
                    <a:pt x="4564862" y="169519"/>
                  </a:lnTo>
                  <a:lnTo>
                    <a:pt x="4564862" y="112458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49028" y="2243815"/>
              <a:ext cx="457199" cy="40004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7210240" y="2848070"/>
            <a:ext cx="3934460" cy="3708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825625" marR="5080" indent="-1813560">
              <a:lnSpc>
                <a:spcPts val="1270"/>
              </a:lnSpc>
              <a:spcBef>
                <a:spcPts val="295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Insert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screenshot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of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200" spc="-120" dirty="0">
                <a:solidFill>
                  <a:srgbClr val="64738B"/>
                </a:solidFill>
                <a:latin typeface="Garamond"/>
                <a:cs typeface="Garamond"/>
              </a:rPr>
              <a:t>&gt;</a:t>
            </a:r>
            <a:r>
              <a:rPr sz="1200" dirty="0">
                <a:solidFill>
                  <a:srgbClr val="64738B"/>
                </a:solidFill>
                <a:latin typeface="Garamond"/>
                <a:cs typeface="Garamond"/>
              </a:rPr>
              <a:t> 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here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942391" y="3280998"/>
            <a:ext cx="4469765" cy="732790"/>
            <a:chOff x="6942391" y="3280998"/>
            <a:chExt cx="4469765" cy="732790"/>
          </a:xfrm>
        </p:grpSpPr>
        <p:sp>
          <p:nvSpPr>
            <p:cNvPr id="37" name="object 37"/>
            <p:cNvSpPr/>
            <p:nvPr/>
          </p:nvSpPr>
          <p:spPr>
            <a:xfrm>
              <a:off x="6947146" y="3285754"/>
              <a:ext cx="4460875" cy="723265"/>
            </a:xfrm>
            <a:custGeom>
              <a:avLst/>
              <a:gdLst/>
              <a:ahLst/>
              <a:cxnLst/>
              <a:rect l="l" t="t" r="r" b="b"/>
              <a:pathLst>
                <a:path w="4460875" h="723264">
                  <a:moveTo>
                    <a:pt x="4431338" y="722769"/>
                  </a:moveTo>
                  <a:lnTo>
                    <a:pt x="28872" y="722769"/>
                  </a:lnTo>
                  <a:lnTo>
                    <a:pt x="24621" y="721923"/>
                  </a:lnTo>
                  <a:lnTo>
                    <a:pt x="0" y="693896"/>
                  </a:lnTo>
                  <a:lnTo>
                    <a:pt x="0" y="689484"/>
                  </a:lnTo>
                  <a:lnTo>
                    <a:pt x="0" y="28872"/>
                  </a:lnTo>
                  <a:lnTo>
                    <a:pt x="28872" y="0"/>
                  </a:lnTo>
                  <a:lnTo>
                    <a:pt x="4431338" y="0"/>
                  </a:lnTo>
                  <a:lnTo>
                    <a:pt x="4460249" y="28872"/>
                  </a:lnTo>
                  <a:lnTo>
                    <a:pt x="4460249" y="693896"/>
                  </a:lnTo>
                  <a:lnTo>
                    <a:pt x="4435617" y="721923"/>
                  </a:lnTo>
                  <a:lnTo>
                    <a:pt x="4431338" y="7227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47146" y="3285754"/>
              <a:ext cx="4460875" cy="723265"/>
            </a:xfrm>
            <a:custGeom>
              <a:avLst/>
              <a:gdLst/>
              <a:ahLst/>
              <a:cxnLst/>
              <a:rect l="l" t="t" r="r" b="b"/>
              <a:pathLst>
                <a:path w="4460875" h="723264">
                  <a:moveTo>
                    <a:pt x="0" y="689484"/>
                  </a:moveTo>
                  <a:lnTo>
                    <a:pt x="0" y="33285"/>
                  </a:lnTo>
                  <a:lnTo>
                    <a:pt x="0" y="28872"/>
                  </a:lnTo>
                  <a:lnTo>
                    <a:pt x="846" y="24621"/>
                  </a:lnTo>
                  <a:lnTo>
                    <a:pt x="28872" y="0"/>
                  </a:lnTo>
                  <a:lnTo>
                    <a:pt x="33285" y="0"/>
                  </a:lnTo>
                  <a:lnTo>
                    <a:pt x="4426963" y="0"/>
                  </a:lnTo>
                  <a:lnTo>
                    <a:pt x="4431338" y="0"/>
                  </a:lnTo>
                  <a:lnTo>
                    <a:pt x="4435617" y="846"/>
                  </a:lnTo>
                  <a:lnTo>
                    <a:pt x="4439707" y="2529"/>
                  </a:lnTo>
                  <a:lnTo>
                    <a:pt x="4443796" y="4222"/>
                  </a:lnTo>
                  <a:lnTo>
                    <a:pt x="4447410" y="6628"/>
                  </a:lnTo>
                  <a:lnTo>
                    <a:pt x="4450453" y="9747"/>
                  </a:lnTo>
                  <a:lnTo>
                    <a:pt x="4453592" y="12867"/>
                  </a:lnTo>
                  <a:lnTo>
                    <a:pt x="4456064" y="16471"/>
                  </a:lnTo>
                  <a:lnTo>
                    <a:pt x="4457681" y="20551"/>
                  </a:lnTo>
                  <a:lnTo>
                    <a:pt x="4459393" y="24621"/>
                  </a:lnTo>
                  <a:lnTo>
                    <a:pt x="4460249" y="28872"/>
                  </a:lnTo>
                  <a:lnTo>
                    <a:pt x="4460249" y="33285"/>
                  </a:lnTo>
                  <a:lnTo>
                    <a:pt x="4460249" y="689484"/>
                  </a:lnTo>
                  <a:lnTo>
                    <a:pt x="4460249" y="693896"/>
                  </a:lnTo>
                  <a:lnTo>
                    <a:pt x="4459393" y="698147"/>
                  </a:lnTo>
                  <a:lnTo>
                    <a:pt x="4457681" y="702218"/>
                  </a:lnTo>
                  <a:lnTo>
                    <a:pt x="4456064" y="706298"/>
                  </a:lnTo>
                  <a:lnTo>
                    <a:pt x="4453592" y="709902"/>
                  </a:lnTo>
                  <a:lnTo>
                    <a:pt x="4450453" y="713021"/>
                  </a:lnTo>
                  <a:lnTo>
                    <a:pt x="4447410" y="716141"/>
                  </a:lnTo>
                  <a:lnTo>
                    <a:pt x="4443796" y="718547"/>
                  </a:lnTo>
                  <a:lnTo>
                    <a:pt x="4439707" y="720239"/>
                  </a:lnTo>
                  <a:lnTo>
                    <a:pt x="4435617" y="721923"/>
                  </a:lnTo>
                  <a:lnTo>
                    <a:pt x="4431338" y="722769"/>
                  </a:lnTo>
                  <a:lnTo>
                    <a:pt x="4426963" y="722769"/>
                  </a:lnTo>
                  <a:lnTo>
                    <a:pt x="33285" y="722769"/>
                  </a:lnTo>
                  <a:lnTo>
                    <a:pt x="28872" y="722769"/>
                  </a:lnTo>
                  <a:lnTo>
                    <a:pt x="24621" y="721923"/>
                  </a:lnTo>
                  <a:lnTo>
                    <a:pt x="0" y="693896"/>
                  </a:lnTo>
                  <a:lnTo>
                    <a:pt x="0" y="68948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151895" y="3347050"/>
            <a:ext cx="2051050" cy="55054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616585">
              <a:lnSpc>
                <a:spcPct val="100000"/>
              </a:lnSpc>
              <a:spcBef>
                <a:spcPts val="350"/>
              </a:spcBef>
            </a:pPr>
            <a:r>
              <a:rPr sz="10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</a:t>
            </a:r>
            <a:r>
              <a:rPr sz="10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endParaRPr sz="1000">
              <a:latin typeface="Microsoft Sans Serif"/>
              <a:cs typeface="Microsoft Sans Serif"/>
            </a:endParaRPr>
          </a:p>
          <a:p>
            <a:pPr marL="12700" marR="5080" indent="544830">
              <a:lnSpc>
                <a:spcPts val="1350"/>
              </a:lnSpc>
              <a:spcBef>
                <a:spcPts val="70"/>
              </a:spcBef>
            </a:pPr>
            <a:r>
              <a:rPr sz="9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ClientApp:</a:t>
            </a:r>
            <a:r>
              <a:rPr sz="900" spc="1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Chrome </a:t>
            </a:r>
            <a:r>
              <a:rPr sz="900" spc="-25" dirty="0">
                <a:solidFill>
                  <a:srgbClr val="94A2B8"/>
                </a:solidFill>
                <a:latin typeface="Microsoft Sans Serif"/>
                <a:cs typeface="Microsoft Sans Serif"/>
              </a:rPr>
              <a:t>MainWindowClass:</a:t>
            </a:r>
            <a:r>
              <a:rPr sz="900" spc="2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94A2B8"/>
                </a:solidFill>
                <a:latin typeface="Microsoft Sans Serif"/>
                <a:cs typeface="Microsoft Sans Serif"/>
              </a:rPr>
              <a:t>Chrome_WidgetWin_1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894841" y="5639510"/>
            <a:ext cx="4565015" cy="456565"/>
            <a:chOff x="6894841" y="5639510"/>
            <a:chExt cx="4565015" cy="456565"/>
          </a:xfrm>
        </p:grpSpPr>
        <p:sp>
          <p:nvSpPr>
            <p:cNvPr id="41" name="object 41"/>
            <p:cNvSpPr/>
            <p:nvPr/>
          </p:nvSpPr>
          <p:spPr>
            <a:xfrm>
              <a:off x="6899596" y="5644265"/>
              <a:ext cx="4555490" cy="447040"/>
            </a:xfrm>
            <a:custGeom>
              <a:avLst/>
              <a:gdLst/>
              <a:ahLst/>
              <a:cxnLst/>
              <a:rect l="l" t="t" r="r" b="b"/>
              <a:pathLst>
                <a:path w="4555490" h="447039">
                  <a:moveTo>
                    <a:pt x="4506468" y="446975"/>
                  </a:moveTo>
                  <a:lnTo>
                    <a:pt x="48872" y="446975"/>
                  </a:lnTo>
                  <a:lnTo>
                    <a:pt x="45467" y="446643"/>
                  </a:lnTo>
                  <a:lnTo>
                    <a:pt x="10717" y="426586"/>
                  </a:lnTo>
                  <a:lnTo>
                    <a:pt x="0" y="398103"/>
                  </a:lnTo>
                  <a:lnTo>
                    <a:pt x="0" y="394670"/>
                  </a:lnTo>
                  <a:lnTo>
                    <a:pt x="0" y="48872"/>
                  </a:lnTo>
                  <a:lnTo>
                    <a:pt x="17745" y="12895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398103"/>
                  </a:lnTo>
                  <a:lnTo>
                    <a:pt x="4537566" y="434080"/>
                  </a:lnTo>
                  <a:lnTo>
                    <a:pt x="4509892" y="446643"/>
                  </a:lnTo>
                  <a:lnTo>
                    <a:pt x="4506468" y="446975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99596" y="5644265"/>
              <a:ext cx="4555490" cy="447040"/>
            </a:xfrm>
            <a:custGeom>
              <a:avLst/>
              <a:gdLst/>
              <a:ahLst/>
              <a:cxnLst/>
              <a:rect l="l" t="t" r="r" b="b"/>
              <a:pathLst>
                <a:path w="4555490" h="447039">
                  <a:moveTo>
                    <a:pt x="0" y="394670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95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95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394670"/>
                  </a:lnTo>
                  <a:lnTo>
                    <a:pt x="4555350" y="398103"/>
                  </a:lnTo>
                  <a:lnTo>
                    <a:pt x="4554970" y="401508"/>
                  </a:lnTo>
                  <a:lnTo>
                    <a:pt x="4534998" y="436248"/>
                  </a:lnTo>
                  <a:lnTo>
                    <a:pt x="4532145" y="438160"/>
                  </a:lnTo>
                  <a:lnTo>
                    <a:pt x="4529292" y="440071"/>
                  </a:lnTo>
                  <a:lnTo>
                    <a:pt x="4526249" y="441678"/>
                  </a:lnTo>
                  <a:lnTo>
                    <a:pt x="4523015" y="442991"/>
                  </a:lnTo>
                  <a:lnTo>
                    <a:pt x="4519877" y="444303"/>
                  </a:lnTo>
                  <a:lnTo>
                    <a:pt x="4516644" y="445302"/>
                  </a:lnTo>
                  <a:lnTo>
                    <a:pt x="4513220" y="445967"/>
                  </a:lnTo>
                  <a:lnTo>
                    <a:pt x="4509892" y="446643"/>
                  </a:lnTo>
                  <a:lnTo>
                    <a:pt x="4506468" y="446975"/>
                  </a:lnTo>
                  <a:lnTo>
                    <a:pt x="4503044" y="446975"/>
                  </a:lnTo>
                  <a:lnTo>
                    <a:pt x="52305" y="446975"/>
                  </a:lnTo>
                  <a:lnTo>
                    <a:pt x="48872" y="446975"/>
                  </a:lnTo>
                  <a:lnTo>
                    <a:pt x="45467" y="446643"/>
                  </a:lnTo>
                  <a:lnTo>
                    <a:pt x="42101" y="445967"/>
                  </a:lnTo>
                  <a:lnTo>
                    <a:pt x="38734" y="445302"/>
                  </a:lnTo>
                  <a:lnTo>
                    <a:pt x="15320" y="431655"/>
                  </a:lnTo>
                  <a:lnTo>
                    <a:pt x="12886" y="429230"/>
                  </a:lnTo>
                  <a:lnTo>
                    <a:pt x="10717" y="426586"/>
                  </a:lnTo>
                  <a:lnTo>
                    <a:pt x="8815" y="423733"/>
                  </a:lnTo>
                  <a:lnTo>
                    <a:pt x="6904" y="420870"/>
                  </a:lnTo>
                  <a:lnTo>
                    <a:pt x="5297" y="417855"/>
                  </a:lnTo>
                  <a:lnTo>
                    <a:pt x="3984" y="414689"/>
                  </a:lnTo>
                  <a:lnTo>
                    <a:pt x="2662" y="411512"/>
                  </a:lnTo>
                  <a:lnTo>
                    <a:pt x="1673" y="408241"/>
                  </a:lnTo>
                  <a:lnTo>
                    <a:pt x="1008" y="404874"/>
                  </a:lnTo>
                  <a:lnTo>
                    <a:pt x="332" y="401508"/>
                  </a:lnTo>
                  <a:lnTo>
                    <a:pt x="0" y="398103"/>
                  </a:lnTo>
                  <a:lnTo>
                    <a:pt x="0" y="394670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9688" y="5804193"/>
              <a:ext cx="79374" cy="11747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205485" y="5694569"/>
            <a:ext cx="3620770" cy="326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40"/>
              </a:spcBef>
            </a:pPr>
            <a:r>
              <a:rPr sz="1000" b="1" spc="-30" dirty="0">
                <a:solidFill>
                  <a:srgbClr val="91400D"/>
                </a:solidFill>
                <a:latin typeface="Arial"/>
                <a:cs typeface="Arial"/>
              </a:rPr>
              <a:t>Tip:</a:t>
            </a:r>
            <a:r>
              <a:rPr sz="1000" b="1" spc="-4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91400D"/>
                </a:solidFill>
                <a:latin typeface="Microsoft Sans Serif"/>
                <a:cs typeface="Microsoft Sans Serif"/>
              </a:rPr>
              <a:t>Ensure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path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in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component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matches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actual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installation</a:t>
            </a:r>
            <a:r>
              <a:rPr sz="10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path.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76"/>
            <a:ext cx="430212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WebFormFields</a:t>
            </a:r>
            <a:r>
              <a:rPr sz="2050" b="0" spc="-105" dirty="0">
                <a:latin typeface="Segoe UI Symbol"/>
                <a:cs typeface="Segoe UI Symbol"/>
              </a:rPr>
              <a:t>:</a:t>
            </a:r>
            <a:r>
              <a:rPr sz="2050" b="0" spc="-80" dirty="0">
                <a:latin typeface="Segoe UI Symbol"/>
                <a:cs typeface="Segoe UI Symbol"/>
              </a:rPr>
              <a:t> </a:t>
            </a:r>
            <a:r>
              <a:rPr spc="-95" dirty="0"/>
              <a:t>Input</a:t>
            </a:r>
            <a:r>
              <a:rPr spc="-80" dirty="0"/>
              <a:t> </a:t>
            </a:r>
            <a:r>
              <a:rPr spc="-120" dirty="0"/>
              <a:t>and</a:t>
            </a:r>
            <a:r>
              <a:rPr spc="-80" dirty="0"/>
              <a:t> </a:t>
            </a:r>
            <a:r>
              <a:rPr spc="-95" dirty="0"/>
              <a:t>Click</a:t>
            </a:r>
            <a:r>
              <a:rPr spc="-75" dirty="0"/>
              <a:t> </a:t>
            </a:r>
            <a:r>
              <a:rPr spc="-95" dirty="0"/>
              <a:t>Basics</a:t>
            </a:r>
            <a:endParaRPr sz="20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49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58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16"/>
            <a:ext cx="11412220" cy="400050"/>
            <a:chOff x="389915" y="770316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18080"/>
            <a:ext cx="7294245" cy="541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Syntax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input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fields</a:t>
            </a:r>
            <a:r>
              <a:rPr sz="1200" spc="-1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70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buttons</a:t>
            </a:r>
            <a:r>
              <a:rPr sz="1200" spc="-2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70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actions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form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automation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these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patterns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interact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 </a:t>
            </a:r>
            <a:r>
              <a:rPr sz="10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DOM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elements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input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fields</a:t>
            </a:r>
            <a:r>
              <a:rPr sz="110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buttons</a:t>
            </a:r>
            <a:r>
              <a:rPr sz="110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clickable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elements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web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applications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07" y="1321896"/>
            <a:ext cx="5630545" cy="3633470"/>
            <a:chOff x="389907" y="1321896"/>
            <a:chExt cx="5630545" cy="3633470"/>
          </a:xfrm>
        </p:grpSpPr>
        <p:sp>
          <p:nvSpPr>
            <p:cNvPr id="11" name="object 11"/>
            <p:cNvSpPr/>
            <p:nvPr/>
          </p:nvSpPr>
          <p:spPr>
            <a:xfrm>
              <a:off x="394670" y="1326658"/>
              <a:ext cx="5621020" cy="3623945"/>
            </a:xfrm>
            <a:custGeom>
              <a:avLst/>
              <a:gdLst/>
              <a:ahLst/>
              <a:cxnLst/>
              <a:rect l="l" t="t" r="r" b="b"/>
              <a:pathLst>
                <a:path w="5621020" h="3623945">
                  <a:moveTo>
                    <a:pt x="0" y="3552032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552032"/>
                  </a:lnTo>
                  <a:lnTo>
                    <a:pt x="5620484" y="3556711"/>
                  </a:lnTo>
                  <a:lnTo>
                    <a:pt x="5620028" y="3561352"/>
                  </a:lnTo>
                  <a:lnTo>
                    <a:pt x="5619115" y="3565945"/>
                  </a:lnTo>
                  <a:lnTo>
                    <a:pt x="5618202" y="3570538"/>
                  </a:lnTo>
                  <a:lnTo>
                    <a:pt x="5599590" y="3602464"/>
                  </a:lnTo>
                  <a:lnTo>
                    <a:pt x="5596281" y="3605773"/>
                  </a:lnTo>
                  <a:lnTo>
                    <a:pt x="5563071" y="3621988"/>
                  </a:lnTo>
                  <a:lnTo>
                    <a:pt x="5558478" y="3622901"/>
                  </a:lnTo>
                  <a:lnTo>
                    <a:pt x="5553837" y="3623358"/>
                  </a:lnTo>
                  <a:lnTo>
                    <a:pt x="5549158" y="3623358"/>
                  </a:lnTo>
                  <a:lnTo>
                    <a:pt x="71325" y="3623358"/>
                  </a:lnTo>
                  <a:lnTo>
                    <a:pt x="66642" y="3623358"/>
                  </a:lnTo>
                  <a:lnTo>
                    <a:pt x="62004" y="3622901"/>
                  </a:lnTo>
                  <a:lnTo>
                    <a:pt x="57410" y="3621988"/>
                  </a:lnTo>
                  <a:lnTo>
                    <a:pt x="52817" y="3621075"/>
                  </a:lnTo>
                  <a:lnTo>
                    <a:pt x="48357" y="3619715"/>
                  </a:lnTo>
                  <a:lnTo>
                    <a:pt x="44030" y="3617927"/>
                  </a:lnTo>
                  <a:lnTo>
                    <a:pt x="39703" y="3616139"/>
                  </a:lnTo>
                  <a:lnTo>
                    <a:pt x="9418" y="3587761"/>
                  </a:lnTo>
                  <a:lnTo>
                    <a:pt x="1370" y="3565945"/>
                  </a:lnTo>
                  <a:lnTo>
                    <a:pt x="456" y="3561352"/>
                  </a:lnTo>
                  <a:lnTo>
                    <a:pt x="0" y="3556711"/>
                  </a:lnTo>
                  <a:lnTo>
                    <a:pt x="0" y="3552032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587" y="1721329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515117"/>
              <a:ext cx="152399" cy="1015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64752" y="1454028"/>
            <a:ext cx="117856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Input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Field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Syntax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1587" y="1844960"/>
            <a:ext cx="5306695" cy="2948305"/>
          </a:xfrm>
          <a:custGeom>
            <a:avLst/>
            <a:gdLst/>
            <a:ahLst/>
            <a:cxnLst/>
            <a:rect l="l" t="t" r="r" b="b"/>
            <a:pathLst>
              <a:path w="5306695" h="2948304">
                <a:moveTo>
                  <a:pt x="5253336" y="2948139"/>
                </a:moveTo>
                <a:lnTo>
                  <a:pt x="53313" y="2948139"/>
                </a:lnTo>
                <a:lnTo>
                  <a:pt x="49603" y="2947777"/>
                </a:lnTo>
                <a:lnTo>
                  <a:pt x="14063" y="2928776"/>
                </a:lnTo>
                <a:lnTo>
                  <a:pt x="0" y="2894825"/>
                </a:lnTo>
                <a:lnTo>
                  <a:pt x="0" y="2891078"/>
                </a:lnTo>
                <a:lnTo>
                  <a:pt x="0" y="53313"/>
                </a:lnTo>
                <a:lnTo>
                  <a:pt x="19361" y="14065"/>
                </a:lnTo>
                <a:lnTo>
                  <a:pt x="53313" y="0"/>
                </a:lnTo>
                <a:lnTo>
                  <a:pt x="5253336" y="0"/>
                </a:lnTo>
                <a:lnTo>
                  <a:pt x="5292584" y="19362"/>
                </a:lnTo>
                <a:lnTo>
                  <a:pt x="5306650" y="53313"/>
                </a:lnTo>
                <a:lnTo>
                  <a:pt x="5306650" y="2894825"/>
                </a:lnTo>
                <a:lnTo>
                  <a:pt x="5287287" y="2934073"/>
                </a:lnTo>
                <a:lnTo>
                  <a:pt x="5257045" y="2947777"/>
                </a:lnTo>
                <a:lnTo>
                  <a:pt x="5253336" y="2948139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008" y="1924223"/>
            <a:ext cx="3449954" cy="5676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Basic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input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field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pattern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Identifier</a:t>
            </a:r>
            <a:r>
              <a:rPr sz="1000" spc="-8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Value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(SearchBy=Type)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(SendSlow=Time)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2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Examples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008" y="2475810"/>
            <a:ext cx="4408805" cy="3873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username-element-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{username}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password-field-</a:t>
            </a:r>
            <a:r>
              <a:rPr sz="1000" spc="-55" dirty="0">
                <a:solidFill>
                  <a:srgbClr val="F472B5"/>
                </a:solidFill>
                <a:latin typeface="Lucida Console"/>
                <a:cs typeface="Lucida Console"/>
              </a:rPr>
              <a:t>name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{password}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(searchby=name)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(sendslow=0.05)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008" y="2837195"/>
            <a:ext cx="3381375" cy="5676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email-input-class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{email}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SearchBy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values: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ID,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Name,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Class,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Text,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Lucida Console"/>
                <a:cs typeface="Lucida Console"/>
              </a:rPr>
              <a:t>XPath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SendSlow: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 seconds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between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characters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(optional)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72064" y="1321896"/>
            <a:ext cx="5630545" cy="3633470"/>
            <a:chOff x="6172064" y="1321896"/>
            <a:chExt cx="5630545" cy="3633470"/>
          </a:xfrm>
        </p:grpSpPr>
        <p:sp>
          <p:nvSpPr>
            <p:cNvPr id="20" name="object 20"/>
            <p:cNvSpPr/>
            <p:nvPr/>
          </p:nvSpPr>
          <p:spPr>
            <a:xfrm>
              <a:off x="6176826" y="1326658"/>
              <a:ext cx="5621020" cy="3623945"/>
            </a:xfrm>
            <a:custGeom>
              <a:avLst/>
              <a:gdLst/>
              <a:ahLst/>
              <a:cxnLst/>
              <a:rect l="l" t="t" r="r" b="b"/>
              <a:pathLst>
                <a:path w="5621020" h="3623945">
                  <a:moveTo>
                    <a:pt x="0" y="3552032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552032"/>
                  </a:lnTo>
                  <a:lnTo>
                    <a:pt x="5620484" y="3556711"/>
                  </a:lnTo>
                  <a:lnTo>
                    <a:pt x="5620009" y="3561352"/>
                  </a:lnTo>
                  <a:lnTo>
                    <a:pt x="5602890" y="3599154"/>
                  </a:lnTo>
                  <a:lnTo>
                    <a:pt x="5599562" y="3602464"/>
                  </a:lnTo>
                  <a:lnTo>
                    <a:pt x="5596328" y="3605773"/>
                  </a:lnTo>
                  <a:lnTo>
                    <a:pt x="5576452" y="3617927"/>
                  </a:lnTo>
                  <a:lnTo>
                    <a:pt x="5572173" y="3619715"/>
                  </a:lnTo>
                  <a:lnTo>
                    <a:pt x="5567703" y="3621075"/>
                  </a:lnTo>
                  <a:lnTo>
                    <a:pt x="5563043" y="3621988"/>
                  </a:lnTo>
                  <a:lnTo>
                    <a:pt x="5558478" y="3622901"/>
                  </a:lnTo>
                  <a:lnTo>
                    <a:pt x="5553818" y="3623358"/>
                  </a:lnTo>
                  <a:lnTo>
                    <a:pt x="5549158" y="3623358"/>
                  </a:lnTo>
                  <a:lnTo>
                    <a:pt x="71325" y="3623358"/>
                  </a:lnTo>
                  <a:lnTo>
                    <a:pt x="66646" y="3623358"/>
                  </a:lnTo>
                  <a:lnTo>
                    <a:pt x="62006" y="3622901"/>
                  </a:lnTo>
                  <a:lnTo>
                    <a:pt x="57412" y="3621988"/>
                  </a:lnTo>
                  <a:lnTo>
                    <a:pt x="52819" y="3621075"/>
                  </a:lnTo>
                  <a:lnTo>
                    <a:pt x="20893" y="3602464"/>
                  </a:lnTo>
                  <a:lnTo>
                    <a:pt x="17574" y="3599154"/>
                  </a:lnTo>
                  <a:lnTo>
                    <a:pt x="14617" y="3595550"/>
                  </a:lnTo>
                  <a:lnTo>
                    <a:pt x="12020" y="3591660"/>
                  </a:lnTo>
                  <a:lnTo>
                    <a:pt x="9415" y="3587761"/>
                  </a:lnTo>
                  <a:lnTo>
                    <a:pt x="7218" y="3583653"/>
                  </a:lnTo>
                  <a:lnTo>
                    <a:pt x="5430" y="3579326"/>
                  </a:lnTo>
                  <a:lnTo>
                    <a:pt x="3632" y="3574999"/>
                  </a:lnTo>
                  <a:lnTo>
                    <a:pt x="2282" y="3570538"/>
                  </a:lnTo>
                  <a:lnTo>
                    <a:pt x="1369" y="3565945"/>
                  </a:lnTo>
                  <a:lnTo>
                    <a:pt x="456" y="3561352"/>
                  </a:lnTo>
                  <a:lnTo>
                    <a:pt x="0" y="3556711"/>
                  </a:lnTo>
                  <a:lnTo>
                    <a:pt x="0" y="3552032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33743" y="1721329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3" y="1505592"/>
              <a:ext cx="85724" cy="1206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480338" y="1454028"/>
            <a:ext cx="155829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70" dirty="0">
                <a:solidFill>
                  <a:srgbClr val="1D293B"/>
                </a:solidFill>
                <a:latin typeface="Arial"/>
                <a:cs typeface="Arial"/>
              </a:rPr>
              <a:t>Button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and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Click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0" dirty="0">
                <a:solidFill>
                  <a:srgbClr val="1D293B"/>
                </a:solidFill>
                <a:latin typeface="Arial"/>
                <a:cs typeface="Arial"/>
              </a:rPr>
              <a:t>Syntax</a:t>
            </a:r>
            <a:endParaRPr sz="11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33744" y="1844960"/>
            <a:ext cx="5306695" cy="2948305"/>
          </a:xfrm>
          <a:custGeom>
            <a:avLst/>
            <a:gdLst/>
            <a:ahLst/>
            <a:cxnLst/>
            <a:rect l="l" t="t" r="r" b="b"/>
            <a:pathLst>
              <a:path w="5306695" h="2948304">
                <a:moveTo>
                  <a:pt x="5253298" y="2948139"/>
                </a:moveTo>
                <a:lnTo>
                  <a:pt x="53313" y="2948139"/>
                </a:lnTo>
                <a:lnTo>
                  <a:pt x="49604" y="2947777"/>
                </a:lnTo>
                <a:lnTo>
                  <a:pt x="14065" y="2928776"/>
                </a:lnTo>
                <a:lnTo>
                  <a:pt x="0" y="2894825"/>
                </a:lnTo>
                <a:lnTo>
                  <a:pt x="0" y="2891078"/>
                </a:lnTo>
                <a:lnTo>
                  <a:pt x="0" y="53313"/>
                </a:lnTo>
                <a:lnTo>
                  <a:pt x="19362" y="14065"/>
                </a:lnTo>
                <a:lnTo>
                  <a:pt x="53313" y="0"/>
                </a:lnTo>
                <a:lnTo>
                  <a:pt x="5253298" y="0"/>
                </a:lnTo>
                <a:lnTo>
                  <a:pt x="5292575" y="19362"/>
                </a:lnTo>
                <a:lnTo>
                  <a:pt x="5306650" y="53313"/>
                </a:lnTo>
                <a:lnTo>
                  <a:pt x="5306650" y="2894825"/>
                </a:lnTo>
                <a:lnTo>
                  <a:pt x="5287249" y="2934073"/>
                </a:lnTo>
                <a:lnTo>
                  <a:pt x="5257007" y="2947777"/>
                </a:lnTo>
                <a:lnTo>
                  <a:pt x="5253298" y="2948139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35165" y="1924223"/>
            <a:ext cx="2970530" cy="14808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0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Button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click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pattern</a:t>
            </a:r>
            <a:endParaRPr sz="1000">
              <a:latin typeface="Lucida Console"/>
              <a:cs typeface="Lucida Console"/>
            </a:endParaRPr>
          </a:p>
          <a:p>
            <a:pPr marL="12700" marR="415925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Identifier</a:t>
            </a:r>
            <a:r>
              <a:rPr sz="1000" spc="-7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(SearchBy=Type)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1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Click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action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pattern</a:t>
            </a:r>
            <a:endParaRPr sz="1000">
              <a:latin typeface="Lucida Console"/>
              <a:cs typeface="Lucida Console"/>
            </a:endParaRPr>
          </a:p>
          <a:p>
            <a:pPr marL="12700" marR="483870">
              <a:lnSpc>
                <a:spcPct val="118600"/>
              </a:lnSpc>
              <a:spcBef>
                <a:spcPts val="7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Identifier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(Click)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(SearchBy=Type)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2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Examples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submit-button-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0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continue-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btn</a:t>
            </a:r>
            <a:r>
              <a:rPr sz="1000" spc="-9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(Click)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(searchby=text)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login-btn-xpath</a:t>
            </a:r>
            <a:r>
              <a:rPr sz="1000" spc="-7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(searchby=xpath)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7215" y="5133073"/>
            <a:ext cx="1614805" cy="9620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950" b="1" spc="-25" dirty="0">
                <a:solidFill>
                  <a:srgbClr val="1D293B"/>
                </a:solidFill>
                <a:latin typeface="Arial"/>
                <a:cs typeface="Arial"/>
              </a:rPr>
              <a:t>Supported</a:t>
            </a:r>
            <a:r>
              <a:rPr sz="9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50" b="1" spc="-35" dirty="0">
                <a:solidFill>
                  <a:srgbClr val="1D293B"/>
                </a:solidFill>
                <a:latin typeface="Arial"/>
                <a:cs typeface="Arial"/>
              </a:rPr>
              <a:t>SearchBy</a:t>
            </a:r>
            <a:r>
              <a:rPr sz="9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D293B"/>
                </a:solidFill>
                <a:latin typeface="Arial"/>
                <a:cs typeface="Arial"/>
              </a:rPr>
              <a:t>Values</a:t>
            </a:r>
            <a:endParaRPr sz="950">
              <a:latin typeface="Arial"/>
              <a:cs typeface="Arial"/>
            </a:endParaRPr>
          </a:p>
          <a:p>
            <a:pPr marL="99695" indent="-86995">
              <a:lnSpc>
                <a:spcPts val="1130"/>
              </a:lnSpc>
              <a:spcBef>
                <a:spcPts val="209"/>
              </a:spcBef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ID</a:t>
            </a:r>
            <a:r>
              <a:rPr sz="950" spc="-45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30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ID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attribute</a:t>
            </a:r>
            <a:endParaRPr sz="900">
              <a:latin typeface="Microsoft Sans Serif"/>
              <a:cs typeface="Microsoft Sans Serif"/>
            </a:endParaRPr>
          </a:p>
          <a:p>
            <a:pPr marL="99695" indent="-86995">
              <a:lnSpc>
                <a:spcPts val="1130"/>
              </a:lnSpc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Name</a:t>
            </a:r>
            <a:r>
              <a:rPr sz="950" spc="-35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30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name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attribute</a:t>
            </a:r>
            <a:endParaRPr sz="900">
              <a:latin typeface="Microsoft Sans Serif"/>
              <a:cs typeface="Microsoft Sans Serif"/>
            </a:endParaRPr>
          </a:p>
          <a:p>
            <a:pPr marL="99695" indent="-86995">
              <a:lnSpc>
                <a:spcPts val="1130"/>
              </a:lnSpc>
              <a:spcBef>
                <a:spcPts val="55"/>
              </a:spcBef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40" dirty="0">
                <a:solidFill>
                  <a:srgbClr val="64738B"/>
                </a:solidFill>
                <a:latin typeface="Arial"/>
                <a:cs typeface="Arial"/>
              </a:rPr>
              <a:t>Class</a:t>
            </a:r>
            <a:r>
              <a:rPr sz="950" spc="-40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35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class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attribute</a:t>
            </a:r>
            <a:endParaRPr sz="900">
              <a:latin typeface="Microsoft Sans Serif"/>
              <a:cs typeface="Microsoft Sans Serif"/>
            </a:endParaRPr>
          </a:p>
          <a:p>
            <a:pPr marL="99695" indent="-86995">
              <a:lnSpc>
                <a:spcPts val="1130"/>
              </a:lnSpc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30" dirty="0">
                <a:solidFill>
                  <a:srgbClr val="64738B"/>
                </a:solidFill>
                <a:latin typeface="Arial"/>
                <a:cs typeface="Arial"/>
              </a:rPr>
              <a:t>Text</a:t>
            </a:r>
            <a:r>
              <a:rPr sz="950" spc="-30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40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text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content</a:t>
            </a:r>
            <a:endParaRPr sz="900">
              <a:latin typeface="Microsoft Sans Serif"/>
              <a:cs typeface="Microsoft Sans Serif"/>
            </a:endParaRPr>
          </a:p>
          <a:p>
            <a:pPr marL="99695" indent="-86995">
              <a:lnSpc>
                <a:spcPct val="100000"/>
              </a:lnSpc>
              <a:spcBef>
                <a:spcPts val="60"/>
              </a:spcBef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XPath</a:t>
            </a:r>
            <a:r>
              <a:rPr sz="950" spc="-35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25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XPath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expression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59371" y="5133073"/>
            <a:ext cx="2857500" cy="6673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950" b="1" spc="-45" dirty="0">
                <a:solidFill>
                  <a:srgbClr val="1D293B"/>
                </a:solidFill>
                <a:latin typeface="Arial"/>
                <a:cs typeface="Arial"/>
              </a:rPr>
              <a:t>Key</a:t>
            </a:r>
            <a:r>
              <a:rPr sz="9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D293B"/>
                </a:solidFill>
                <a:latin typeface="Arial"/>
                <a:cs typeface="Arial"/>
              </a:rPr>
              <a:t>Parameters</a:t>
            </a:r>
            <a:endParaRPr sz="950">
              <a:latin typeface="Arial"/>
              <a:cs typeface="Arial"/>
            </a:endParaRPr>
          </a:p>
          <a:p>
            <a:pPr marL="99695" indent="-86995">
              <a:lnSpc>
                <a:spcPts val="1130"/>
              </a:lnSpc>
              <a:spcBef>
                <a:spcPts val="209"/>
              </a:spcBef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SendSlow</a:t>
            </a:r>
            <a:r>
              <a:rPr sz="950" spc="-45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35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Time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seconds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between characters</a:t>
            </a:r>
            <a:endParaRPr sz="900">
              <a:latin typeface="Microsoft Sans Serif"/>
              <a:cs typeface="Microsoft Sans Serif"/>
            </a:endParaRPr>
          </a:p>
          <a:p>
            <a:pPr marL="99695" indent="-86995">
              <a:lnSpc>
                <a:spcPts val="1130"/>
              </a:lnSpc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SearchBy</a:t>
            </a:r>
            <a:r>
              <a:rPr sz="950" spc="-45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35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How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locate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the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endParaRPr sz="900">
              <a:latin typeface="Microsoft Sans Serif"/>
              <a:cs typeface="Microsoft Sans Serif"/>
            </a:endParaRPr>
          </a:p>
          <a:p>
            <a:pPr marL="99695" indent="-86995">
              <a:lnSpc>
                <a:spcPct val="100000"/>
              </a:lnSpc>
              <a:spcBef>
                <a:spcPts val="55"/>
              </a:spcBef>
              <a:buSzPct val="105555"/>
              <a:buFont typeface="Century Gothic"/>
              <a:buChar char="•"/>
              <a:tabLst>
                <a:tab pos="99695" algn="l"/>
              </a:tabLst>
            </a:pPr>
            <a:r>
              <a:rPr sz="900" b="1" spc="-25" dirty="0">
                <a:solidFill>
                  <a:srgbClr val="64738B"/>
                </a:solidFill>
                <a:latin typeface="Arial"/>
                <a:cs typeface="Arial"/>
              </a:rPr>
              <a:t>Identifier</a:t>
            </a:r>
            <a:r>
              <a:rPr sz="950" spc="-25" dirty="0">
                <a:solidFill>
                  <a:srgbClr val="64738B"/>
                </a:solidFill>
                <a:latin typeface="Century Gothic"/>
                <a:cs typeface="Century Gothic"/>
              </a:rPr>
              <a:t>:</a:t>
            </a:r>
            <a:r>
              <a:rPr sz="950" spc="-30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locator </a:t>
            </a:r>
            <a:r>
              <a:rPr sz="950" spc="-55" dirty="0">
                <a:solidFill>
                  <a:srgbClr val="64738B"/>
                </a:solidFill>
                <a:latin typeface="Century Gothic"/>
                <a:cs typeface="Century Gothic"/>
              </a:rPr>
              <a:t>(</a:t>
            </a:r>
            <a:r>
              <a:rPr sz="9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ID</a:t>
            </a:r>
            <a:r>
              <a:rPr sz="950" spc="-55" dirty="0">
                <a:solidFill>
                  <a:srgbClr val="64738B"/>
                </a:solidFill>
                <a:latin typeface="Century Gothic"/>
                <a:cs typeface="Century Gothic"/>
              </a:rPr>
              <a:t>,</a:t>
            </a:r>
            <a:r>
              <a:rPr sz="950" spc="-30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name</a:t>
            </a:r>
            <a:r>
              <a:rPr sz="950" spc="-35" dirty="0">
                <a:solidFill>
                  <a:srgbClr val="64738B"/>
                </a:solidFill>
                <a:latin typeface="Century Gothic"/>
                <a:cs typeface="Century Gothic"/>
              </a:rPr>
              <a:t>,</a:t>
            </a:r>
            <a:r>
              <a:rPr sz="950" spc="-25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class</a:t>
            </a:r>
            <a:r>
              <a:rPr sz="950" spc="-20" dirty="0">
                <a:solidFill>
                  <a:srgbClr val="64738B"/>
                </a:solidFill>
                <a:latin typeface="Century Gothic"/>
                <a:cs typeface="Century Gothic"/>
              </a:rPr>
              <a:t>,</a:t>
            </a:r>
            <a:r>
              <a:rPr sz="950" spc="-30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text</a:t>
            </a:r>
            <a:r>
              <a:rPr sz="950" spc="-10" dirty="0">
                <a:solidFill>
                  <a:srgbClr val="64738B"/>
                </a:solidFill>
                <a:latin typeface="Century Gothic"/>
                <a:cs typeface="Century Gothic"/>
              </a:rPr>
              <a:t>,</a:t>
            </a:r>
            <a:r>
              <a:rPr sz="950" spc="-25" dirty="0">
                <a:solidFill>
                  <a:srgbClr val="64738B"/>
                </a:solidFill>
                <a:latin typeface="Century Gothic"/>
                <a:cs typeface="Century Gothic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XPath</a:t>
            </a:r>
            <a:r>
              <a:rPr sz="950" spc="-10" dirty="0">
                <a:solidFill>
                  <a:srgbClr val="64738B"/>
                </a:solidFill>
                <a:latin typeface="Century Gothic"/>
                <a:cs typeface="Century Gothic"/>
              </a:rPr>
              <a:t>)</a:t>
            </a:r>
            <a:endParaRPr sz="9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76"/>
            <a:ext cx="477393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WebFormFields</a:t>
            </a:r>
            <a:r>
              <a:rPr sz="2050" b="0" spc="-105" dirty="0">
                <a:latin typeface="Segoe UI Symbol"/>
                <a:cs typeface="Segoe UI Symbol"/>
              </a:rPr>
              <a:t>:</a:t>
            </a:r>
            <a:r>
              <a:rPr sz="2050" b="0" spc="-60" dirty="0">
                <a:latin typeface="Segoe UI Symbol"/>
                <a:cs typeface="Segoe UI Symbol"/>
              </a:rPr>
              <a:t> </a:t>
            </a:r>
            <a:r>
              <a:rPr spc="-105" dirty="0"/>
              <a:t>Validation</a:t>
            </a:r>
            <a:r>
              <a:rPr spc="-55" dirty="0"/>
              <a:t> </a:t>
            </a:r>
            <a:r>
              <a:rPr spc="-120" dirty="0"/>
              <a:t>and</a:t>
            </a:r>
            <a:r>
              <a:rPr spc="-60" dirty="0"/>
              <a:t> Verification</a:t>
            </a:r>
            <a:endParaRPr sz="20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49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58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16"/>
            <a:ext cx="11412220" cy="400050"/>
            <a:chOff x="389915" y="770316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23680"/>
            <a:ext cx="7809865" cy="5353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Syntax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validating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successful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login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verifying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page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elements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</a:pP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Use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validation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verification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commands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 to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confirm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successful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login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 correct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page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loading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at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 end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of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login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process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07" y="1321896"/>
            <a:ext cx="5630545" cy="3775710"/>
            <a:chOff x="389907" y="1321896"/>
            <a:chExt cx="5630545" cy="3775710"/>
          </a:xfrm>
        </p:grpSpPr>
        <p:sp>
          <p:nvSpPr>
            <p:cNvPr id="11" name="object 11"/>
            <p:cNvSpPr/>
            <p:nvPr/>
          </p:nvSpPr>
          <p:spPr>
            <a:xfrm>
              <a:off x="394670" y="1326658"/>
              <a:ext cx="5621020" cy="3766185"/>
            </a:xfrm>
            <a:custGeom>
              <a:avLst/>
              <a:gdLst/>
              <a:ahLst/>
              <a:cxnLst/>
              <a:rect l="l" t="t" r="r" b="b"/>
              <a:pathLst>
                <a:path w="5621020" h="3766185">
                  <a:moveTo>
                    <a:pt x="0" y="369468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694683"/>
                  </a:lnTo>
                  <a:lnTo>
                    <a:pt x="5620484" y="3699362"/>
                  </a:lnTo>
                  <a:lnTo>
                    <a:pt x="5620028" y="3704003"/>
                  </a:lnTo>
                  <a:lnTo>
                    <a:pt x="5619115" y="3708597"/>
                  </a:lnTo>
                  <a:lnTo>
                    <a:pt x="5618202" y="3713190"/>
                  </a:lnTo>
                  <a:lnTo>
                    <a:pt x="5599590" y="3745116"/>
                  </a:lnTo>
                  <a:lnTo>
                    <a:pt x="5596281" y="3748425"/>
                  </a:lnTo>
                  <a:lnTo>
                    <a:pt x="5563071" y="3764640"/>
                  </a:lnTo>
                  <a:lnTo>
                    <a:pt x="5558478" y="3765553"/>
                  </a:lnTo>
                  <a:lnTo>
                    <a:pt x="5553837" y="3766009"/>
                  </a:lnTo>
                  <a:lnTo>
                    <a:pt x="5549158" y="3766009"/>
                  </a:lnTo>
                  <a:lnTo>
                    <a:pt x="71325" y="3766009"/>
                  </a:lnTo>
                  <a:lnTo>
                    <a:pt x="66642" y="3766009"/>
                  </a:lnTo>
                  <a:lnTo>
                    <a:pt x="62004" y="3765553"/>
                  </a:lnTo>
                  <a:lnTo>
                    <a:pt x="57410" y="3764640"/>
                  </a:lnTo>
                  <a:lnTo>
                    <a:pt x="52817" y="3763727"/>
                  </a:lnTo>
                  <a:lnTo>
                    <a:pt x="48357" y="3762367"/>
                  </a:lnTo>
                  <a:lnTo>
                    <a:pt x="44030" y="3760579"/>
                  </a:lnTo>
                  <a:lnTo>
                    <a:pt x="39703" y="3758791"/>
                  </a:lnTo>
                  <a:lnTo>
                    <a:pt x="9418" y="3730413"/>
                  </a:lnTo>
                  <a:lnTo>
                    <a:pt x="1370" y="3708597"/>
                  </a:lnTo>
                  <a:lnTo>
                    <a:pt x="456" y="3704003"/>
                  </a:lnTo>
                  <a:lnTo>
                    <a:pt x="0" y="3699362"/>
                  </a:lnTo>
                  <a:lnTo>
                    <a:pt x="0" y="369468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587" y="1721329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505592"/>
              <a:ext cx="117474" cy="120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31467" y="1454028"/>
            <a:ext cx="204343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Validation</a:t>
            </a:r>
            <a:r>
              <a:rPr sz="11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D293B"/>
                </a:solidFill>
                <a:latin typeface="Comic Sans MS"/>
                <a:cs typeface="Comic Sans MS"/>
              </a:rPr>
              <a:t>&amp;</a:t>
            </a:r>
            <a:r>
              <a:rPr sz="1150" b="1" spc="-175" dirty="0">
                <a:solidFill>
                  <a:srgbClr val="1D293B"/>
                </a:solidFill>
                <a:latin typeface="Comic Sans MS"/>
                <a:cs typeface="Comic Sans MS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Verification</a:t>
            </a:r>
            <a:r>
              <a:rPr sz="1150" b="1" spc="-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Syntax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1587" y="1844960"/>
            <a:ext cx="5306695" cy="3091180"/>
          </a:xfrm>
          <a:custGeom>
            <a:avLst/>
            <a:gdLst/>
            <a:ahLst/>
            <a:cxnLst/>
            <a:rect l="l" t="t" r="r" b="b"/>
            <a:pathLst>
              <a:path w="5306695" h="3091179">
                <a:moveTo>
                  <a:pt x="5253336" y="3090790"/>
                </a:moveTo>
                <a:lnTo>
                  <a:pt x="53313" y="3090790"/>
                </a:lnTo>
                <a:lnTo>
                  <a:pt x="49603" y="3090429"/>
                </a:lnTo>
                <a:lnTo>
                  <a:pt x="14063" y="3071428"/>
                </a:lnTo>
                <a:lnTo>
                  <a:pt x="0" y="3037477"/>
                </a:lnTo>
                <a:lnTo>
                  <a:pt x="0" y="3033730"/>
                </a:lnTo>
                <a:lnTo>
                  <a:pt x="0" y="53313"/>
                </a:lnTo>
                <a:lnTo>
                  <a:pt x="19361" y="14065"/>
                </a:lnTo>
                <a:lnTo>
                  <a:pt x="53313" y="0"/>
                </a:lnTo>
                <a:lnTo>
                  <a:pt x="5253336" y="0"/>
                </a:lnTo>
                <a:lnTo>
                  <a:pt x="5292584" y="19362"/>
                </a:lnTo>
                <a:lnTo>
                  <a:pt x="5306650" y="53313"/>
                </a:lnTo>
                <a:lnTo>
                  <a:pt x="5306650" y="3037477"/>
                </a:lnTo>
                <a:lnTo>
                  <a:pt x="5287287" y="3076725"/>
                </a:lnTo>
                <a:lnTo>
                  <a:pt x="5257045" y="3090429"/>
                </a:lnTo>
                <a:lnTo>
                  <a:pt x="5253336" y="3090790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008" y="1924223"/>
            <a:ext cx="4066540" cy="1299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checks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if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element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exists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(success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indicator)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success-banner-class</a:t>
            </a:r>
            <a:r>
              <a:rPr sz="1000" spc="-9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</a:t>
            </a:r>
            <a:endParaRPr sz="1000">
              <a:latin typeface="Lucida Console"/>
              <a:cs typeface="Lucida Console"/>
            </a:endParaRPr>
          </a:p>
          <a:p>
            <a:pPr marL="12700" marR="552450">
              <a:lnSpc>
                <a:spcPts val="1500"/>
              </a:lnSpc>
              <a:spcBef>
                <a:spcPts val="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user-avatar-xpath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(Verification)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(searchby=xpath)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Multiple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elements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(OR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logic)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element1-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element2-class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14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must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run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at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the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end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of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login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process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72064" y="1321896"/>
            <a:ext cx="5630545" cy="3775710"/>
            <a:chOff x="6172064" y="1321896"/>
            <a:chExt cx="5630545" cy="3775710"/>
          </a:xfrm>
        </p:grpSpPr>
        <p:sp>
          <p:nvSpPr>
            <p:cNvPr id="18" name="object 18"/>
            <p:cNvSpPr/>
            <p:nvPr/>
          </p:nvSpPr>
          <p:spPr>
            <a:xfrm>
              <a:off x="6176826" y="1326658"/>
              <a:ext cx="5621020" cy="3766185"/>
            </a:xfrm>
            <a:custGeom>
              <a:avLst/>
              <a:gdLst/>
              <a:ahLst/>
              <a:cxnLst/>
              <a:rect l="l" t="t" r="r" b="b"/>
              <a:pathLst>
                <a:path w="5621020" h="3766185">
                  <a:moveTo>
                    <a:pt x="0" y="369468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694683"/>
                  </a:lnTo>
                  <a:lnTo>
                    <a:pt x="5620484" y="3699362"/>
                  </a:lnTo>
                  <a:lnTo>
                    <a:pt x="5620009" y="3704003"/>
                  </a:lnTo>
                  <a:lnTo>
                    <a:pt x="5602890" y="3741806"/>
                  </a:lnTo>
                  <a:lnTo>
                    <a:pt x="5599562" y="3745116"/>
                  </a:lnTo>
                  <a:lnTo>
                    <a:pt x="5596328" y="3748425"/>
                  </a:lnTo>
                  <a:lnTo>
                    <a:pt x="5576452" y="3760579"/>
                  </a:lnTo>
                  <a:lnTo>
                    <a:pt x="5572173" y="3762367"/>
                  </a:lnTo>
                  <a:lnTo>
                    <a:pt x="5567703" y="3763727"/>
                  </a:lnTo>
                  <a:lnTo>
                    <a:pt x="5563043" y="3764640"/>
                  </a:lnTo>
                  <a:lnTo>
                    <a:pt x="5558478" y="3765553"/>
                  </a:lnTo>
                  <a:lnTo>
                    <a:pt x="5553818" y="3766009"/>
                  </a:lnTo>
                  <a:lnTo>
                    <a:pt x="5549158" y="3766009"/>
                  </a:lnTo>
                  <a:lnTo>
                    <a:pt x="71325" y="3766009"/>
                  </a:lnTo>
                  <a:lnTo>
                    <a:pt x="66646" y="3766009"/>
                  </a:lnTo>
                  <a:lnTo>
                    <a:pt x="62006" y="3765553"/>
                  </a:lnTo>
                  <a:lnTo>
                    <a:pt x="57412" y="3764640"/>
                  </a:lnTo>
                  <a:lnTo>
                    <a:pt x="52819" y="3763727"/>
                  </a:lnTo>
                  <a:lnTo>
                    <a:pt x="20893" y="3745116"/>
                  </a:lnTo>
                  <a:lnTo>
                    <a:pt x="17574" y="3741806"/>
                  </a:lnTo>
                  <a:lnTo>
                    <a:pt x="14617" y="3738202"/>
                  </a:lnTo>
                  <a:lnTo>
                    <a:pt x="12020" y="3734312"/>
                  </a:lnTo>
                  <a:lnTo>
                    <a:pt x="9415" y="3730413"/>
                  </a:lnTo>
                  <a:lnTo>
                    <a:pt x="7218" y="3726305"/>
                  </a:lnTo>
                  <a:lnTo>
                    <a:pt x="5430" y="3721978"/>
                  </a:lnTo>
                  <a:lnTo>
                    <a:pt x="3632" y="3717650"/>
                  </a:lnTo>
                  <a:lnTo>
                    <a:pt x="2282" y="3713190"/>
                  </a:lnTo>
                  <a:lnTo>
                    <a:pt x="1369" y="3708597"/>
                  </a:lnTo>
                  <a:lnTo>
                    <a:pt x="456" y="3704003"/>
                  </a:lnTo>
                  <a:lnTo>
                    <a:pt x="0" y="3699362"/>
                  </a:lnTo>
                  <a:lnTo>
                    <a:pt x="0" y="369468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33743" y="1721329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3" y="1505592"/>
              <a:ext cx="133349" cy="12064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530266" y="1454028"/>
            <a:ext cx="1701164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70" dirty="0">
                <a:solidFill>
                  <a:srgbClr val="1D293B"/>
                </a:solidFill>
                <a:latin typeface="Arial"/>
                <a:cs typeface="Arial"/>
              </a:rPr>
              <a:t>Login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Flow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with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 Validation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33744" y="1844960"/>
            <a:ext cx="5306695" cy="3091180"/>
          </a:xfrm>
          <a:custGeom>
            <a:avLst/>
            <a:gdLst/>
            <a:ahLst/>
            <a:cxnLst/>
            <a:rect l="l" t="t" r="r" b="b"/>
            <a:pathLst>
              <a:path w="5306695" h="3091179">
                <a:moveTo>
                  <a:pt x="5253298" y="3090790"/>
                </a:moveTo>
                <a:lnTo>
                  <a:pt x="53313" y="3090790"/>
                </a:lnTo>
                <a:lnTo>
                  <a:pt x="49604" y="3090429"/>
                </a:lnTo>
                <a:lnTo>
                  <a:pt x="14065" y="3071428"/>
                </a:lnTo>
                <a:lnTo>
                  <a:pt x="0" y="3037477"/>
                </a:lnTo>
                <a:lnTo>
                  <a:pt x="0" y="3033730"/>
                </a:lnTo>
                <a:lnTo>
                  <a:pt x="0" y="53313"/>
                </a:lnTo>
                <a:lnTo>
                  <a:pt x="19362" y="14065"/>
                </a:lnTo>
                <a:lnTo>
                  <a:pt x="53313" y="0"/>
                </a:lnTo>
                <a:lnTo>
                  <a:pt x="5253298" y="0"/>
                </a:lnTo>
                <a:lnTo>
                  <a:pt x="5292575" y="19362"/>
                </a:lnTo>
                <a:lnTo>
                  <a:pt x="5306650" y="53313"/>
                </a:lnTo>
                <a:lnTo>
                  <a:pt x="5306650" y="3037477"/>
                </a:lnTo>
                <a:lnTo>
                  <a:pt x="5287249" y="3076725"/>
                </a:lnTo>
                <a:lnTo>
                  <a:pt x="5257007" y="3090429"/>
                </a:lnTo>
                <a:lnTo>
                  <a:pt x="5253298" y="3090790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35165" y="1924223"/>
            <a:ext cx="3176270" cy="12998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Complete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login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flow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example</a:t>
            </a:r>
            <a:endParaRPr sz="1000">
              <a:latin typeface="Lucida Console"/>
              <a:cs typeface="Lucida Console"/>
            </a:endParaRPr>
          </a:p>
          <a:p>
            <a:pPr marL="12700" marR="347345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username-field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{username}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password-field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{password}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marR="758190">
              <a:lnSpc>
                <a:spcPct val="118600"/>
              </a:lnSpc>
              <a:spcBef>
                <a:spcPts val="7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submit-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btn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0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markers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at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the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25" dirty="0">
                <a:solidFill>
                  <a:srgbClr val="64738B"/>
                </a:solidFill>
                <a:latin typeface="Lucida Console"/>
                <a:cs typeface="Lucida Console"/>
              </a:rPr>
              <a:t>end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dashboard-</a:t>
            </a:r>
            <a:r>
              <a:rPr sz="1000" spc="-55" dirty="0">
                <a:solidFill>
                  <a:srgbClr val="F472B5"/>
                </a:solidFill>
                <a:latin typeface="Lucida Console"/>
                <a:cs typeface="Lucida Console"/>
              </a:rPr>
              <a:t>icon</a:t>
            </a:r>
            <a:r>
              <a:rPr sz="1000" spc="-9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9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user-</a:t>
            </a:r>
            <a:r>
              <a:rPr sz="1000" spc="-65" dirty="0">
                <a:solidFill>
                  <a:srgbClr val="F472B5"/>
                </a:solidFill>
                <a:latin typeface="Lucida Console"/>
                <a:cs typeface="Lucida Console"/>
              </a:rPr>
              <a:t>profile</a:t>
            </a:r>
            <a:r>
              <a:rPr sz="1000" spc="-7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(Verification)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7215" y="5272471"/>
            <a:ext cx="3508375" cy="822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00" b="1" spc="-55" dirty="0">
                <a:solidFill>
                  <a:srgbClr val="1D293B"/>
                </a:solidFill>
                <a:latin typeface="Arial"/>
                <a:cs typeface="Arial"/>
              </a:rPr>
              <a:t>Validation</a:t>
            </a:r>
            <a:r>
              <a:rPr sz="1000" b="1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D293B"/>
                </a:solidFill>
                <a:latin typeface="Arial"/>
                <a:cs typeface="Arial"/>
              </a:rPr>
              <a:t>Requirements</a:t>
            </a:r>
            <a:endParaRPr sz="1000">
              <a:latin typeface="Arial"/>
              <a:cs typeface="Arial"/>
            </a:endParaRPr>
          </a:p>
          <a:p>
            <a:pPr marL="101600" indent="-88900">
              <a:lnSpc>
                <a:spcPct val="100000"/>
              </a:lnSpc>
              <a:spcBef>
                <a:spcPts val="250"/>
              </a:spcBef>
              <a:buSzPct val="105555"/>
              <a:buFont typeface="Microsoft Sans Serif"/>
              <a:buChar char="•"/>
              <a:tabLst>
                <a:tab pos="101600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All</a:t>
            </a: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validations</a:t>
            </a: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b="1" spc="-40" dirty="0">
                <a:solidFill>
                  <a:srgbClr val="64738B"/>
                </a:solidFill>
                <a:latin typeface="Arial"/>
                <a:cs typeface="Arial"/>
              </a:rPr>
              <a:t>must</a:t>
            </a: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run</a:t>
            </a: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64738B"/>
                </a:solidFill>
                <a:latin typeface="Arial"/>
                <a:cs typeface="Arial"/>
              </a:rPr>
              <a:t>at</a:t>
            </a: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Arial"/>
                <a:cs typeface="Arial"/>
              </a:rPr>
              <a:t>the</a:t>
            </a: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Arial"/>
                <a:cs typeface="Arial"/>
              </a:rPr>
              <a:t>end</a:t>
            </a:r>
            <a:r>
              <a:rPr sz="900" b="1" spc="-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of the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login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process</a:t>
            </a:r>
            <a:endParaRPr sz="900">
              <a:latin typeface="Microsoft Sans Serif"/>
              <a:cs typeface="Microsoft Sans Serif"/>
            </a:endParaRPr>
          </a:p>
          <a:p>
            <a:pPr marL="101600" indent="-88900">
              <a:lnSpc>
                <a:spcPct val="100000"/>
              </a:lnSpc>
              <a:spcBef>
                <a:spcPts val="65"/>
              </a:spcBef>
              <a:buSzPct val="105555"/>
              <a:buChar char="•"/>
              <a:tabLst>
                <a:tab pos="101600" algn="l"/>
              </a:tabLst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(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)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(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Verification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)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confirm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success</a:t>
            </a:r>
            <a:endParaRPr sz="900">
              <a:latin typeface="Microsoft Sans Serif"/>
              <a:cs typeface="Microsoft Sans Serif"/>
            </a:endParaRPr>
          </a:p>
          <a:p>
            <a:pPr marL="101600" indent="-88900">
              <a:lnSpc>
                <a:spcPct val="100000"/>
              </a:lnSpc>
              <a:spcBef>
                <a:spcPts val="35"/>
              </a:spcBef>
              <a:buSzPct val="105555"/>
              <a:buChar char="•"/>
              <a:tabLst>
                <a:tab pos="101600" algn="l"/>
              </a:tabLst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Multiple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elements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1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logic</a:t>
            </a:r>
            <a:endParaRPr sz="900">
              <a:latin typeface="Microsoft Sans Serif"/>
              <a:cs typeface="Microsoft Sans Serif"/>
            </a:endParaRPr>
          </a:p>
          <a:p>
            <a:pPr marL="101600" indent="-88900">
              <a:lnSpc>
                <a:spcPct val="100000"/>
              </a:lnSpc>
              <a:spcBef>
                <a:spcPts val="70"/>
              </a:spcBef>
              <a:buSzPct val="105555"/>
              <a:buChar char="•"/>
              <a:tabLst>
                <a:tab pos="101600" algn="l"/>
              </a:tabLst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context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remains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until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broken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by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non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compatible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command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59371" y="5272471"/>
            <a:ext cx="3092450" cy="822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00" b="1" spc="-75" dirty="0">
                <a:solidFill>
                  <a:srgbClr val="1D293B"/>
                </a:solidFill>
                <a:latin typeface="Arial"/>
                <a:cs typeface="Arial"/>
              </a:rPr>
              <a:t>Key</a:t>
            </a:r>
            <a:r>
              <a:rPr sz="1000" b="1" spc="-4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D293B"/>
                </a:solidFill>
                <a:latin typeface="Arial"/>
                <a:cs typeface="Arial"/>
              </a:rPr>
              <a:t>Points</a:t>
            </a:r>
            <a:endParaRPr sz="1000">
              <a:latin typeface="Arial"/>
              <a:cs typeface="Arial"/>
            </a:endParaRPr>
          </a:p>
          <a:p>
            <a:pPr marL="101600" indent="-88900">
              <a:lnSpc>
                <a:spcPct val="100000"/>
              </a:lnSpc>
              <a:spcBef>
                <a:spcPts val="200"/>
              </a:spcBef>
              <a:buSzPct val="105555"/>
              <a:buFont typeface="Microsoft Sans Serif"/>
              <a:buChar char="•"/>
              <a:tabLst>
                <a:tab pos="101600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Validation</a:t>
            </a:r>
            <a:r>
              <a:rPr sz="9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Confirms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exists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(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success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)</a:t>
            </a:r>
            <a:endParaRPr sz="950">
              <a:latin typeface="Microsoft Sans Serif"/>
              <a:cs typeface="Microsoft Sans Serif"/>
            </a:endParaRPr>
          </a:p>
          <a:p>
            <a:pPr marL="101600" indent="-88900">
              <a:lnSpc>
                <a:spcPts val="1130"/>
              </a:lnSpc>
              <a:spcBef>
                <a:spcPts val="55"/>
              </a:spcBef>
              <a:buSzPct val="105555"/>
              <a:buFont typeface="Microsoft Sans Serif"/>
              <a:buChar char="•"/>
              <a:tabLst>
                <a:tab pos="101600" algn="l"/>
              </a:tabLst>
            </a:pPr>
            <a:r>
              <a:rPr sz="900" b="1" spc="-30" dirty="0">
                <a:solidFill>
                  <a:srgbClr val="64738B"/>
                </a:solidFill>
                <a:latin typeface="Arial"/>
                <a:cs typeface="Arial"/>
              </a:rPr>
              <a:t>Verification</a:t>
            </a:r>
            <a:r>
              <a:rPr sz="9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Confirms</a:t>
            </a:r>
            <a:r>
              <a:rPr sz="90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page</a:t>
            </a:r>
            <a:r>
              <a:rPr sz="90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loaded</a:t>
            </a:r>
            <a:r>
              <a:rPr sz="90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correctly</a:t>
            </a:r>
            <a:endParaRPr sz="900">
              <a:latin typeface="Microsoft Sans Serif"/>
              <a:cs typeface="Microsoft Sans Serif"/>
            </a:endParaRPr>
          </a:p>
          <a:p>
            <a:pPr marL="101600" indent="-88900">
              <a:lnSpc>
                <a:spcPts val="1130"/>
              </a:lnSpc>
              <a:buSzPct val="105555"/>
              <a:buFont typeface="Microsoft Sans Serif"/>
              <a:buChar char="•"/>
              <a:tabLst>
                <a:tab pos="101600" algn="l"/>
              </a:tabLst>
            </a:pPr>
            <a:r>
              <a:rPr sz="900" b="1" spc="-30" dirty="0">
                <a:solidFill>
                  <a:srgbClr val="64738B"/>
                </a:solidFill>
                <a:latin typeface="Arial"/>
                <a:cs typeface="Arial"/>
              </a:rPr>
              <a:t>Context</a:t>
            </a:r>
            <a:r>
              <a:rPr sz="9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commands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maintain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context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until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broken</a:t>
            </a:r>
            <a:endParaRPr sz="900">
              <a:latin typeface="Microsoft Sans Serif"/>
              <a:cs typeface="Microsoft Sans Serif"/>
            </a:endParaRPr>
          </a:p>
          <a:p>
            <a:pPr marL="101600" indent="-88900">
              <a:lnSpc>
                <a:spcPct val="100000"/>
              </a:lnSpc>
              <a:spcBef>
                <a:spcPts val="60"/>
              </a:spcBef>
              <a:buSzPct val="105555"/>
              <a:buFont typeface="Microsoft Sans Serif"/>
              <a:buChar char="•"/>
              <a:tabLst>
                <a:tab pos="101600" algn="l"/>
              </a:tabLst>
            </a:pPr>
            <a:r>
              <a:rPr sz="900" b="1" spc="-45" dirty="0">
                <a:solidFill>
                  <a:srgbClr val="64738B"/>
                </a:solidFill>
                <a:latin typeface="Arial"/>
                <a:cs typeface="Arial"/>
              </a:rPr>
              <a:t>Order</a:t>
            </a:r>
            <a:r>
              <a:rPr sz="95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Place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all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validations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after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login actions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86667"/>
            <a:ext cx="458152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0" dirty="0"/>
              <a:t>Breaking</a:t>
            </a:r>
            <a:r>
              <a:rPr spc="-70" dirty="0"/>
              <a:t> </a:t>
            </a:r>
            <a:r>
              <a:rPr spc="-105" dirty="0"/>
              <a:t>Validation</a:t>
            </a:r>
            <a:r>
              <a:rPr spc="-65" dirty="0"/>
              <a:t> </a:t>
            </a:r>
            <a:r>
              <a:rPr spc="-95" dirty="0"/>
              <a:t>Context</a:t>
            </a:r>
            <a:r>
              <a:rPr spc="-65" dirty="0"/>
              <a:t> </a:t>
            </a:r>
            <a:r>
              <a:rPr spc="-85" dirty="0"/>
              <a:t>with</a:t>
            </a:r>
            <a:r>
              <a:rPr spc="-70" dirty="0"/>
              <a:t> </a:t>
            </a:r>
            <a:r>
              <a:rPr sz="1950" spc="-45" dirty="0"/>
              <a:t>(</a:t>
            </a:r>
            <a:r>
              <a:rPr spc="-45" dirty="0"/>
              <a:t>Wait</a:t>
            </a:r>
            <a:r>
              <a:rPr sz="1950" spc="-45" dirty="0"/>
              <a:t>=1)</a:t>
            </a:r>
            <a:endParaRPr sz="1950"/>
          </a:p>
        </p:txBody>
      </p:sp>
      <p:sp>
        <p:nvSpPr>
          <p:cNvPr id="3" name="object 3"/>
          <p:cNvSpPr/>
          <p:nvPr/>
        </p:nvSpPr>
        <p:spPr>
          <a:xfrm>
            <a:off x="11212438" y="23775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25"/>
            <a:ext cx="11412220" cy="400050"/>
            <a:chOff x="389915" y="770325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1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23690"/>
            <a:ext cx="8282940" cy="5346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Wait</a:t>
            </a:r>
            <a:r>
              <a:rPr sz="11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=1</a:t>
            </a:r>
            <a:r>
              <a:rPr sz="11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break validation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context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and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enable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safe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post</a:t>
            </a:r>
            <a:r>
              <a:rPr sz="110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navigation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</a:pP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(Wait=1)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command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breaks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validation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context,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allowing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you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execute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validation-compatible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commands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after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validation</a:t>
            </a:r>
            <a:r>
              <a:rPr sz="105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block.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07" y="1321905"/>
            <a:ext cx="5630545" cy="3528695"/>
            <a:chOff x="389907" y="1321905"/>
            <a:chExt cx="5630545" cy="3528695"/>
          </a:xfrm>
        </p:grpSpPr>
        <p:sp>
          <p:nvSpPr>
            <p:cNvPr id="11" name="object 11"/>
            <p:cNvSpPr/>
            <p:nvPr/>
          </p:nvSpPr>
          <p:spPr>
            <a:xfrm>
              <a:off x="394670" y="1326668"/>
              <a:ext cx="5621020" cy="3519170"/>
            </a:xfrm>
            <a:custGeom>
              <a:avLst/>
              <a:gdLst/>
              <a:ahLst/>
              <a:cxnLst/>
              <a:rect l="l" t="t" r="r" b="b"/>
              <a:pathLst>
                <a:path w="5621020" h="3519170">
                  <a:moveTo>
                    <a:pt x="0" y="344742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447420"/>
                  </a:lnTo>
                  <a:lnTo>
                    <a:pt x="5620484" y="3452099"/>
                  </a:lnTo>
                  <a:lnTo>
                    <a:pt x="5620028" y="3456740"/>
                  </a:lnTo>
                  <a:lnTo>
                    <a:pt x="5619115" y="3461334"/>
                  </a:lnTo>
                  <a:lnTo>
                    <a:pt x="5618202" y="3465927"/>
                  </a:lnTo>
                  <a:lnTo>
                    <a:pt x="5599590" y="3497852"/>
                  </a:lnTo>
                  <a:lnTo>
                    <a:pt x="5596281" y="3501162"/>
                  </a:lnTo>
                  <a:lnTo>
                    <a:pt x="5563071" y="3517377"/>
                  </a:lnTo>
                  <a:lnTo>
                    <a:pt x="5558478" y="3518290"/>
                  </a:lnTo>
                  <a:lnTo>
                    <a:pt x="5553837" y="3518746"/>
                  </a:lnTo>
                  <a:lnTo>
                    <a:pt x="5549158" y="3518746"/>
                  </a:lnTo>
                  <a:lnTo>
                    <a:pt x="71325" y="3518746"/>
                  </a:lnTo>
                  <a:lnTo>
                    <a:pt x="66642" y="3518746"/>
                  </a:lnTo>
                  <a:lnTo>
                    <a:pt x="62004" y="3518290"/>
                  </a:lnTo>
                  <a:lnTo>
                    <a:pt x="57410" y="3517377"/>
                  </a:lnTo>
                  <a:lnTo>
                    <a:pt x="52817" y="3516464"/>
                  </a:lnTo>
                  <a:lnTo>
                    <a:pt x="48357" y="3515104"/>
                  </a:lnTo>
                  <a:lnTo>
                    <a:pt x="44030" y="3513316"/>
                  </a:lnTo>
                  <a:lnTo>
                    <a:pt x="39703" y="3511528"/>
                  </a:lnTo>
                  <a:lnTo>
                    <a:pt x="9418" y="3483150"/>
                  </a:lnTo>
                  <a:lnTo>
                    <a:pt x="1370" y="3461334"/>
                  </a:lnTo>
                  <a:lnTo>
                    <a:pt x="456" y="3456740"/>
                  </a:lnTo>
                  <a:lnTo>
                    <a:pt x="0" y="3452099"/>
                  </a:lnTo>
                  <a:lnTo>
                    <a:pt x="0" y="344742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587" y="1721338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499251"/>
              <a:ext cx="133349" cy="1365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8110" y="1454037"/>
            <a:ext cx="145351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Correct</a:t>
            </a:r>
            <a:r>
              <a:rPr sz="1100" b="1" spc="-45" dirty="0">
                <a:solidFill>
                  <a:srgbClr val="1D293B"/>
                </a:solidFill>
                <a:latin typeface="Arial"/>
                <a:cs typeface="Arial"/>
              </a:rPr>
              <a:t>:</a:t>
            </a:r>
            <a:r>
              <a:rPr sz="110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With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D293B"/>
                </a:solidFill>
                <a:latin typeface="Arial"/>
                <a:cs typeface="Arial"/>
              </a:rPr>
              <a:t>(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Wait</a:t>
            </a:r>
            <a:r>
              <a:rPr sz="1100" b="1" spc="-20" dirty="0">
                <a:solidFill>
                  <a:srgbClr val="1D293B"/>
                </a:solidFill>
                <a:latin typeface="Arial"/>
                <a:cs typeface="Arial"/>
              </a:rPr>
              <a:t>=1)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1587" y="1844970"/>
            <a:ext cx="5306695" cy="2843530"/>
          </a:xfrm>
          <a:custGeom>
            <a:avLst/>
            <a:gdLst/>
            <a:ahLst/>
            <a:cxnLst/>
            <a:rect l="l" t="t" r="r" b="b"/>
            <a:pathLst>
              <a:path w="5306695" h="2843529">
                <a:moveTo>
                  <a:pt x="5253336" y="2843527"/>
                </a:moveTo>
                <a:lnTo>
                  <a:pt x="53313" y="2843527"/>
                </a:lnTo>
                <a:lnTo>
                  <a:pt x="49603" y="2843166"/>
                </a:lnTo>
                <a:lnTo>
                  <a:pt x="14063" y="2824165"/>
                </a:lnTo>
                <a:lnTo>
                  <a:pt x="0" y="2790213"/>
                </a:lnTo>
                <a:lnTo>
                  <a:pt x="0" y="2786466"/>
                </a:lnTo>
                <a:lnTo>
                  <a:pt x="0" y="53313"/>
                </a:lnTo>
                <a:lnTo>
                  <a:pt x="19361" y="14065"/>
                </a:lnTo>
                <a:lnTo>
                  <a:pt x="53313" y="0"/>
                </a:lnTo>
                <a:lnTo>
                  <a:pt x="5253336" y="0"/>
                </a:lnTo>
                <a:lnTo>
                  <a:pt x="5292584" y="19362"/>
                </a:lnTo>
                <a:lnTo>
                  <a:pt x="5306650" y="53313"/>
                </a:lnTo>
                <a:lnTo>
                  <a:pt x="5306650" y="2790213"/>
                </a:lnTo>
                <a:lnTo>
                  <a:pt x="5287287" y="2829462"/>
                </a:lnTo>
                <a:lnTo>
                  <a:pt x="5257045" y="2843166"/>
                </a:lnTo>
                <a:lnTo>
                  <a:pt x="5253336" y="2843527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008" y="1924232"/>
            <a:ext cx="4203700" cy="14808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031875">
              <a:lnSpc>
                <a:spcPct val="120600"/>
              </a:lnSpc>
              <a:spcBef>
                <a:spcPts val="7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Login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flow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with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and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navigation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username-element-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{username}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password-element-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{password}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submit-button-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0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valid-validation-element-1-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(Wait=1)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(Navigate=https://next-page-</a:t>
            </a:r>
            <a:r>
              <a:rPr sz="1000" spc="-20" dirty="0">
                <a:solidFill>
                  <a:srgbClr val="F472B5"/>
                </a:solidFill>
                <a:latin typeface="Lucida Console"/>
                <a:cs typeface="Lucida Console"/>
              </a:rPr>
              <a:t>url)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This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works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correctly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Wait=1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breaks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context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72064" y="1321905"/>
            <a:ext cx="5630545" cy="3528695"/>
            <a:chOff x="6172064" y="1321905"/>
            <a:chExt cx="5630545" cy="3528695"/>
          </a:xfrm>
        </p:grpSpPr>
        <p:sp>
          <p:nvSpPr>
            <p:cNvPr id="18" name="object 18"/>
            <p:cNvSpPr/>
            <p:nvPr/>
          </p:nvSpPr>
          <p:spPr>
            <a:xfrm>
              <a:off x="6176826" y="1326668"/>
              <a:ext cx="5621020" cy="3519170"/>
            </a:xfrm>
            <a:custGeom>
              <a:avLst/>
              <a:gdLst/>
              <a:ahLst/>
              <a:cxnLst/>
              <a:rect l="l" t="t" r="r" b="b"/>
              <a:pathLst>
                <a:path w="5621020" h="3519170">
                  <a:moveTo>
                    <a:pt x="0" y="3447420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447420"/>
                  </a:lnTo>
                  <a:lnTo>
                    <a:pt x="5620484" y="3452099"/>
                  </a:lnTo>
                  <a:lnTo>
                    <a:pt x="5620009" y="3456740"/>
                  </a:lnTo>
                  <a:lnTo>
                    <a:pt x="5602890" y="3494543"/>
                  </a:lnTo>
                  <a:lnTo>
                    <a:pt x="5599562" y="3497852"/>
                  </a:lnTo>
                  <a:lnTo>
                    <a:pt x="5596328" y="3501162"/>
                  </a:lnTo>
                  <a:lnTo>
                    <a:pt x="5576452" y="3513316"/>
                  </a:lnTo>
                  <a:lnTo>
                    <a:pt x="5572173" y="3515104"/>
                  </a:lnTo>
                  <a:lnTo>
                    <a:pt x="5567703" y="3516464"/>
                  </a:lnTo>
                  <a:lnTo>
                    <a:pt x="5563043" y="3517377"/>
                  </a:lnTo>
                  <a:lnTo>
                    <a:pt x="5558478" y="3518290"/>
                  </a:lnTo>
                  <a:lnTo>
                    <a:pt x="5553818" y="3518746"/>
                  </a:lnTo>
                  <a:lnTo>
                    <a:pt x="5549158" y="3518746"/>
                  </a:lnTo>
                  <a:lnTo>
                    <a:pt x="71325" y="3518746"/>
                  </a:lnTo>
                  <a:lnTo>
                    <a:pt x="66646" y="3518746"/>
                  </a:lnTo>
                  <a:lnTo>
                    <a:pt x="62006" y="3518290"/>
                  </a:lnTo>
                  <a:lnTo>
                    <a:pt x="57412" y="3517377"/>
                  </a:lnTo>
                  <a:lnTo>
                    <a:pt x="52819" y="3516464"/>
                  </a:lnTo>
                  <a:lnTo>
                    <a:pt x="20893" y="3497852"/>
                  </a:lnTo>
                  <a:lnTo>
                    <a:pt x="17574" y="3494543"/>
                  </a:lnTo>
                  <a:lnTo>
                    <a:pt x="14617" y="3490939"/>
                  </a:lnTo>
                  <a:lnTo>
                    <a:pt x="12020" y="3487049"/>
                  </a:lnTo>
                  <a:lnTo>
                    <a:pt x="9415" y="3483150"/>
                  </a:lnTo>
                  <a:lnTo>
                    <a:pt x="7218" y="3479041"/>
                  </a:lnTo>
                  <a:lnTo>
                    <a:pt x="5430" y="3474714"/>
                  </a:lnTo>
                  <a:lnTo>
                    <a:pt x="3632" y="3470387"/>
                  </a:lnTo>
                  <a:lnTo>
                    <a:pt x="2282" y="3465927"/>
                  </a:lnTo>
                  <a:lnTo>
                    <a:pt x="1369" y="3461334"/>
                  </a:lnTo>
                  <a:lnTo>
                    <a:pt x="456" y="3456740"/>
                  </a:lnTo>
                  <a:lnTo>
                    <a:pt x="0" y="3452099"/>
                  </a:lnTo>
                  <a:lnTo>
                    <a:pt x="0" y="3447420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33743" y="1721338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3" y="1499251"/>
              <a:ext cx="133349" cy="13652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530266" y="1454037"/>
            <a:ext cx="176085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Incorrect</a:t>
            </a:r>
            <a:r>
              <a:rPr sz="1100" b="1" spc="-45" dirty="0">
                <a:solidFill>
                  <a:srgbClr val="1D293B"/>
                </a:solidFill>
                <a:latin typeface="Arial"/>
                <a:cs typeface="Arial"/>
              </a:rPr>
              <a:t>:</a:t>
            </a:r>
            <a:r>
              <a:rPr sz="1100" b="1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Without</a:t>
            </a:r>
            <a:r>
              <a:rPr sz="1150" b="1" spc="-1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1D293B"/>
                </a:solidFill>
                <a:latin typeface="Arial"/>
                <a:cs typeface="Arial"/>
              </a:rPr>
              <a:t>(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Wait</a:t>
            </a:r>
            <a:r>
              <a:rPr sz="1100" b="1" spc="-20" dirty="0">
                <a:solidFill>
                  <a:srgbClr val="1D293B"/>
                </a:solidFill>
                <a:latin typeface="Arial"/>
                <a:cs typeface="Arial"/>
              </a:rPr>
              <a:t>=1)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33744" y="1844970"/>
            <a:ext cx="5306695" cy="2843530"/>
          </a:xfrm>
          <a:custGeom>
            <a:avLst/>
            <a:gdLst/>
            <a:ahLst/>
            <a:cxnLst/>
            <a:rect l="l" t="t" r="r" b="b"/>
            <a:pathLst>
              <a:path w="5306695" h="2843529">
                <a:moveTo>
                  <a:pt x="5253298" y="2843527"/>
                </a:moveTo>
                <a:lnTo>
                  <a:pt x="53313" y="2843527"/>
                </a:lnTo>
                <a:lnTo>
                  <a:pt x="49604" y="2843166"/>
                </a:lnTo>
                <a:lnTo>
                  <a:pt x="14065" y="2824165"/>
                </a:lnTo>
                <a:lnTo>
                  <a:pt x="0" y="2790213"/>
                </a:lnTo>
                <a:lnTo>
                  <a:pt x="0" y="2786466"/>
                </a:lnTo>
                <a:lnTo>
                  <a:pt x="0" y="53313"/>
                </a:lnTo>
                <a:lnTo>
                  <a:pt x="19362" y="14065"/>
                </a:lnTo>
                <a:lnTo>
                  <a:pt x="53313" y="0"/>
                </a:lnTo>
                <a:lnTo>
                  <a:pt x="5253298" y="0"/>
                </a:lnTo>
                <a:lnTo>
                  <a:pt x="5292575" y="19362"/>
                </a:lnTo>
                <a:lnTo>
                  <a:pt x="5306650" y="53313"/>
                </a:lnTo>
                <a:lnTo>
                  <a:pt x="5306650" y="2790213"/>
                </a:lnTo>
                <a:lnTo>
                  <a:pt x="5287249" y="2829462"/>
                </a:lnTo>
                <a:lnTo>
                  <a:pt x="5257007" y="2843166"/>
                </a:lnTo>
                <a:lnTo>
                  <a:pt x="5253298" y="2843527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35165" y="1924232"/>
            <a:ext cx="4203700" cy="12998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031875">
              <a:lnSpc>
                <a:spcPct val="120600"/>
              </a:lnSpc>
              <a:spcBef>
                <a:spcPts val="7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Login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flow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without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proper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break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username-element-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{username}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password-element-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{password}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submit-button-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0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valid-validation-element-1-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14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 </a:t>
            </a:r>
            <a:r>
              <a:rPr sz="1000" spc="-60" dirty="0">
                <a:solidFill>
                  <a:srgbClr val="F77070"/>
                </a:solidFill>
                <a:latin typeface="Lucida Console"/>
                <a:cs typeface="Lucida Console"/>
              </a:rPr>
              <a:t>(Navigate=https://next-page-</a:t>
            </a:r>
            <a:r>
              <a:rPr sz="1000" spc="-20" dirty="0">
                <a:solidFill>
                  <a:srgbClr val="F77070"/>
                </a:solidFill>
                <a:latin typeface="Lucida Console"/>
                <a:cs typeface="Lucida Console"/>
              </a:rPr>
              <a:t>url)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This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fails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-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validation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context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not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broken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9915" y="5078412"/>
            <a:ext cx="11412220" cy="1017905"/>
            <a:chOff x="389915" y="5078412"/>
            <a:chExt cx="11412220" cy="1017905"/>
          </a:xfrm>
        </p:grpSpPr>
        <p:sp>
          <p:nvSpPr>
            <p:cNvPr id="25" name="object 25"/>
            <p:cNvSpPr/>
            <p:nvPr/>
          </p:nvSpPr>
          <p:spPr>
            <a:xfrm>
              <a:off x="394670" y="5083167"/>
              <a:ext cx="11402695" cy="1008380"/>
            </a:xfrm>
            <a:custGeom>
              <a:avLst/>
              <a:gdLst/>
              <a:ahLst/>
              <a:cxnLst/>
              <a:rect l="l" t="t" r="r" b="b"/>
              <a:pathLst>
                <a:path w="11402695" h="1008379">
                  <a:moveTo>
                    <a:pt x="11353759" y="1008073"/>
                  </a:moveTo>
                  <a:lnTo>
                    <a:pt x="48871" y="1008073"/>
                  </a:lnTo>
                  <a:lnTo>
                    <a:pt x="45469" y="1007740"/>
                  </a:lnTo>
                  <a:lnTo>
                    <a:pt x="10722" y="987683"/>
                  </a:lnTo>
                  <a:lnTo>
                    <a:pt x="0" y="959200"/>
                  </a:lnTo>
                  <a:lnTo>
                    <a:pt x="0" y="955767"/>
                  </a:lnTo>
                  <a:lnTo>
                    <a:pt x="0" y="48872"/>
                  </a:lnTo>
                  <a:lnTo>
                    <a:pt x="17748" y="12895"/>
                  </a:lnTo>
                  <a:lnTo>
                    <a:pt x="48871" y="0"/>
                  </a:lnTo>
                  <a:lnTo>
                    <a:pt x="11353759" y="0"/>
                  </a:lnTo>
                  <a:lnTo>
                    <a:pt x="11389707" y="17745"/>
                  </a:lnTo>
                  <a:lnTo>
                    <a:pt x="11402641" y="48872"/>
                  </a:lnTo>
                  <a:lnTo>
                    <a:pt x="11402641" y="959200"/>
                  </a:lnTo>
                  <a:lnTo>
                    <a:pt x="11384857" y="995177"/>
                  </a:lnTo>
                  <a:lnTo>
                    <a:pt x="11357182" y="1007740"/>
                  </a:lnTo>
                  <a:lnTo>
                    <a:pt x="11353759" y="1008073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4670" y="5083167"/>
              <a:ext cx="11402695" cy="1008380"/>
            </a:xfrm>
            <a:custGeom>
              <a:avLst/>
              <a:gdLst/>
              <a:ahLst/>
              <a:cxnLst/>
              <a:rect l="l" t="t" r="r" b="b"/>
              <a:pathLst>
                <a:path w="11402695" h="1008379">
                  <a:moveTo>
                    <a:pt x="0" y="955767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11350335" y="0"/>
                  </a:lnTo>
                  <a:lnTo>
                    <a:pt x="11353759" y="0"/>
                  </a:lnTo>
                  <a:lnTo>
                    <a:pt x="11357182" y="332"/>
                  </a:lnTo>
                  <a:lnTo>
                    <a:pt x="11360511" y="1008"/>
                  </a:lnTo>
                  <a:lnTo>
                    <a:pt x="11363935" y="1673"/>
                  </a:lnTo>
                  <a:lnTo>
                    <a:pt x="11367168" y="2662"/>
                  </a:lnTo>
                  <a:lnTo>
                    <a:pt x="11370306" y="3984"/>
                  </a:lnTo>
                  <a:lnTo>
                    <a:pt x="11373540" y="5297"/>
                  </a:lnTo>
                  <a:lnTo>
                    <a:pt x="11376583" y="6904"/>
                  </a:lnTo>
                  <a:lnTo>
                    <a:pt x="11379436" y="8815"/>
                  </a:lnTo>
                  <a:lnTo>
                    <a:pt x="11382289" y="10717"/>
                  </a:lnTo>
                  <a:lnTo>
                    <a:pt x="11402260" y="45467"/>
                  </a:lnTo>
                  <a:lnTo>
                    <a:pt x="11402641" y="48872"/>
                  </a:lnTo>
                  <a:lnTo>
                    <a:pt x="11402641" y="52305"/>
                  </a:lnTo>
                  <a:lnTo>
                    <a:pt x="11402641" y="955767"/>
                  </a:lnTo>
                  <a:lnTo>
                    <a:pt x="11402641" y="959200"/>
                  </a:lnTo>
                  <a:lnTo>
                    <a:pt x="11402260" y="962605"/>
                  </a:lnTo>
                  <a:lnTo>
                    <a:pt x="11382289" y="997345"/>
                  </a:lnTo>
                  <a:lnTo>
                    <a:pt x="11379436" y="999257"/>
                  </a:lnTo>
                  <a:lnTo>
                    <a:pt x="11376583" y="1001169"/>
                  </a:lnTo>
                  <a:lnTo>
                    <a:pt x="11373540" y="1002776"/>
                  </a:lnTo>
                  <a:lnTo>
                    <a:pt x="11370306" y="1004088"/>
                  </a:lnTo>
                  <a:lnTo>
                    <a:pt x="11367168" y="1005401"/>
                  </a:lnTo>
                  <a:lnTo>
                    <a:pt x="11363935" y="1006399"/>
                  </a:lnTo>
                  <a:lnTo>
                    <a:pt x="11360511" y="1007065"/>
                  </a:lnTo>
                  <a:lnTo>
                    <a:pt x="11357182" y="1007740"/>
                  </a:lnTo>
                  <a:lnTo>
                    <a:pt x="11353759" y="1008073"/>
                  </a:lnTo>
                  <a:lnTo>
                    <a:pt x="11350335" y="1008073"/>
                  </a:lnTo>
                  <a:lnTo>
                    <a:pt x="52305" y="1008073"/>
                  </a:lnTo>
                  <a:lnTo>
                    <a:pt x="48871" y="1008073"/>
                  </a:lnTo>
                  <a:lnTo>
                    <a:pt x="45469" y="1007740"/>
                  </a:lnTo>
                  <a:lnTo>
                    <a:pt x="42101" y="1007065"/>
                  </a:lnTo>
                  <a:lnTo>
                    <a:pt x="38732" y="1006399"/>
                  </a:lnTo>
                  <a:lnTo>
                    <a:pt x="23246" y="999257"/>
                  </a:lnTo>
                  <a:lnTo>
                    <a:pt x="20390" y="997345"/>
                  </a:lnTo>
                  <a:lnTo>
                    <a:pt x="1005" y="965972"/>
                  </a:lnTo>
                  <a:lnTo>
                    <a:pt x="334" y="962605"/>
                  </a:lnTo>
                  <a:lnTo>
                    <a:pt x="0" y="959200"/>
                  </a:lnTo>
                  <a:lnTo>
                    <a:pt x="0" y="955767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371" y="5214550"/>
              <a:ext cx="139699" cy="1206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0846" y="5148849"/>
            <a:ext cx="10833735" cy="8229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315"/>
              </a:spcBef>
            </a:pPr>
            <a:r>
              <a:rPr sz="1000" b="1" spc="-45" dirty="0">
                <a:solidFill>
                  <a:srgbClr val="91400D"/>
                </a:solidFill>
                <a:latin typeface="Arial"/>
                <a:cs typeface="Arial"/>
              </a:rPr>
              <a:t>Why </a:t>
            </a:r>
            <a:r>
              <a:rPr sz="950" b="1" spc="-35" dirty="0">
                <a:solidFill>
                  <a:srgbClr val="91400D"/>
                </a:solidFill>
                <a:latin typeface="Arial"/>
                <a:cs typeface="Arial"/>
              </a:rPr>
              <a:t>(</a:t>
            </a:r>
            <a:r>
              <a:rPr sz="1000" b="1" spc="-35" dirty="0">
                <a:solidFill>
                  <a:srgbClr val="91400D"/>
                </a:solidFill>
                <a:latin typeface="Arial"/>
                <a:cs typeface="Arial"/>
              </a:rPr>
              <a:t>Wait</a:t>
            </a:r>
            <a:r>
              <a:rPr sz="950" b="1" spc="-35" dirty="0">
                <a:solidFill>
                  <a:srgbClr val="91400D"/>
                </a:solidFill>
                <a:latin typeface="Arial"/>
                <a:cs typeface="Arial"/>
              </a:rPr>
              <a:t>=1)</a:t>
            </a:r>
            <a:r>
              <a:rPr sz="950" b="1" spc="-2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b="1" spc="-55" dirty="0">
                <a:solidFill>
                  <a:srgbClr val="91400D"/>
                </a:solidFill>
                <a:latin typeface="Arial"/>
                <a:cs typeface="Arial"/>
              </a:rPr>
              <a:t>is</a:t>
            </a:r>
            <a:r>
              <a:rPr sz="1000" b="1" spc="-4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91400D"/>
                </a:solidFill>
                <a:latin typeface="Arial"/>
                <a:cs typeface="Arial"/>
              </a:rPr>
              <a:t>Required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9500"/>
              </a:lnSpc>
              <a:spcBef>
                <a:spcPts val="90"/>
              </a:spcBef>
            </a:pPr>
            <a:r>
              <a:rPr sz="900" b="1" spc="-35" dirty="0">
                <a:solidFill>
                  <a:srgbClr val="91400D"/>
                </a:solidFill>
                <a:latin typeface="Arial"/>
                <a:cs typeface="Arial"/>
              </a:rPr>
              <a:t>Validation</a:t>
            </a:r>
            <a:r>
              <a:rPr sz="900" b="1" spc="-5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91400D"/>
                </a:solidFill>
                <a:latin typeface="Arial"/>
                <a:cs typeface="Arial"/>
              </a:rPr>
              <a:t>Context</a:t>
            </a:r>
            <a:r>
              <a:rPr sz="900" b="1" spc="-45" dirty="0">
                <a:solidFill>
                  <a:srgbClr val="91400D"/>
                </a:solidFill>
                <a:latin typeface="Arial"/>
                <a:cs typeface="Arial"/>
              </a:rPr>
              <a:t> Behavior</a:t>
            </a:r>
            <a:r>
              <a:rPr sz="950" b="1" spc="-45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950" b="1" spc="-2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When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a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command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occurs, the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mechanism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enters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a</a:t>
            </a:r>
            <a:r>
              <a:rPr sz="900" spc="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context.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91400D"/>
                </a:solidFill>
                <a:latin typeface="Microsoft Sans Serif"/>
                <a:cs typeface="Microsoft Sans Serif"/>
              </a:rPr>
              <a:t>Each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validation-compatible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command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(Validation,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iFrame,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Error,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Navigate,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MainWindow)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keeps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 the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context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until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a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command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successfully passes.</a:t>
            </a:r>
            <a:endParaRPr sz="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900" b="1" spc="-40" dirty="0">
                <a:solidFill>
                  <a:srgbClr val="91400D"/>
                </a:solidFill>
                <a:latin typeface="Arial"/>
                <a:cs typeface="Arial"/>
              </a:rPr>
              <a:t>Solution</a:t>
            </a:r>
            <a:r>
              <a:rPr sz="950" b="1" spc="-4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950" b="1" spc="-3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The </a:t>
            </a:r>
            <a:r>
              <a:rPr sz="9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(Wait=1)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command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breaks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context,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allowing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you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to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execute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validation-compatible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commands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after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a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block.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This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enables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navigation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to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a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new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page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after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successful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login validation.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76"/>
            <a:ext cx="502666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Advanced</a:t>
            </a:r>
            <a:r>
              <a:rPr sz="2050" b="0" spc="-80" dirty="0">
                <a:latin typeface="Segoe UI Symbol"/>
                <a:cs typeface="Segoe UI Symbol"/>
              </a:rPr>
              <a:t>:</a:t>
            </a:r>
            <a:r>
              <a:rPr sz="2050" b="0" spc="-90" dirty="0">
                <a:latin typeface="Segoe UI Symbol"/>
                <a:cs typeface="Segoe UI Symbol"/>
              </a:rPr>
              <a:t> </a:t>
            </a:r>
            <a:r>
              <a:rPr spc="-120" dirty="0"/>
              <a:t>iFrame</a:t>
            </a:r>
            <a:r>
              <a:rPr spc="-80" dirty="0"/>
              <a:t> </a:t>
            </a:r>
            <a:r>
              <a:rPr spc="-110" dirty="0"/>
              <a:t>Handling</a:t>
            </a:r>
            <a:r>
              <a:rPr spc="-80" dirty="0"/>
              <a:t> </a:t>
            </a:r>
            <a:r>
              <a:rPr spc="-120" dirty="0"/>
              <a:t>and</a:t>
            </a:r>
            <a:r>
              <a:rPr spc="-80" dirty="0"/>
              <a:t> </a:t>
            </a:r>
            <a:r>
              <a:rPr spc="-75" dirty="0"/>
              <a:t>MainWindow</a:t>
            </a:r>
            <a:endParaRPr sz="20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49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58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16"/>
            <a:ext cx="11412220" cy="400050"/>
            <a:chOff x="389915" y="770316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18080"/>
            <a:ext cx="7019290" cy="541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Navigate</a:t>
            </a:r>
            <a:r>
              <a:rPr sz="115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between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frames</a:t>
            </a:r>
            <a:r>
              <a:rPr sz="1200" spc="-2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70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handle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nested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iframes</a:t>
            </a:r>
            <a:r>
              <a:rPr sz="1200" spc="-20" dirty="0">
                <a:solidFill>
                  <a:srgbClr val="64738B"/>
                </a:solidFill>
                <a:latin typeface="Britannic Bold"/>
                <a:cs typeface="Britannic Bold"/>
              </a:rPr>
              <a:t>,</a:t>
            </a:r>
            <a:r>
              <a:rPr sz="1200" spc="-70" dirty="0">
                <a:solidFill>
                  <a:srgbClr val="64738B"/>
                </a:solidFill>
                <a:latin typeface="Britannic Bold"/>
                <a:cs typeface="Britannic Bold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return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main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window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context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these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patterns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 enter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30" dirty="0">
                <a:solidFill>
                  <a:srgbClr val="334054"/>
                </a:solidFill>
                <a:latin typeface="Microsoft Sans Serif"/>
                <a:cs typeface="Microsoft Sans Serif"/>
              </a:rPr>
              <a:t>iFrames</a:t>
            </a:r>
            <a:r>
              <a:rPr sz="1100" spc="-3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interact with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elements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inside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frames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return to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main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 window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context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07" y="1321896"/>
            <a:ext cx="5630545" cy="3775710"/>
            <a:chOff x="389907" y="1321896"/>
            <a:chExt cx="5630545" cy="3775710"/>
          </a:xfrm>
        </p:grpSpPr>
        <p:sp>
          <p:nvSpPr>
            <p:cNvPr id="11" name="object 11"/>
            <p:cNvSpPr/>
            <p:nvPr/>
          </p:nvSpPr>
          <p:spPr>
            <a:xfrm>
              <a:off x="394670" y="1326658"/>
              <a:ext cx="5621020" cy="3766185"/>
            </a:xfrm>
            <a:custGeom>
              <a:avLst/>
              <a:gdLst/>
              <a:ahLst/>
              <a:cxnLst/>
              <a:rect l="l" t="t" r="r" b="b"/>
              <a:pathLst>
                <a:path w="5621020" h="3766185">
                  <a:moveTo>
                    <a:pt x="0" y="369468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694683"/>
                  </a:lnTo>
                  <a:lnTo>
                    <a:pt x="5620484" y="3699362"/>
                  </a:lnTo>
                  <a:lnTo>
                    <a:pt x="5620028" y="3704003"/>
                  </a:lnTo>
                  <a:lnTo>
                    <a:pt x="5619115" y="3708597"/>
                  </a:lnTo>
                  <a:lnTo>
                    <a:pt x="5618202" y="3713190"/>
                  </a:lnTo>
                  <a:lnTo>
                    <a:pt x="5599590" y="3745116"/>
                  </a:lnTo>
                  <a:lnTo>
                    <a:pt x="5596281" y="3748425"/>
                  </a:lnTo>
                  <a:lnTo>
                    <a:pt x="5563071" y="3764640"/>
                  </a:lnTo>
                  <a:lnTo>
                    <a:pt x="5558478" y="3765553"/>
                  </a:lnTo>
                  <a:lnTo>
                    <a:pt x="5553837" y="3766009"/>
                  </a:lnTo>
                  <a:lnTo>
                    <a:pt x="5549158" y="3766009"/>
                  </a:lnTo>
                  <a:lnTo>
                    <a:pt x="71325" y="3766009"/>
                  </a:lnTo>
                  <a:lnTo>
                    <a:pt x="66642" y="3766009"/>
                  </a:lnTo>
                  <a:lnTo>
                    <a:pt x="62004" y="3765553"/>
                  </a:lnTo>
                  <a:lnTo>
                    <a:pt x="57410" y="3764640"/>
                  </a:lnTo>
                  <a:lnTo>
                    <a:pt x="52817" y="3763727"/>
                  </a:lnTo>
                  <a:lnTo>
                    <a:pt x="48357" y="3762367"/>
                  </a:lnTo>
                  <a:lnTo>
                    <a:pt x="44030" y="3760579"/>
                  </a:lnTo>
                  <a:lnTo>
                    <a:pt x="39703" y="3758791"/>
                  </a:lnTo>
                  <a:lnTo>
                    <a:pt x="9418" y="3730413"/>
                  </a:lnTo>
                  <a:lnTo>
                    <a:pt x="1370" y="3708597"/>
                  </a:lnTo>
                  <a:lnTo>
                    <a:pt x="456" y="3704003"/>
                  </a:lnTo>
                  <a:lnTo>
                    <a:pt x="0" y="3699362"/>
                  </a:lnTo>
                  <a:lnTo>
                    <a:pt x="0" y="369468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587" y="1721329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505592"/>
              <a:ext cx="117474" cy="120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31467" y="1454028"/>
            <a:ext cx="15163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65" dirty="0">
                <a:solidFill>
                  <a:srgbClr val="1D293B"/>
                </a:solidFill>
                <a:latin typeface="Arial"/>
                <a:cs typeface="Arial"/>
              </a:rPr>
              <a:t>iFrame</a:t>
            </a:r>
            <a:r>
              <a:rPr sz="1150" b="1" spc="-3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Syntax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Patterns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1587" y="1844960"/>
            <a:ext cx="5306695" cy="3091180"/>
          </a:xfrm>
          <a:custGeom>
            <a:avLst/>
            <a:gdLst/>
            <a:ahLst/>
            <a:cxnLst/>
            <a:rect l="l" t="t" r="r" b="b"/>
            <a:pathLst>
              <a:path w="5306695" h="3091179">
                <a:moveTo>
                  <a:pt x="5253336" y="3090790"/>
                </a:moveTo>
                <a:lnTo>
                  <a:pt x="53313" y="3090790"/>
                </a:lnTo>
                <a:lnTo>
                  <a:pt x="49603" y="3090429"/>
                </a:lnTo>
                <a:lnTo>
                  <a:pt x="14063" y="3071428"/>
                </a:lnTo>
                <a:lnTo>
                  <a:pt x="0" y="3037477"/>
                </a:lnTo>
                <a:lnTo>
                  <a:pt x="0" y="3033730"/>
                </a:lnTo>
                <a:lnTo>
                  <a:pt x="0" y="53313"/>
                </a:lnTo>
                <a:lnTo>
                  <a:pt x="19361" y="14065"/>
                </a:lnTo>
                <a:lnTo>
                  <a:pt x="53313" y="0"/>
                </a:lnTo>
                <a:lnTo>
                  <a:pt x="5253336" y="0"/>
                </a:lnTo>
                <a:lnTo>
                  <a:pt x="5292584" y="19362"/>
                </a:lnTo>
                <a:lnTo>
                  <a:pt x="5306650" y="53313"/>
                </a:lnTo>
                <a:lnTo>
                  <a:pt x="5306650" y="3037477"/>
                </a:lnTo>
                <a:lnTo>
                  <a:pt x="5287287" y="3076725"/>
                </a:lnTo>
                <a:lnTo>
                  <a:pt x="5257045" y="3090429"/>
                </a:lnTo>
                <a:lnTo>
                  <a:pt x="5253336" y="3090790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008" y="1924223"/>
            <a:ext cx="3107690" cy="18516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52450">
              <a:lnSpc>
                <a:spcPct val="120600"/>
              </a:lnSpc>
              <a:spcBef>
                <a:spcPts val="7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Enter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iFrame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with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identifier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Identifier</a:t>
            </a:r>
            <a:r>
              <a:rPr sz="1000" spc="-7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(iFrame)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(SearchBy=Type)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Enter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iFrame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without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identifier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(iFrame)</a:t>
            </a:r>
            <a:endParaRPr sz="1000">
              <a:latin typeface="Lucida Console"/>
              <a:cs typeface="Lucida Console"/>
            </a:endParaRPr>
          </a:p>
          <a:p>
            <a:pPr marL="12700" marR="1511300">
              <a:lnSpc>
                <a:spcPct val="118600"/>
              </a:lnSpc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2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Return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to</a:t>
            </a:r>
            <a:r>
              <a:rPr sz="1000" spc="-10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main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window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(MainWindow)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2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Examples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login-iframe-</a:t>
            </a:r>
            <a:r>
              <a:rPr sz="1000" spc="-35" dirty="0">
                <a:solidFill>
                  <a:srgbClr val="F472B5"/>
                </a:solidFill>
                <a:latin typeface="Lucida Console"/>
                <a:cs typeface="Lucida Console"/>
              </a:rPr>
              <a:t>id</a:t>
            </a:r>
            <a:r>
              <a:rPr sz="1000" spc="-10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(iFrame)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  <a:spcBef>
                <a:spcPts val="7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content-frame-</a:t>
            </a:r>
            <a:r>
              <a:rPr sz="1000" spc="-55" dirty="0">
                <a:solidFill>
                  <a:srgbClr val="F472B5"/>
                </a:solidFill>
                <a:latin typeface="Lucida Console"/>
                <a:cs typeface="Lucida Console"/>
              </a:rPr>
              <a:t>name</a:t>
            </a:r>
            <a:r>
              <a:rPr sz="1000" spc="-8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(iFrame)</a:t>
            </a:r>
            <a:r>
              <a:rPr sz="1000" spc="-7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(searchby=name)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Nested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iframes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supported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72064" y="1321896"/>
            <a:ext cx="5630545" cy="3775710"/>
            <a:chOff x="6172064" y="1321896"/>
            <a:chExt cx="5630545" cy="3775710"/>
          </a:xfrm>
        </p:grpSpPr>
        <p:sp>
          <p:nvSpPr>
            <p:cNvPr id="18" name="object 18"/>
            <p:cNvSpPr/>
            <p:nvPr/>
          </p:nvSpPr>
          <p:spPr>
            <a:xfrm>
              <a:off x="6176826" y="1326658"/>
              <a:ext cx="5621020" cy="3766185"/>
            </a:xfrm>
            <a:custGeom>
              <a:avLst/>
              <a:gdLst/>
              <a:ahLst/>
              <a:cxnLst/>
              <a:rect l="l" t="t" r="r" b="b"/>
              <a:pathLst>
                <a:path w="5621020" h="3766185">
                  <a:moveTo>
                    <a:pt x="0" y="369468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694683"/>
                  </a:lnTo>
                  <a:lnTo>
                    <a:pt x="5620484" y="3699362"/>
                  </a:lnTo>
                  <a:lnTo>
                    <a:pt x="5620009" y="3704003"/>
                  </a:lnTo>
                  <a:lnTo>
                    <a:pt x="5602890" y="3741806"/>
                  </a:lnTo>
                  <a:lnTo>
                    <a:pt x="5599562" y="3745116"/>
                  </a:lnTo>
                  <a:lnTo>
                    <a:pt x="5596328" y="3748425"/>
                  </a:lnTo>
                  <a:lnTo>
                    <a:pt x="5576452" y="3760579"/>
                  </a:lnTo>
                  <a:lnTo>
                    <a:pt x="5572173" y="3762367"/>
                  </a:lnTo>
                  <a:lnTo>
                    <a:pt x="5567703" y="3763727"/>
                  </a:lnTo>
                  <a:lnTo>
                    <a:pt x="5563043" y="3764640"/>
                  </a:lnTo>
                  <a:lnTo>
                    <a:pt x="5558478" y="3765553"/>
                  </a:lnTo>
                  <a:lnTo>
                    <a:pt x="5553818" y="3766009"/>
                  </a:lnTo>
                  <a:lnTo>
                    <a:pt x="5549158" y="3766009"/>
                  </a:lnTo>
                  <a:lnTo>
                    <a:pt x="71325" y="3766009"/>
                  </a:lnTo>
                  <a:lnTo>
                    <a:pt x="66646" y="3766009"/>
                  </a:lnTo>
                  <a:lnTo>
                    <a:pt x="62006" y="3765553"/>
                  </a:lnTo>
                  <a:lnTo>
                    <a:pt x="57412" y="3764640"/>
                  </a:lnTo>
                  <a:lnTo>
                    <a:pt x="52819" y="3763727"/>
                  </a:lnTo>
                  <a:lnTo>
                    <a:pt x="20893" y="3745116"/>
                  </a:lnTo>
                  <a:lnTo>
                    <a:pt x="17574" y="3741806"/>
                  </a:lnTo>
                  <a:lnTo>
                    <a:pt x="14617" y="3738202"/>
                  </a:lnTo>
                  <a:lnTo>
                    <a:pt x="12020" y="3734312"/>
                  </a:lnTo>
                  <a:lnTo>
                    <a:pt x="9415" y="3730413"/>
                  </a:lnTo>
                  <a:lnTo>
                    <a:pt x="7218" y="3726305"/>
                  </a:lnTo>
                  <a:lnTo>
                    <a:pt x="5430" y="3721978"/>
                  </a:lnTo>
                  <a:lnTo>
                    <a:pt x="3632" y="3717650"/>
                  </a:lnTo>
                  <a:lnTo>
                    <a:pt x="2282" y="3713190"/>
                  </a:lnTo>
                  <a:lnTo>
                    <a:pt x="1369" y="3708597"/>
                  </a:lnTo>
                  <a:lnTo>
                    <a:pt x="456" y="3704003"/>
                  </a:lnTo>
                  <a:lnTo>
                    <a:pt x="0" y="3699362"/>
                  </a:lnTo>
                  <a:lnTo>
                    <a:pt x="0" y="369468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33743" y="1721329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3743" y="1505592"/>
              <a:ext cx="152399" cy="12064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546908" y="1450072"/>
            <a:ext cx="24168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70" dirty="0">
                <a:solidFill>
                  <a:srgbClr val="1D293B"/>
                </a:solidFill>
                <a:latin typeface="Arial"/>
                <a:cs typeface="Arial"/>
              </a:rPr>
              <a:t>Example</a:t>
            </a:r>
            <a:r>
              <a:rPr sz="1150" b="1" spc="-3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65" dirty="0">
                <a:solidFill>
                  <a:srgbClr val="1D293B"/>
                </a:solidFill>
                <a:latin typeface="Arial"/>
                <a:cs typeface="Arial"/>
              </a:rPr>
              <a:t>Flow</a:t>
            </a:r>
            <a:r>
              <a:rPr sz="1200" b="1" spc="-65" dirty="0">
                <a:solidFill>
                  <a:srgbClr val="1D293B"/>
                </a:solidFill>
                <a:latin typeface="Lucida Fax"/>
                <a:cs typeface="Lucida Fax"/>
              </a:rPr>
              <a:t>:</a:t>
            </a:r>
            <a:r>
              <a:rPr sz="1200" b="1" spc="-105" dirty="0">
                <a:solidFill>
                  <a:srgbClr val="1D293B"/>
                </a:solidFill>
                <a:latin typeface="Lucida Fax"/>
                <a:cs typeface="Lucida Fax"/>
              </a:rPr>
              <a:t> </a:t>
            </a:r>
            <a:r>
              <a:rPr sz="1150" b="1" spc="-65" dirty="0">
                <a:solidFill>
                  <a:srgbClr val="1D293B"/>
                </a:solidFill>
                <a:latin typeface="Arial"/>
                <a:cs typeface="Arial"/>
              </a:rPr>
              <a:t>iFrame</a:t>
            </a:r>
            <a:r>
              <a:rPr sz="1150" b="1" spc="-3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200" b="1" spc="-105" dirty="0">
                <a:solidFill>
                  <a:srgbClr val="1D293B"/>
                </a:solidFill>
                <a:latin typeface="Lucida Fax"/>
                <a:cs typeface="Lucida Fax"/>
              </a:rPr>
              <a:t>+</a:t>
            </a:r>
            <a:r>
              <a:rPr sz="1200" b="1" spc="-100" dirty="0">
                <a:solidFill>
                  <a:srgbClr val="1D293B"/>
                </a:solidFill>
                <a:latin typeface="Lucida Fax"/>
                <a:cs typeface="Lucida Fax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MainWindow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33744" y="1844960"/>
            <a:ext cx="5306695" cy="3091180"/>
          </a:xfrm>
          <a:custGeom>
            <a:avLst/>
            <a:gdLst/>
            <a:ahLst/>
            <a:cxnLst/>
            <a:rect l="l" t="t" r="r" b="b"/>
            <a:pathLst>
              <a:path w="5306695" h="3091179">
                <a:moveTo>
                  <a:pt x="5253298" y="3090790"/>
                </a:moveTo>
                <a:lnTo>
                  <a:pt x="53313" y="3090790"/>
                </a:lnTo>
                <a:lnTo>
                  <a:pt x="49604" y="3090429"/>
                </a:lnTo>
                <a:lnTo>
                  <a:pt x="14065" y="3071428"/>
                </a:lnTo>
                <a:lnTo>
                  <a:pt x="0" y="3037477"/>
                </a:lnTo>
                <a:lnTo>
                  <a:pt x="0" y="3033730"/>
                </a:lnTo>
                <a:lnTo>
                  <a:pt x="0" y="53313"/>
                </a:lnTo>
                <a:lnTo>
                  <a:pt x="19362" y="14065"/>
                </a:lnTo>
                <a:lnTo>
                  <a:pt x="53313" y="0"/>
                </a:lnTo>
                <a:lnTo>
                  <a:pt x="5253298" y="0"/>
                </a:lnTo>
                <a:lnTo>
                  <a:pt x="5292575" y="19362"/>
                </a:lnTo>
                <a:lnTo>
                  <a:pt x="5306650" y="53313"/>
                </a:lnTo>
                <a:lnTo>
                  <a:pt x="5306650" y="3037477"/>
                </a:lnTo>
                <a:lnTo>
                  <a:pt x="5287249" y="3076725"/>
                </a:lnTo>
                <a:lnTo>
                  <a:pt x="5257007" y="3090429"/>
                </a:lnTo>
                <a:lnTo>
                  <a:pt x="5253298" y="3090790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35165" y="1924223"/>
            <a:ext cx="3449954" cy="1299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8600"/>
              </a:lnSpc>
              <a:spcBef>
                <a:spcPts val="10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Enter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iframe,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submit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credentials,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return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to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main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login-</a:t>
            </a:r>
            <a:r>
              <a:rPr sz="1000" spc="-55" dirty="0">
                <a:solidFill>
                  <a:srgbClr val="F472B5"/>
                </a:solidFill>
                <a:latin typeface="Lucida Console"/>
                <a:cs typeface="Lucida Console"/>
              </a:rPr>
              <a:t>iframe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(iFrame)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algn="just">
              <a:lnSpc>
                <a:spcPct val="100000"/>
              </a:lnSpc>
              <a:spcBef>
                <a:spcPts val="220"/>
              </a:spcBef>
            </a:pPr>
            <a:r>
              <a:rPr sz="1000" spc="-65" dirty="0">
                <a:solidFill>
                  <a:srgbClr val="F472B5"/>
                </a:solidFill>
                <a:latin typeface="Lucida Console"/>
                <a:cs typeface="Lucida Console"/>
              </a:rPr>
              <a:t>username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{username}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marR="1031875" algn="just">
              <a:lnSpc>
                <a:spcPct val="118600"/>
              </a:lnSpc>
              <a:spcBef>
                <a:spcPts val="75"/>
              </a:spcBef>
            </a:pPr>
            <a:r>
              <a:rPr sz="1000" spc="-65" dirty="0">
                <a:solidFill>
                  <a:srgbClr val="F472B5"/>
                </a:solidFill>
                <a:latin typeface="Lucida Console"/>
                <a:cs typeface="Lucida Console"/>
              </a:rPr>
              <a:t>password</a:t>
            </a:r>
            <a:r>
              <a:rPr sz="1000" spc="-7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{password}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 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submit-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btn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(MainWindow)</a:t>
            </a:r>
            <a:endParaRPr sz="1000">
              <a:latin typeface="Lucida Console"/>
              <a:cs typeface="Lucida Console"/>
            </a:endParaRPr>
          </a:p>
          <a:p>
            <a:pPr marL="12700" algn="just">
              <a:lnSpc>
                <a:spcPct val="100000"/>
              </a:lnSpc>
              <a:spcBef>
                <a:spcPts val="225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success-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msg</a:t>
            </a:r>
            <a:r>
              <a:rPr sz="1000" spc="-10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9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9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7215" y="5272471"/>
            <a:ext cx="2794635" cy="8223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000" b="1" spc="-65" dirty="0">
                <a:solidFill>
                  <a:srgbClr val="1D293B"/>
                </a:solidFill>
                <a:latin typeface="Arial"/>
                <a:cs typeface="Arial"/>
              </a:rPr>
              <a:t>iFrame</a:t>
            </a:r>
            <a:r>
              <a:rPr sz="100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D293B"/>
                </a:solidFill>
                <a:latin typeface="Arial"/>
                <a:cs typeface="Arial"/>
              </a:rPr>
              <a:t>Commands</a:t>
            </a:r>
            <a:endParaRPr sz="10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spcBef>
                <a:spcPts val="200"/>
              </a:spcBef>
              <a:buFont typeface="Microsoft Sans Serif"/>
              <a:buChar char="•"/>
              <a:tabLst>
                <a:tab pos="100965" algn="l"/>
              </a:tabLst>
            </a:pPr>
            <a:r>
              <a:rPr sz="900" b="1" spc="-25" dirty="0">
                <a:solidFill>
                  <a:srgbClr val="64738B"/>
                </a:solidFill>
                <a:latin typeface="Arial"/>
                <a:cs typeface="Arial"/>
              </a:rPr>
              <a:t>Identifier</a:t>
            </a:r>
            <a:r>
              <a:rPr sz="900" b="1" spc="-55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64738B"/>
                </a:solidFill>
                <a:latin typeface="Arial"/>
                <a:cs typeface="Arial"/>
              </a:rPr>
              <a:t>&gt;</a:t>
            </a:r>
            <a:r>
              <a:rPr sz="950" b="1" spc="-70" dirty="0">
                <a:solidFill>
                  <a:srgbClr val="64738B"/>
                </a:solidFill>
                <a:latin typeface="Arial"/>
                <a:cs typeface="Arial"/>
              </a:rPr>
              <a:t> </a:t>
            </a:r>
            <a:r>
              <a:rPr sz="950" b="1" spc="-35" dirty="0">
                <a:solidFill>
                  <a:srgbClr val="64738B"/>
                </a:solidFill>
                <a:latin typeface="Arial"/>
                <a:cs typeface="Arial"/>
              </a:rPr>
              <a:t>(</a:t>
            </a: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iFrame</a:t>
            </a:r>
            <a:r>
              <a:rPr sz="950" b="1" spc="-35" dirty="0">
                <a:solidFill>
                  <a:srgbClr val="64738B"/>
                </a:solidFill>
                <a:latin typeface="Arial"/>
                <a:cs typeface="Arial"/>
              </a:rPr>
              <a:t>)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Enter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frame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known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ID/name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ts val="1130"/>
              </a:lnSpc>
              <a:spcBef>
                <a:spcPts val="55"/>
              </a:spcBef>
              <a:buSzPct val="94736"/>
              <a:buFont typeface="Microsoft Sans Serif"/>
              <a:buChar char="•"/>
              <a:tabLst>
                <a:tab pos="100965" algn="l"/>
              </a:tabLst>
            </a:pPr>
            <a:r>
              <a:rPr sz="950" b="1" spc="-35" dirty="0">
                <a:solidFill>
                  <a:srgbClr val="64738B"/>
                </a:solidFill>
                <a:latin typeface="Arial"/>
                <a:cs typeface="Arial"/>
              </a:rPr>
              <a:t>(</a:t>
            </a: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iFrame</a:t>
            </a:r>
            <a:r>
              <a:rPr sz="950" b="1" spc="-35" dirty="0">
                <a:solidFill>
                  <a:srgbClr val="64738B"/>
                </a:solidFill>
                <a:latin typeface="Arial"/>
                <a:cs typeface="Arial"/>
              </a:rPr>
              <a:t>)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Enter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frame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without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identifier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ts val="1130"/>
              </a:lnSpc>
              <a:buSzPct val="94736"/>
              <a:buFont typeface="Microsoft Sans Serif"/>
              <a:buChar char="•"/>
              <a:tabLst>
                <a:tab pos="100965" algn="l"/>
              </a:tabLst>
            </a:pPr>
            <a:r>
              <a:rPr sz="950" b="1" spc="-30" dirty="0">
                <a:solidFill>
                  <a:srgbClr val="64738B"/>
                </a:solidFill>
                <a:latin typeface="Arial"/>
                <a:cs typeface="Arial"/>
              </a:rPr>
              <a:t>(</a:t>
            </a:r>
            <a:r>
              <a:rPr sz="900" b="1" spc="-30" dirty="0">
                <a:solidFill>
                  <a:srgbClr val="64738B"/>
                </a:solidFill>
                <a:latin typeface="Arial"/>
                <a:cs typeface="Arial"/>
              </a:rPr>
              <a:t>MainWindow</a:t>
            </a:r>
            <a:r>
              <a:rPr sz="950" b="1" spc="-30" dirty="0">
                <a:solidFill>
                  <a:srgbClr val="64738B"/>
                </a:solidFill>
                <a:latin typeface="Arial"/>
                <a:cs typeface="Arial"/>
              </a:rPr>
              <a:t>)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Return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main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document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10"/>
              </a:spcBef>
              <a:buFont typeface="Microsoft Sans Serif"/>
              <a:buChar char="•"/>
              <a:tabLst>
                <a:tab pos="100965" algn="l"/>
              </a:tabLst>
            </a:pPr>
            <a:r>
              <a:rPr sz="900" b="1" spc="-25" dirty="0">
                <a:solidFill>
                  <a:srgbClr val="64738B"/>
                </a:solidFill>
                <a:latin typeface="Arial"/>
                <a:cs typeface="Arial"/>
              </a:rPr>
              <a:t>Nested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Multiple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iframe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levels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supported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59371" y="5266634"/>
            <a:ext cx="2047875" cy="8274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00" b="1" spc="-55" dirty="0">
                <a:solidFill>
                  <a:srgbClr val="1D293B"/>
                </a:solidFill>
                <a:latin typeface="Arial"/>
                <a:cs typeface="Arial"/>
              </a:rPr>
              <a:t>Performance</a:t>
            </a:r>
            <a:r>
              <a:rPr sz="1000" b="1" spc="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1D293B"/>
                </a:solidFill>
                <a:latin typeface="Arial"/>
                <a:cs typeface="Arial"/>
              </a:rPr>
              <a:t>Notes</a:t>
            </a:r>
            <a:endParaRPr sz="10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spcBef>
                <a:spcPts val="250"/>
              </a:spcBef>
              <a:buChar char="•"/>
              <a:tabLst>
                <a:tab pos="100965" algn="l"/>
              </a:tabLst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Identifier-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based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iFrame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entry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is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faster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20"/>
              </a:spcBef>
              <a:buChar char="•"/>
              <a:tabLst>
                <a:tab pos="100965" algn="l"/>
              </a:tabLst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(Wait=1)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before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switching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contexts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40"/>
              </a:spcBef>
              <a:buChar char="•"/>
              <a:tabLst>
                <a:tab pos="100965" algn="l"/>
              </a:tabLst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Nested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iframes: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exit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reverse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order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20"/>
              </a:spcBef>
              <a:buChar char="•"/>
              <a:tabLst>
                <a:tab pos="100965" algn="l"/>
              </a:tabLst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Test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actual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page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structure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85"/>
            <a:ext cx="3684904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Advanced</a:t>
            </a:r>
            <a:r>
              <a:rPr sz="2050" b="0" spc="-80" dirty="0">
                <a:latin typeface="Segoe UI Symbol"/>
                <a:cs typeface="Segoe UI Symbol"/>
              </a:rPr>
              <a:t>:</a:t>
            </a:r>
            <a:r>
              <a:rPr sz="2050" b="0" spc="-75" dirty="0">
                <a:latin typeface="Segoe UI Symbol"/>
                <a:cs typeface="Segoe UI Symbol"/>
              </a:rPr>
              <a:t> </a:t>
            </a:r>
            <a:r>
              <a:rPr spc="-175" dirty="0"/>
              <a:t>MFA</a:t>
            </a:r>
            <a:r>
              <a:rPr spc="-75" dirty="0"/>
              <a:t> </a:t>
            </a:r>
            <a:r>
              <a:rPr spc="-114" dirty="0"/>
              <a:t>Code</a:t>
            </a:r>
            <a:r>
              <a:rPr spc="-75" dirty="0"/>
              <a:t> </a:t>
            </a:r>
            <a:r>
              <a:rPr spc="-85" dirty="0"/>
              <a:t>Generation</a:t>
            </a:r>
            <a:endParaRPr sz="20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25"/>
            <a:ext cx="11412220" cy="400050"/>
            <a:chOff x="389915" y="770325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1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18089"/>
            <a:ext cx="8965565" cy="5397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Generate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95" dirty="0">
                <a:solidFill>
                  <a:srgbClr val="64738B"/>
                </a:solidFill>
                <a:latin typeface="Microsoft Sans Serif"/>
                <a:cs typeface="Microsoft Sans Serif"/>
              </a:rPr>
              <a:t>TOTP</a:t>
            </a:r>
            <a:r>
              <a:rPr sz="1200" spc="-95" dirty="0">
                <a:solidFill>
                  <a:srgbClr val="64738B"/>
                </a:solidFill>
                <a:latin typeface="Verdana"/>
                <a:cs typeface="Verdana"/>
              </a:rPr>
              <a:t>-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based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90" dirty="0">
                <a:solidFill>
                  <a:srgbClr val="64738B"/>
                </a:solidFill>
                <a:latin typeface="Microsoft Sans Serif"/>
                <a:cs typeface="Microsoft Sans Serif"/>
              </a:rPr>
              <a:t>MFA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codes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them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WebFormFields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automation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Generate_TOTP_MFA_Code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 to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generate </a:t>
            </a:r>
            <a:r>
              <a:rPr sz="1050" spc="-65" dirty="0">
                <a:solidFill>
                  <a:srgbClr val="334054"/>
                </a:solidFill>
                <a:latin typeface="Microsoft Sans Serif"/>
                <a:cs typeface="Microsoft Sans Serif"/>
              </a:rPr>
              <a:t>TOTP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 codes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 </a:t>
            </a:r>
            <a:r>
              <a:rPr sz="105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MFA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authentication, then reference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the generated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code with </a:t>
            </a:r>
            <a:r>
              <a:rPr sz="10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&amp;MFACode&amp;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placeholder.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07" y="1321905"/>
            <a:ext cx="5630545" cy="3775710"/>
            <a:chOff x="389907" y="1321905"/>
            <a:chExt cx="5630545" cy="3775710"/>
          </a:xfrm>
        </p:grpSpPr>
        <p:sp>
          <p:nvSpPr>
            <p:cNvPr id="11" name="object 11"/>
            <p:cNvSpPr/>
            <p:nvPr/>
          </p:nvSpPr>
          <p:spPr>
            <a:xfrm>
              <a:off x="394670" y="1326668"/>
              <a:ext cx="5621020" cy="3766185"/>
            </a:xfrm>
            <a:custGeom>
              <a:avLst/>
              <a:gdLst/>
              <a:ahLst/>
              <a:cxnLst/>
              <a:rect l="l" t="t" r="r" b="b"/>
              <a:pathLst>
                <a:path w="5621020" h="3766185">
                  <a:moveTo>
                    <a:pt x="0" y="369468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37" y="0"/>
                  </a:lnTo>
                  <a:lnTo>
                    <a:pt x="5558478" y="456"/>
                  </a:lnTo>
                  <a:lnTo>
                    <a:pt x="5563071" y="1369"/>
                  </a:lnTo>
                  <a:lnTo>
                    <a:pt x="5567665" y="2282"/>
                  </a:lnTo>
                  <a:lnTo>
                    <a:pt x="5572125" y="3632"/>
                  </a:lnTo>
                  <a:lnTo>
                    <a:pt x="5576452" y="5430"/>
                  </a:lnTo>
                  <a:lnTo>
                    <a:pt x="5580779" y="7218"/>
                  </a:lnTo>
                  <a:lnTo>
                    <a:pt x="5599590" y="20893"/>
                  </a:lnTo>
                  <a:lnTo>
                    <a:pt x="5602900" y="24203"/>
                  </a:lnTo>
                  <a:lnTo>
                    <a:pt x="5615054" y="44031"/>
                  </a:lnTo>
                  <a:lnTo>
                    <a:pt x="5616842" y="48358"/>
                  </a:lnTo>
                  <a:lnTo>
                    <a:pt x="5618202" y="52819"/>
                  </a:lnTo>
                  <a:lnTo>
                    <a:pt x="5619115" y="57412"/>
                  </a:lnTo>
                  <a:lnTo>
                    <a:pt x="5620028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694683"/>
                  </a:lnTo>
                  <a:lnTo>
                    <a:pt x="5620484" y="3699362"/>
                  </a:lnTo>
                  <a:lnTo>
                    <a:pt x="5620028" y="3704003"/>
                  </a:lnTo>
                  <a:lnTo>
                    <a:pt x="5619115" y="3708597"/>
                  </a:lnTo>
                  <a:lnTo>
                    <a:pt x="5618202" y="3713190"/>
                  </a:lnTo>
                  <a:lnTo>
                    <a:pt x="5599590" y="3745116"/>
                  </a:lnTo>
                  <a:lnTo>
                    <a:pt x="5596281" y="3748425"/>
                  </a:lnTo>
                  <a:lnTo>
                    <a:pt x="5563071" y="3764640"/>
                  </a:lnTo>
                  <a:lnTo>
                    <a:pt x="5558478" y="3765553"/>
                  </a:lnTo>
                  <a:lnTo>
                    <a:pt x="5553837" y="3766009"/>
                  </a:lnTo>
                  <a:lnTo>
                    <a:pt x="5549158" y="3766009"/>
                  </a:lnTo>
                  <a:lnTo>
                    <a:pt x="71325" y="3766009"/>
                  </a:lnTo>
                  <a:lnTo>
                    <a:pt x="66642" y="3766009"/>
                  </a:lnTo>
                  <a:lnTo>
                    <a:pt x="62004" y="3765553"/>
                  </a:lnTo>
                  <a:lnTo>
                    <a:pt x="57410" y="3764640"/>
                  </a:lnTo>
                  <a:lnTo>
                    <a:pt x="52817" y="3763727"/>
                  </a:lnTo>
                  <a:lnTo>
                    <a:pt x="48357" y="3762367"/>
                  </a:lnTo>
                  <a:lnTo>
                    <a:pt x="44030" y="3760579"/>
                  </a:lnTo>
                  <a:lnTo>
                    <a:pt x="39703" y="3758791"/>
                  </a:lnTo>
                  <a:lnTo>
                    <a:pt x="9418" y="3730413"/>
                  </a:lnTo>
                  <a:lnTo>
                    <a:pt x="1370" y="3708597"/>
                  </a:lnTo>
                  <a:lnTo>
                    <a:pt x="456" y="3704003"/>
                  </a:lnTo>
                  <a:lnTo>
                    <a:pt x="0" y="3699362"/>
                  </a:lnTo>
                  <a:lnTo>
                    <a:pt x="0" y="369468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587" y="1721338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1499251"/>
              <a:ext cx="133349" cy="1365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8110" y="1454037"/>
            <a:ext cx="153606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95" dirty="0">
                <a:solidFill>
                  <a:srgbClr val="1D293B"/>
                </a:solidFill>
                <a:latin typeface="Arial"/>
                <a:cs typeface="Arial"/>
              </a:rPr>
              <a:t>MFA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Generation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Syntax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1587" y="1844970"/>
            <a:ext cx="5306695" cy="3091180"/>
          </a:xfrm>
          <a:custGeom>
            <a:avLst/>
            <a:gdLst/>
            <a:ahLst/>
            <a:cxnLst/>
            <a:rect l="l" t="t" r="r" b="b"/>
            <a:pathLst>
              <a:path w="5306695" h="3091179">
                <a:moveTo>
                  <a:pt x="5253336" y="3090790"/>
                </a:moveTo>
                <a:lnTo>
                  <a:pt x="53313" y="3090790"/>
                </a:lnTo>
                <a:lnTo>
                  <a:pt x="49603" y="3090429"/>
                </a:lnTo>
                <a:lnTo>
                  <a:pt x="14063" y="3071428"/>
                </a:lnTo>
                <a:lnTo>
                  <a:pt x="0" y="3037477"/>
                </a:lnTo>
                <a:lnTo>
                  <a:pt x="0" y="3033730"/>
                </a:lnTo>
                <a:lnTo>
                  <a:pt x="0" y="53313"/>
                </a:lnTo>
                <a:lnTo>
                  <a:pt x="19361" y="14065"/>
                </a:lnTo>
                <a:lnTo>
                  <a:pt x="53313" y="0"/>
                </a:lnTo>
                <a:lnTo>
                  <a:pt x="5253336" y="0"/>
                </a:lnTo>
                <a:lnTo>
                  <a:pt x="5292584" y="19362"/>
                </a:lnTo>
                <a:lnTo>
                  <a:pt x="5306650" y="53313"/>
                </a:lnTo>
                <a:lnTo>
                  <a:pt x="5306650" y="3037477"/>
                </a:lnTo>
                <a:lnTo>
                  <a:pt x="5287287" y="3076725"/>
                </a:lnTo>
                <a:lnTo>
                  <a:pt x="5257045" y="3090429"/>
                </a:lnTo>
                <a:lnTo>
                  <a:pt x="5253336" y="3090790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008" y="1924232"/>
            <a:ext cx="5093335" cy="167068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Generate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TOTP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MFA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Lucida Console"/>
                <a:cs typeface="Lucida Console"/>
              </a:rPr>
              <a:t>code</a:t>
            </a:r>
            <a:endParaRPr sz="1000">
              <a:latin typeface="Lucida Console"/>
              <a:cs typeface="Lucida Console"/>
            </a:endParaRPr>
          </a:p>
          <a:p>
            <a:pPr marL="12700" marR="1648460">
              <a:lnSpc>
                <a:spcPct val="118600"/>
              </a:lnSpc>
            </a:pPr>
            <a:r>
              <a:rPr sz="1000" spc="-50" dirty="0">
                <a:solidFill>
                  <a:srgbClr val="60A5FA"/>
                </a:solidFill>
                <a:latin typeface="Lucida Console"/>
                <a:cs typeface="Lucida Console"/>
              </a:rPr>
              <a:t>Run</a:t>
            </a:r>
            <a:r>
              <a:rPr sz="1000" spc="-2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F472B5"/>
                </a:solidFill>
                <a:latin typeface="Lucida Console"/>
                <a:cs typeface="Lucida Console"/>
              </a:rPr>
              <a:t>Generate_TOTP_MFA_Code</a:t>
            </a:r>
            <a:r>
              <a:rPr sz="1000" spc="-2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(MFADeviceSecret=value)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0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Use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the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generated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code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in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input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field</a:t>
            </a:r>
            <a:endParaRPr sz="1000">
              <a:latin typeface="Lucida Console"/>
              <a:cs typeface="Lucida Console"/>
            </a:endParaRPr>
          </a:p>
          <a:p>
            <a:pPr marL="12700" marR="1648460">
              <a:lnSpc>
                <a:spcPct val="118600"/>
              </a:lnSpc>
              <a:spcBef>
                <a:spcPts val="75"/>
              </a:spcBef>
            </a:pPr>
            <a:r>
              <a:rPr sz="1000" spc="-65" dirty="0">
                <a:solidFill>
                  <a:srgbClr val="F472B5"/>
                </a:solidFill>
                <a:latin typeface="Lucida Console"/>
                <a:cs typeface="Lucida Console"/>
              </a:rPr>
              <a:t>mfa_device_code_enter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5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&amp;MFACode&amp;</a:t>
            </a:r>
            <a:r>
              <a:rPr sz="1000" spc="-5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Example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with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secret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50" dirty="0">
                <a:solidFill>
                  <a:srgbClr val="60A5FA"/>
                </a:solidFill>
                <a:latin typeface="Lucida Console"/>
                <a:cs typeface="Lucida Console"/>
              </a:rPr>
              <a:t>Run</a:t>
            </a:r>
            <a:r>
              <a:rPr sz="1000" spc="-9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F472B5"/>
                </a:solidFill>
                <a:latin typeface="Lucida Console"/>
                <a:cs typeface="Lucida Console"/>
              </a:rPr>
              <a:t>Generate_TOTP_MFA_Code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(MFADeviceSecret=ZR47PH6OKPRAQRJLQ3KWNL37IP4RWI4NWQIV7BSXEJ63OAPVCWYAQL6AZ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DLAI55R)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11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Secret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format: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Base32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or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Hex</a:t>
            </a:r>
            <a:r>
              <a:rPr sz="1000" spc="-9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String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72064" y="1321905"/>
            <a:ext cx="5630545" cy="3775710"/>
            <a:chOff x="6172064" y="1321905"/>
            <a:chExt cx="5630545" cy="3775710"/>
          </a:xfrm>
        </p:grpSpPr>
        <p:sp>
          <p:nvSpPr>
            <p:cNvPr id="18" name="object 18"/>
            <p:cNvSpPr/>
            <p:nvPr/>
          </p:nvSpPr>
          <p:spPr>
            <a:xfrm>
              <a:off x="6176826" y="1326668"/>
              <a:ext cx="5621020" cy="3766185"/>
            </a:xfrm>
            <a:custGeom>
              <a:avLst/>
              <a:gdLst/>
              <a:ahLst/>
              <a:cxnLst/>
              <a:rect l="l" t="t" r="r" b="b"/>
              <a:pathLst>
                <a:path w="5621020" h="3766185">
                  <a:moveTo>
                    <a:pt x="0" y="369468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27807" y="14626"/>
                  </a:lnTo>
                  <a:lnTo>
                    <a:pt x="31697" y="12020"/>
                  </a:lnTo>
                  <a:lnTo>
                    <a:pt x="35596" y="9415"/>
                  </a:lnTo>
                  <a:lnTo>
                    <a:pt x="39704" y="7218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549158" y="0"/>
                  </a:lnTo>
                  <a:lnTo>
                    <a:pt x="5553818" y="0"/>
                  </a:lnTo>
                  <a:lnTo>
                    <a:pt x="5558478" y="456"/>
                  </a:lnTo>
                  <a:lnTo>
                    <a:pt x="5563043" y="1369"/>
                  </a:lnTo>
                  <a:lnTo>
                    <a:pt x="5567703" y="2282"/>
                  </a:lnTo>
                  <a:lnTo>
                    <a:pt x="5572173" y="3632"/>
                  </a:lnTo>
                  <a:lnTo>
                    <a:pt x="5576452" y="5430"/>
                  </a:lnTo>
                  <a:lnTo>
                    <a:pt x="5580827" y="7218"/>
                  </a:lnTo>
                  <a:lnTo>
                    <a:pt x="5599562" y="20893"/>
                  </a:lnTo>
                  <a:lnTo>
                    <a:pt x="5602890" y="24203"/>
                  </a:lnTo>
                  <a:lnTo>
                    <a:pt x="5615063" y="44031"/>
                  </a:lnTo>
                  <a:lnTo>
                    <a:pt x="5616870" y="48358"/>
                  </a:lnTo>
                  <a:lnTo>
                    <a:pt x="5618202" y="52819"/>
                  </a:lnTo>
                  <a:lnTo>
                    <a:pt x="5619153" y="57412"/>
                  </a:lnTo>
                  <a:lnTo>
                    <a:pt x="5620009" y="62006"/>
                  </a:lnTo>
                  <a:lnTo>
                    <a:pt x="5620484" y="66646"/>
                  </a:lnTo>
                  <a:lnTo>
                    <a:pt x="5620484" y="71325"/>
                  </a:lnTo>
                  <a:lnTo>
                    <a:pt x="5620484" y="3694683"/>
                  </a:lnTo>
                  <a:lnTo>
                    <a:pt x="5620484" y="3699362"/>
                  </a:lnTo>
                  <a:lnTo>
                    <a:pt x="5620009" y="3704003"/>
                  </a:lnTo>
                  <a:lnTo>
                    <a:pt x="5602890" y="3741806"/>
                  </a:lnTo>
                  <a:lnTo>
                    <a:pt x="5599562" y="3745116"/>
                  </a:lnTo>
                  <a:lnTo>
                    <a:pt x="5596328" y="3748425"/>
                  </a:lnTo>
                  <a:lnTo>
                    <a:pt x="5576452" y="3760579"/>
                  </a:lnTo>
                  <a:lnTo>
                    <a:pt x="5572173" y="3762367"/>
                  </a:lnTo>
                  <a:lnTo>
                    <a:pt x="5567703" y="3763727"/>
                  </a:lnTo>
                  <a:lnTo>
                    <a:pt x="5563043" y="3764640"/>
                  </a:lnTo>
                  <a:lnTo>
                    <a:pt x="5558478" y="3765553"/>
                  </a:lnTo>
                  <a:lnTo>
                    <a:pt x="5553818" y="3766009"/>
                  </a:lnTo>
                  <a:lnTo>
                    <a:pt x="5549158" y="3766009"/>
                  </a:lnTo>
                  <a:lnTo>
                    <a:pt x="71325" y="3766009"/>
                  </a:lnTo>
                  <a:lnTo>
                    <a:pt x="66646" y="3766009"/>
                  </a:lnTo>
                  <a:lnTo>
                    <a:pt x="62006" y="3765553"/>
                  </a:lnTo>
                  <a:lnTo>
                    <a:pt x="57412" y="3764640"/>
                  </a:lnTo>
                  <a:lnTo>
                    <a:pt x="52819" y="3763727"/>
                  </a:lnTo>
                  <a:lnTo>
                    <a:pt x="20893" y="3745116"/>
                  </a:lnTo>
                  <a:lnTo>
                    <a:pt x="17574" y="3741806"/>
                  </a:lnTo>
                  <a:lnTo>
                    <a:pt x="14617" y="3738202"/>
                  </a:lnTo>
                  <a:lnTo>
                    <a:pt x="12020" y="3734312"/>
                  </a:lnTo>
                  <a:lnTo>
                    <a:pt x="9415" y="3730413"/>
                  </a:lnTo>
                  <a:lnTo>
                    <a:pt x="7218" y="3726305"/>
                  </a:lnTo>
                  <a:lnTo>
                    <a:pt x="5430" y="3721978"/>
                  </a:lnTo>
                  <a:lnTo>
                    <a:pt x="3632" y="3717650"/>
                  </a:lnTo>
                  <a:lnTo>
                    <a:pt x="2282" y="3713190"/>
                  </a:lnTo>
                  <a:lnTo>
                    <a:pt x="1369" y="3708597"/>
                  </a:lnTo>
                  <a:lnTo>
                    <a:pt x="456" y="3704003"/>
                  </a:lnTo>
                  <a:lnTo>
                    <a:pt x="0" y="3699362"/>
                  </a:lnTo>
                  <a:lnTo>
                    <a:pt x="0" y="369468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33743" y="1721338"/>
              <a:ext cx="5306695" cy="9525"/>
            </a:xfrm>
            <a:custGeom>
              <a:avLst/>
              <a:gdLst/>
              <a:ahLst/>
              <a:cxnLst/>
              <a:rect l="l" t="t" r="r" b="b"/>
              <a:pathLst>
                <a:path w="5306695" h="9525">
                  <a:moveTo>
                    <a:pt x="5306650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306650" y="0"/>
                  </a:lnTo>
                  <a:lnTo>
                    <a:pt x="5306650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3743" y="1499251"/>
              <a:ext cx="168274" cy="13652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563552" y="1454037"/>
            <a:ext cx="195580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Complete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70" dirty="0">
                <a:solidFill>
                  <a:srgbClr val="1D293B"/>
                </a:solidFill>
                <a:latin typeface="Arial"/>
                <a:cs typeface="Arial"/>
              </a:rPr>
              <a:t>Login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Flow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Example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333744" y="1844970"/>
            <a:ext cx="5306695" cy="3091180"/>
          </a:xfrm>
          <a:custGeom>
            <a:avLst/>
            <a:gdLst/>
            <a:ahLst/>
            <a:cxnLst/>
            <a:rect l="l" t="t" r="r" b="b"/>
            <a:pathLst>
              <a:path w="5306695" h="3091179">
                <a:moveTo>
                  <a:pt x="5253298" y="3090790"/>
                </a:moveTo>
                <a:lnTo>
                  <a:pt x="53313" y="3090790"/>
                </a:lnTo>
                <a:lnTo>
                  <a:pt x="49604" y="3090429"/>
                </a:lnTo>
                <a:lnTo>
                  <a:pt x="14065" y="3071428"/>
                </a:lnTo>
                <a:lnTo>
                  <a:pt x="0" y="3037477"/>
                </a:lnTo>
                <a:lnTo>
                  <a:pt x="0" y="3033730"/>
                </a:lnTo>
                <a:lnTo>
                  <a:pt x="0" y="53313"/>
                </a:lnTo>
                <a:lnTo>
                  <a:pt x="19362" y="14065"/>
                </a:lnTo>
                <a:lnTo>
                  <a:pt x="53313" y="0"/>
                </a:lnTo>
                <a:lnTo>
                  <a:pt x="5253298" y="0"/>
                </a:lnTo>
                <a:lnTo>
                  <a:pt x="5292575" y="19362"/>
                </a:lnTo>
                <a:lnTo>
                  <a:pt x="5306650" y="53313"/>
                </a:lnTo>
                <a:lnTo>
                  <a:pt x="5306650" y="3037477"/>
                </a:lnTo>
                <a:lnTo>
                  <a:pt x="5287249" y="3076725"/>
                </a:lnTo>
                <a:lnTo>
                  <a:pt x="5257007" y="3090429"/>
                </a:lnTo>
                <a:lnTo>
                  <a:pt x="5253298" y="3090790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435165" y="1924232"/>
            <a:ext cx="5093335" cy="185166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9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Full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example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with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25" dirty="0">
                <a:solidFill>
                  <a:srgbClr val="64738B"/>
                </a:solidFill>
                <a:latin typeface="Lucida Console"/>
                <a:cs typeface="Lucida Console"/>
              </a:rPr>
              <a:t>MFA</a:t>
            </a:r>
            <a:endParaRPr sz="1000">
              <a:latin typeface="Lucida Console"/>
              <a:cs typeface="Lucida Console"/>
            </a:endParaRPr>
          </a:p>
          <a:p>
            <a:pPr marL="12700" marR="2264410">
              <a:lnSpc>
                <a:spcPct val="118600"/>
              </a:lnSpc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username-input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{username}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password-input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{password}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submit-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btn</a:t>
            </a:r>
            <a:r>
              <a:rPr sz="1000" spc="-9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50" dirty="0">
                <a:solidFill>
                  <a:srgbClr val="60A5FA"/>
                </a:solidFill>
                <a:latin typeface="Lucida Console"/>
                <a:cs typeface="Lucida Console"/>
              </a:rPr>
              <a:t>Run</a:t>
            </a:r>
            <a:r>
              <a:rPr sz="1000" spc="-9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F472B5"/>
                </a:solidFill>
                <a:latin typeface="Lucida Console"/>
                <a:cs typeface="Lucida Console"/>
              </a:rPr>
              <a:t>Generate_TOTP_MFA_Code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(MFADeviceSecret=ZR47PH6OKPRAQRJLQ3KWNL37IP4RWI4NWQIV7BSXEJ63OAPVCWYAQL6AZ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DLAI55R)</a:t>
            </a:r>
            <a:endParaRPr sz="1000">
              <a:latin typeface="Lucida Console"/>
              <a:cs typeface="Lucida Console"/>
            </a:endParaRPr>
          </a:p>
          <a:p>
            <a:pPr marL="12700" marR="2332990">
              <a:lnSpc>
                <a:spcPts val="1500"/>
              </a:lnSpc>
              <a:spcBef>
                <a:spcPts val="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mfa_code_input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&amp;MFACode&amp;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(searchby=id) </a:t>
            </a: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verify-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btn</a:t>
            </a:r>
            <a:r>
              <a:rPr sz="1000" spc="-9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33D399"/>
                </a:solidFill>
                <a:latin typeface="Lucida Console"/>
                <a:cs typeface="Lucida Console"/>
              </a:rPr>
              <a:t>(Button)</a:t>
            </a:r>
            <a:r>
              <a:rPr sz="1000" spc="-80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(searchby=id)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60" dirty="0">
                <a:solidFill>
                  <a:srgbClr val="F472B5"/>
                </a:solidFill>
                <a:latin typeface="Lucida Console"/>
                <a:cs typeface="Lucida Console"/>
              </a:rPr>
              <a:t>success-indicator</a:t>
            </a:r>
            <a:r>
              <a:rPr sz="1000" spc="-85" dirty="0">
                <a:solidFill>
                  <a:srgbClr val="F472B5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&gt;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33D399"/>
                </a:solidFill>
                <a:latin typeface="Lucida Console"/>
                <a:cs typeface="Lucida Console"/>
              </a:rPr>
              <a:t>(Validation)</a:t>
            </a:r>
            <a:r>
              <a:rPr sz="1000" spc="-85" dirty="0">
                <a:solidFill>
                  <a:srgbClr val="33D39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33D399"/>
                </a:solidFill>
                <a:latin typeface="Lucida Console"/>
                <a:cs typeface="Lucida Console"/>
              </a:rPr>
              <a:t>(searchby=class)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7215" y="5266643"/>
            <a:ext cx="2495550" cy="8274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00" b="1" spc="-85" dirty="0">
                <a:solidFill>
                  <a:srgbClr val="1D293B"/>
                </a:solidFill>
                <a:latin typeface="Arial"/>
                <a:cs typeface="Arial"/>
              </a:rPr>
              <a:t>MFA</a:t>
            </a:r>
            <a:r>
              <a:rPr sz="1000" b="1" spc="-45" dirty="0">
                <a:solidFill>
                  <a:srgbClr val="1D293B"/>
                </a:solidFill>
                <a:latin typeface="Arial"/>
                <a:cs typeface="Arial"/>
              </a:rPr>
              <a:t> Secret</a:t>
            </a:r>
            <a:r>
              <a:rPr sz="1000" b="1" spc="-4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D293B"/>
                </a:solidFill>
                <a:latin typeface="Arial"/>
                <a:cs typeface="Arial"/>
              </a:rPr>
              <a:t>Requirements</a:t>
            </a:r>
            <a:endParaRPr sz="10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spcBef>
                <a:spcPts val="250"/>
              </a:spcBef>
              <a:buFont typeface="Microsoft Sans Serif"/>
              <a:buChar char="•"/>
              <a:tabLst>
                <a:tab pos="100965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Format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Base32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Hex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String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  <a:tabLst>
                <a:tab pos="100965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Length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32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characters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minimum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40"/>
              </a:spcBef>
              <a:buFont typeface="Microsoft Sans Serif"/>
              <a:buChar char="•"/>
              <a:tabLst>
                <a:tab pos="100965" algn="l"/>
              </a:tabLst>
            </a:pPr>
            <a:r>
              <a:rPr sz="900" b="1" spc="-35" dirty="0">
                <a:solidFill>
                  <a:srgbClr val="64738B"/>
                </a:solidFill>
                <a:latin typeface="Arial"/>
                <a:cs typeface="Arial"/>
              </a:rPr>
              <a:t>Source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Obtained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when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connecting </a:t>
            </a:r>
            <a:r>
              <a:rPr sz="9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MFA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device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20"/>
              </a:spcBef>
              <a:buFont typeface="Microsoft Sans Serif"/>
              <a:buChar char="•"/>
              <a:tabLst>
                <a:tab pos="100965" algn="l"/>
              </a:tabLst>
            </a:pPr>
            <a:r>
              <a:rPr sz="900" b="1" spc="-30" dirty="0">
                <a:solidFill>
                  <a:srgbClr val="64738B"/>
                </a:solidFill>
                <a:latin typeface="Arial"/>
                <a:cs typeface="Arial"/>
              </a:rPr>
              <a:t>Usage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Reference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&amp;MFACode&amp;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placeholder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59371" y="5266643"/>
            <a:ext cx="1960245" cy="82740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000" b="1" spc="-75" dirty="0">
                <a:solidFill>
                  <a:srgbClr val="1D293B"/>
                </a:solidFill>
                <a:latin typeface="Arial"/>
                <a:cs typeface="Arial"/>
              </a:rPr>
              <a:t>Key</a:t>
            </a:r>
            <a:r>
              <a:rPr sz="1000" b="1" spc="-4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D293B"/>
                </a:solidFill>
                <a:latin typeface="Arial"/>
                <a:cs typeface="Arial"/>
              </a:rPr>
              <a:t>Points</a:t>
            </a:r>
            <a:endParaRPr sz="1000">
              <a:latin typeface="Arial"/>
              <a:cs typeface="Arial"/>
            </a:endParaRPr>
          </a:p>
          <a:p>
            <a:pPr marL="100965" indent="-88265">
              <a:lnSpc>
                <a:spcPct val="100000"/>
              </a:lnSpc>
              <a:spcBef>
                <a:spcPts val="250"/>
              </a:spcBef>
              <a:buChar char="•"/>
              <a:tabLst>
                <a:tab pos="100965" algn="l"/>
              </a:tabLst>
            </a:pP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Generate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code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before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using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it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form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20"/>
              </a:spcBef>
              <a:buChar char="•"/>
              <a:tabLst>
                <a:tab pos="100965" algn="l"/>
              </a:tabLst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Placeholder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replaced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at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runtime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40"/>
              </a:spcBef>
              <a:buChar char="•"/>
              <a:tabLst>
                <a:tab pos="100965" algn="l"/>
              </a:tabLst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Works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any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TOTP-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based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MFA</a:t>
            </a:r>
            <a:endParaRPr sz="900">
              <a:latin typeface="Microsoft Sans Serif"/>
              <a:cs typeface="Microsoft Sans Serif"/>
            </a:endParaRPr>
          </a:p>
          <a:p>
            <a:pPr marL="100965" indent="-88265">
              <a:lnSpc>
                <a:spcPct val="100000"/>
              </a:lnSpc>
              <a:spcBef>
                <a:spcPts val="120"/>
              </a:spcBef>
              <a:buChar char="•"/>
              <a:tabLst>
                <a:tab pos="100965" algn="l"/>
              </a:tabLst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Supports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multiple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70" dirty="0">
                <a:solidFill>
                  <a:srgbClr val="64738B"/>
                </a:solidFill>
                <a:latin typeface="Microsoft Sans Serif"/>
                <a:cs typeface="Microsoft Sans Serif"/>
              </a:rPr>
              <a:t>MFA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devices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85"/>
            <a:ext cx="701230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Advanced</a:t>
            </a:r>
            <a:r>
              <a:rPr spc="-75" dirty="0"/>
              <a:t> </a:t>
            </a:r>
            <a:r>
              <a:rPr spc="-110" dirty="0"/>
              <a:t>Dynamic</a:t>
            </a:r>
            <a:r>
              <a:rPr spc="-75" dirty="0"/>
              <a:t> </a:t>
            </a:r>
            <a:r>
              <a:rPr spc="-95" dirty="0"/>
              <a:t>Elements</a:t>
            </a:r>
            <a:r>
              <a:rPr sz="2050" b="0" spc="-95" dirty="0">
                <a:latin typeface="Segoe UI Symbol"/>
                <a:cs typeface="Segoe UI Symbol"/>
              </a:rPr>
              <a:t>:</a:t>
            </a:r>
            <a:r>
              <a:rPr sz="2050" b="0" spc="-75" dirty="0">
                <a:latin typeface="Segoe UI Symbol"/>
                <a:cs typeface="Segoe UI Symbol"/>
              </a:rPr>
              <a:t> </a:t>
            </a:r>
            <a:r>
              <a:rPr spc="-95" dirty="0"/>
              <a:t>ScriptClick</a:t>
            </a:r>
            <a:r>
              <a:rPr spc="-75" dirty="0"/>
              <a:t> </a:t>
            </a:r>
            <a:r>
              <a:rPr spc="-120" dirty="0"/>
              <a:t>and</a:t>
            </a:r>
            <a:r>
              <a:rPr spc="-70" dirty="0"/>
              <a:t> </a:t>
            </a:r>
            <a:r>
              <a:rPr spc="-110" dirty="0"/>
              <a:t>Failure</a:t>
            </a:r>
            <a:r>
              <a:rPr spc="-75" dirty="0"/>
              <a:t> </a:t>
            </a:r>
            <a:r>
              <a:rPr spc="-65" dirty="0"/>
              <a:t>Scenarios</a:t>
            </a:r>
            <a:endParaRPr sz="20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5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6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25"/>
            <a:ext cx="11412220" cy="400050"/>
            <a:chOff x="389915" y="770325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80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1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18089"/>
            <a:ext cx="9077325" cy="541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Handle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dynamic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elements</a:t>
            </a:r>
            <a:r>
              <a:rPr sz="12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,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simulate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clicks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JavaScript</a:t>
            </a:r>
            <a:r>
              <a:rPr sz="12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,</a:t>
            </a:r>
            <a:r>
              <a:rPr sz="12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provide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user</a:t>
            </a:r>
            <a:r>
              <a:rPr sz="12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friendly</a:t>
            </a:r>
            <a:r>
              <a:rPr sz="11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error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messages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ScriptClick</a:t>
            </a:r>
            <a:r>
              <a:rPr sz="1100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elements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that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hidden</a:t>
            </a:r>
            <a:r>
              <a:rPr sz="1100" spc="-10" dirty="0">
                <a:solidFill>
                  <a:srgbClr val="334054"/>
                </a:solidFill>
                <a:latin typeface="Maiandra GD"/>
                <a:cs typeface="Maiandra GD"/>
              </a:rPr>
              <a:t>/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overlapped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or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fail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native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Selenium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click</a:t>
            </a:r>
            <a:r>
              <a:rPr sz="1100" dirty="0">
                <a:solidFill>
                  <a:srgbClr val="334054"/>
                </a:solidFill>
                <a:latin typeface="Maiandra GD"/>
                <a:cs typeface="Maiandra GD"/>
              </a:rPr>
              <a:t>,</a:t>
            </a:r>
            <a:r>
              <a:rPr sz="1100" spc="-30" dirty="0">
                <a:solidFill>
                  <a:srgbClr val="334054"/>
                </a:solidFill>
                <a:latin typeface="Maiandra GD"/>
                <a:cs typeface="Maiandra G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2562EB"/>
                </a:solidFill>
                <a:latin typeface="Microsoft Sans Serif"/>
                <a:cs typeface="Microsoft Sans Serif"/>
              </a:rPr>
              <a:t>Failure</a:t>
            </a:r>
            <a:r>
              <a:rPr sz="1100" spc="-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commands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surface</a:t>
            </a:r>
            <a:r>
              <a:rPr sz="105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friendly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error</a:t>
            </a:r>
            <a:r>
              <a:rPr sz="105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messages</a:t>
            </a:r>
            <a:r>
              <a:rPr sz="1100" spc="-10" dirty="0">
                <a:solidFill>
                  <a:srgbClr val="334054"/>
                </a:solidFill>
                <a:latin typeface="Maiandra GD"/>
                <a:cs typeface="Maiandra GD"/>
              </a:rPr>
              <a:t>.</a:t>
            </a:r>
            <a:endParaRPr sz="1100">
              <a:latin typeface="Maiandra GD"/>
              <a:cs typeface="Maiandra G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15" y="1321913"/>
            <a:ext cx="7456170" cy="1503045"/>
            <a:chOff x="389915" y="1321913"/>
            <a:chExt cx="7456170" cy="1503045"/>
          </a:xfrm>
        </p:grpSpPr>
        <p:sp>
          <p:nvSpPr>
            <p:cNvPr id="11" name="object 11"/>
            <p:cNvSpPr/>
            <p:nvPr/>
          </p:nvSpPr>
          <p:spPr>
            <a:xfrm>
              <a:off x="394670" y="1326668"/>
              <a:ext cx="7446645" cy="1493520"/>
            </a:xfrm>
            <a:custGeom>
              <a:avLst/>
              <a:gdLst/>
              <a:ahLst/>
              <a:cxnLst/>
              <a:rect l="l" t="t" r="r" b="b"/>
              <a:pathLst>
                <a:path w="7446645" h="1493520">
                  <a:moveTo>
                    <a:pt x="7379781" y="1493089"/>
                  </a:moveTo>
                  <a:lnTo>
                    <a:pt x="66642" y="1493089"/>
                  </a:lnTo>
                  <a:lnTo>
                    <a:pt x="62004" y="1492633"/>
                  </a:lnTo>
                  <a:lnTo>
                    <a:pt x="24202" y="1475505"/>
                  </a:lnTo>
                  <a:lnTo>
                    <a:pt x="2284" y="1440270"/>
                  </a:lnTo>
                  <a:lnTo>
                    <a:pt x="0" y="1426442"/>
                  </a:lnTo>
                  <a:lnTo>
                    <a:pt x="0" y="1421763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7379781" y="0"/>
                  </a:lnTo>
                  <a:lnTo>
                    <a:pt x="7418621" y="14626"/>
                  </a:lnTo>
                  <a:lnTo>
                    <a:pt x="7442786" y="48358"/>
                  </a:lnTo>
                  <a:lnTo>
                    <a:pt x="7446428" y="66646"/>
                  </a:lnTo>
                  <a:lnTo>
                    <a:pt x="7446428" y="1426442"/>
                  </a:lnTo>
                  <a:lnTo>
                    <a:pt x="7431802" y="1465282"/>
                  </a:lnTo>
                  <a:lnTo>
                    <a:pt x="7398069" y="1489447"/>
                  </a:lnTo>
                  <a:lnTo>
                    <a:pt x="7384422" y="1492633"/>
                  </a:lnTo>
                  <a:lnTo>
                    <a:pt x="7379781" y="149308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4670" y="1326668"/>
              <a:ext cx="7446645" cy="1493520"/>
            </a:xfrm>
            <a:custGeom>
              <a:avLst/>
              <a:gdLst/>
              <a:ahLst/>
              <a:cxnLst/>
              <a:rect l="l" t="t" r="r" b="b"/>
              <a:pathLst>
                <a:path w="7446645" h="1493520">
                  <a:moveTo>
                    <a:pt x="0" y="1421763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7375102" y="0"/>
                  </a:lnTo>
                  <a:lnTo>
                    <a:pt x="7379781" y="0"/>
                  </a:lnTo>
                  <a:lnTo>
                    <a:pt x="7384422" y="456"/>
                  </a:lnTo>
                  <a:lnTo>
                    <a:pt x="7389016" y="1369"/>
                  </a:lnTo>
                  <a:lnTo>
                    <a:pt x="7393609" y="2282"/>
                  </a:lnTo>
                  <a:lnTo>
                    <a:pt x="7398069" y="3632"/>
                  </a:lnTo>
                  <a:lnTo>
                    <a:pt x="7402396" y="5430"/>
                  </a:lnTo>
                  <a:lnTo>
                    <a:pt x="7406723" y="7218"/>
                  </a:lnTo>
                  <a:lnTo>
                    <a:pt x="7425535" y="20893"/>
                  </a:lnTo>
                  <a:lnTo>
                    <a:pt x="7428844" y="24203"/>
                  </a:lnTo>
                  <a:lnTo>
                    <a:pt x="7440998" y="44031"/>
                  </a:lnTo>
                  <a:lnTo>
                    <a:pt x="7442786" y="48358"/>
                  </a:lnTo>
                  <a:lnTo>
                    <a:pt x="7444146" y="52819"/>
                  </a:lnTo>
                  <a:lnTo>
                    <a:pt x="7445059" y="57412"/>
                  </a:lnTo>
                  <a:lnTo>
                    <a:pt x="7445972" y="62006"/>
                  </a:lnTo>
                  <a:lnTo>
                    <a:pt x="7446428" y="66646"/>
                  </a:lnTo>
                  <a:lnTo>
                    <a:pt x="7446428" y="71325"/>
                  </a:lnTo>
                  <a:lnTo>
                    <a:pt x="7446428" y="1421763"/>
                  </a:lnTo>
                  <a:lnTo>
                    <a:pt x="7446428" y="1426442"/>
                  </a:lnTo>
                  <a:lnTo>
                    <a:pt x="7445972" y="1431083"/>
                  </a:lnTo>
                  <a:lnTo>
                    <a:pt x="7445059" y="1435677"/>
                  </a:lnTo>
                  <a:lnTo>
                    <a:pt x="7444146" y="1440270"/>
                  </a:lnTo>
                  <a:lnTo>
                    <a:pt x="7442786" y="1444730"/>
                  </a:lnTo>
                  <a:lnTo>
                    <a:pt x="7440998" y="1449057"/>
                  </a:lnTo>
                  <a:lnTo>
                    <a:pt x="7439210" y="1453385"/>
                  </a:lnTo>
                  <a:lnTo>
                    <a:pt x="7425535" y="1472196"/>
                  </a:lnTo>
                  <a:lnTo>
                    <a:pt x="7422225" y="1475505"/>
                  </a:lnTo>
                  <a:lnTo>
                    <a:pt x="7402396" y="1487659"/>
                  </a:lnTo>
                  <a:lnTo>
                    <a:pt x="7398069" y="1489447"/>
                  </a:lnTo>
                  <a:lnTo>
                    <a:pt x="7393609" y="1490807"/>
                  </a:lnTo>
                  <a:lnTo>
                    <a:pt x="7389016" y="1491720"/>
                  </a:lnTo>
                  <a:lnTo>
                    <a:pt x="7384422" y="1492633"/>
                  </a:lnTo>
                  <a:lnTo>
                    <a:pt x="7379781" y="1493089"/>
                  </a:lnTo>
                  <a:lnTo>
                    <a:pt x="7375102" y="1493089"/>
                  </a:lnTo>
                  <a:lnTo>
                    <a:pt x="71325" y="1493089"/>
                  </a:lnTo>
                  <a:lnTo>
                    <a:pt x="66642" y="1493089"/>
                  </a:lnTo>
                  <a:lnTo>
                    <a:pt x="62004" y="1492633"/>
                  </a:lnTo>
                  <a:lnTo>
                    <a:pt x="57410" y="1491720"/>
                  </a:lnTo>
                  <a:lnTo>
                    <a:pt x="52817" y="1490807"/>
                  </a:lnTo>
                  <a:lnTo>
                    <a:pt x="48357" y="1489447"/>
                  </a:lnTo>
                  <a:lnTo>
                    <a:pt x="44030" y="1487659"/>
                  </a:lnTo>
                  <a:lnTo>
                    <a:pt x="39703" y="1485871"/>
                  </a:lnTo>
                  <a:lnTo>
                    <a:pt x="9418" y="1457493"/>
                  </a:lnTo>
                  <a:lnTo>
                    <a:pt x="5429" y="1449057"/>
                  </a:lnTo>
                  <a:lnTo>
                    <a:pt x="3636" y="1444730"/>
                  </a:lnTo>
                  <a:lnTo>
                    <a:pt x="2284" y="1440270"/>
                  </a:lnTo>
                  <a:lnTo>
                    <a:pt x="1370" y="1435677"/>
                  </a:lnTo>
                  <a:lnTo>
                    <a:pt x="456" y="1431083"/>
                  </a:lnTo>
                  <a:lnTo>
                    <a:pt x="0" y="1426442"/>
                  </a:lnTo>
                  <a:lnTo>
                    <a:pt x="0" y="1421763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546" y="1458066"/>
              <a:ext cx="142874" cy="1174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9579" y="1427287"/>
            <a:ext cx="1395095" cy="180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60" dirty="0">
                <a:solidFill>
                  <a:srgbClr val="1D293B"/>
                </a:solidFill>
                <a:latin typeface="Lucida Console"/>
                <a:cs typeface="Lucida Console"/>
              </a:rPr>
              <a:t>ScriptClick</a:t>
            </a:r>
            <a:r>
              <a:rPr sz="1000" spc="-65" dirty="0">
                <a:solidFill>
                  <a:srgbClr val="1D293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1D293B"/>
                </a:solidFill>
                <a:latin typeface="Lucida Console"/>
                <a:cs typeface="Lucida Console"/>
              </a:rPr>
              <a:t>Examples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9915" y="2938634"/>
            <a:ext cx="7456170" cy="1331595"/>
            <a:chOff x="389915" y="2938634"/>
            <a:chExt cx="7456170" cy="1331595"/>
          </a:xfrm>
        </p:grpSpPr>
        <p:sp>
          <p:nvSpPr>
            <p:cNvPr id="16" name="object 16"/>
            <p:cNvSpPr/>
            <p:nvPr/>
          </p:nvSpPr>
          <p:spPr>
            <a:xfrm>
              <a:off x="394670" y="2943389"/>
              <a:ext cx="7446645" cy="1322070"/>
            </a:xfrm>
            <a:custGeom>
              <a:avLst/>
              <a:gdLst/>
              <a:ahLst/>
              <a:cxnLst/>
              <a:rect l="l" t="t" r="r" b="b"/>
              <a:pathLst>
                <a:path w="7446645" h="1322070">
                  <a:moveTo>
                    <a:pt x="7379781" y="1321907"/>
                  </a:moveTo>
                  <a:lnTo>
                    <a:pt x="66642" y="1321907"/>
                  </a:lnTo>
                  <a:lnTo>
                    <a:pt x="62004" y="1321451"/>
                  </a:lnTo>
                  <a:lnTo>
                    <a:pt x="24202" y="1304332"/>
                  </a:lnTo>
                  <a:lnTo>
                    <a:pt x="2284" y="1269088"/>
                  </a:lnTo>
                  <a:lnTo>
                    <a:pt x="0" y="1255260"/>
                  </a:lnTo>
                  <a:lnTo>
                    <a:pt x="0" y="1250581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7379781" y="0"/>
                  </a:lnTo>
                  <a:lnTo>
                    <a:pt x="7418621" y="14626"/>
                  </a:lnTo>
                  <a:lnTo>
                    <a:pt x="7442786" y="48358"/>
                  </a:lnTo>
                  <a:lnTo>
                    <a:pt x="7446428" y="66646"/>
                  </a:lnTo>
                  <a:lnTo>
                    <a:pt x="7446428" y="1255260"/>
                  </a:lnTo>
                  <a:lnTo>
                    <a:pt x="7431802" y="1294099"/>
                  </a:lnTo>
                  <a:lnTo>
                    <a:pt x="7398069" y="1318265"/>
                  </a:lnTo>
                  <a:lnTo>
                    <a:pt x="7384422" y="1321451"/>
                  </a:lnTo>
                  <a:lnTo>
                    <a:pt x="7379781" y="1321907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4670" y="2943389"/>
              <a:ext cx="7446645" cy="1322070"/>
            </a:xfrm>
            <a:custGeom>
              <a:avLst/>
              <a:gdLst/>
              <a:ahLst/>
              <a:cxnLst/>
              <a:rect l="l" t="t" r="r" b="b"/>
              <a:pathLst>
                <a:path w="7446645" h="1322070">
                  <a:moveTo>
                    <a:pt x="0" y="125058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7375102" y="0"/>
                  </a:lnTo>
                  <a:lnTo>
                    <a:pt x="7379781" y="0"/>
                  </a:lnTo>
                  <a:lnTo>
                    <a:pt x="7384422" y="456"/>
                  </a:lnTo>
                  <a:lnTo>
                    <a:pt x="7389016" y="1369"/>
                  </a:lnTo>
                  <a:lnTo>
                    <a:pt x="7393609" y="2282"/>
                  </a:lnTo>
                  <a:lnTo>
                    <a:pt x="7398069" y="3632"/>
                  </a:lnTo>
                  <a:lnTo>
                    <a:pt x="7402396" y="5430"/>
                  </a:lnTo>
                  <a:lnTo>
                    <a:pt x="7406723" y="7218"/>
                  </a:lnTo>
                  <a:lnTo>
                    <a:pt x="7425535" y="20893"/>
                  </a:lnTo>
                  <a:lnTo>
                    <a:pt x="7428844" y="24203"/>
                  </a:lnTo>
                  <a:lnTo>
                    <a:pt x="7440998" y="44031"/>
                  </a:lnTo>
                  <a:lnTo>
                    <a:pt x="7442786" y="48358"/>
                  </a:lnTo>
                  <a:lnTo>
                    <a:pt x="7444146" y="52819"/>
                  </a:lnTo>
                  <a:lnTo>
                    <a:pt x="7445059" y="57412"/>
                  </a:lnTo>
                  <a:lnTo>
                    <a:pt x="7445972" y="62006"/>
                  </a:lnTo>
                  <a:lnTo>
                    <a:pt x="7446428" y="66646"/>
                  </a:lnTo>
                  <a:lnTo>
                    <a:pt x="7446428" y="71325"/>
                  </a:lnTo>
                  <a:lnTo>
                    <a:pt x="7446428" y="1250581"/>
                  </a:lnTo>
                  <a:lnTo>
                    <a:pt x="7446428" y="1255260"/>
                  </a:lnTo>
                  <a:lnTo>
                    <a:pt x="7445972" y="1259901"/>
                  </a:lnTo>
                  <a:lnTo>
                    <a:pt x="7428844" y="1297704"/>
                  </a:lnTo>
                  <a:lnTo>
                    <a:pt x="7425535" y="1301013"/>
                  </a:lnTo>
                  <a:lnTo>
                    <a:pt x="7422225" y="1304332"/>
                  </a:lnTo>
                  <a:lnTo>
                    <a:pt x="7402396" y="1316477"/>
                  </a:lnTo>
                  <a:lnTo>
                    <a:pt x="7398069" y="1318265"/>
                  </a:lnTo>
                  <a:lnTo>
                    <a:pt x="7393609" y="1319625"/>
                  </a:lnTo>
                  <a:lnTo>
                    <a:pt x="7389016" y="1320538"/>
                  </a:lnTo>
                  <a:lnTo>
                    <a:pt x="7384422" y="1321451"/>
                  </a:lnTo>
                  <a:lnTo>
                    <a:pt x="7379781" y="1321907"/>
                  </a:lnTo>
                  <a:lnTo>
                    <a:pt x="7375102" y="1321907"/>
                  </a:lnTo>
                  <a:lnTo>
                    <a:pt x="71325" y="1321907"/>
                  </a:lnTo>
                  <a:lnTo>
                    <a:pt x="66642" y="1321907"/>
                  </a:lnTo>
                  <a:lnTo>
                    <a:pt x="62004" y="1321451"/>
                  </a:lnTo>
                  <a:lnTo>
                    <a:pt x="57410" y="1320538"/>
                  </a:lnTo>
                  <a:lnTo>
                    <a:pt x="52817" y="1319625"/>
                  </a:lnTo>
                  <a:lnTo>
                    <a:pt x="48357" y="1318265"/>
                  </a:lnTo>
                  <a:lnTo>
                    <a:pt x="44030" y="1316477"/>
                  </a:lnTo>
                  <a:lnTo>
                    <a:pt x="39703" y="1314689"/>
                  </a:lnTo>
                  <a:lnTo>
                    <a:pt x="20890" y="1301013"/>
                  </a:lnTo>
                  <a:lnTo>
                    <a:pt x="17579" y="1297704"/>
                  </a:lnTo>
                  <a:lnTo>
                    <a:pt x="1370" y="1264494"/>
                  </a:lnTo>
                  <a:lnTo>
                    <a:pt x="456" y="1259901"/>
                  </a:lnTo>
                  <a:lnTo>
                    <a:pt x="0" y="1255260"/>
                  </a:lnTo>
                  <a:lnTo>
                    <a:pt x="0" y="125058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546" y="3074787"/>
              <a:ext cx="114299" cy="1174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00846" y="1644758"/>
            <a:ext cx="5915660" cy="19881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i="1" dirty="0">
                <a:solidFill>
                  <a:srgbClr val="64738B"/>
                </a:solidFill>
                <a:latin typeface="Courier New"/>
                <a:cs typeface="Courier New"/>
              </a:rPr>
              <a:t>#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55" dirty="0">
                <a:solidFill>
                  <a:srgbClr val="64738B"/>
                </a:solidFill>
                <a:latin typeface="Courier New"/>
                <a:cs typeface="Courier New"/>
              </a:rPr>
              <a:t>Native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click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(preferred,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fallback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35" dirty="0">
                <a:solidFill>
                  <a:srgbClr val="64738B"/>
                </a:solidFill>
                <a:latin typeface="Courier New"/>
                <a:cs typeface="Courier New"/>
              </a:rPr>
              <a:t>to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ScriptClick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55" dirty="0">
                <a:solidFill>
                  <a:srgbClr val="64738B"/>
                </a:solidFill>
                <a:latin typeface="Courier New"/>
                <a:cs typeface="Courier New"/>
              </a:rPr>
              <a:t>when</a:t>
            </a:r>
            <a:r>
              <a:rPr sz="1000" i="1" spc="-8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64738B"/>
                </a:solidFill>
                <a:latin typeface="Courier New"/>
                <a:cs typeface="Courier New"/>
              </a:rPr>
              <a:t>needed)</a:t>
            </a:r>
            <a:endParaRPr sz="1000">
              <a:latin typeface="Courier New"/>
              <a:cs typeface="Courier New"/>
            </a:endParaRPr>
          </a:p>
          <a:p>
            <a:pPr marL="12700" marR="2332990">
              <a:lnSpc>
                <a:spcPct val="112300"/>
              </a:lnSpc>
            </a:pPr>
            <a:r>
              <a:rPr sz="1000" spc="-60" dirty="0">
                <a:solidFill>
                  <a:srgbClr val="2562EB"/>
                </a:solidFill>
                <a:latin typeface="Lucida Console"/>
                <a:cs typeface="Lucida Console"/>
              </a:rPr>
              <a:t>continue-button-</a:t>
            </a:r>
            <a:r>
              <a:rPr sz="1000" spc="-55" dirty="0">
                <a:solidFill>
                  <a:srgbClr val="2562EB"/>
                </a:solidFill>
                <a:latin typeface="Lucida Console"/>
                <a:cs typeface="Lucida Console"/>
              </a:rPr>
              <a:t>text</a:t>
            </a:r>
            <a:r>
              <a:rPr sz="1000" spc="-80" dirty="0">
                <a:solidFill>
                  <a:srgbClr val="2562E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DB2525"/>
                </a:solidFill>
                <a:latin typeface="Lucida Console"/>
                <a:cs typeface="Lucida Console"/>
              </a:rPr>
              <a:t>&gt;</a:t>
            </a:r>
            <a:r>
              <a:rPr sz="1000" spc="-80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049569"/>
                </a:solidFill>
                <a:latin typeface="Lucida Console"/>
                <a:cs typeface="Lucida Console"/>
              </a:rPr>
              <a:t>(Click)</a:t>
            </a:r>
            <a:r>
              <a:rPr sz="1000" spc="-80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DB2525"/>
                </a:solidFill>
                <a:latin typeface="Lucida Console"/>
                <a:cs typeface="Lucida Console"/>
              </a:rPr>
              <a:t>(searchby=text) </a:t>
            </a:r>
            <a:r>
              <a:rPr sz="1000" spc="-60" dirty="0">
                <a:solidFill>
                  <a:srgbClr val="2562EB"/>
                </a:solidFill>
                <a:latin typeface="Lucida Console"/>
                <a:cs typeface="Lucida Console"/>
              </a:rPr>
              <a:t>continue-button-</a:t>
            </a:r>
            <a:r>
              <a:rPr sz="1000" spc="-55" dirty="0">
                <a:solidFill>
                  <a:srgbClr val="2562EB"/>
                </a:solidFill>
                <a:latin typeface="Lucida Console"/>
                <a:cs typeface="Lucida Console"/>
              </a:rPr>
              <a:t>text</a:t>
            </a:r>
            <a:r>
              <a:rPr sz="1000" spc="-95" dirty="0">
                <a:solidFill>
                  <a:srgbClr val="2562E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DB2525"/>
                </a:solidFill>
                <a:latin typeface="Lucida Console"/>
                <a:cs typeface="Lucida Console"/>
              </a:rPr>
              <a:t>&gt;</a:t>
            </a:r>
            <a:r>
              <a:rPr sz="1000" spc="-90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049569"/>
                </a:solidFill>
                <a:latin typeface="Lucida Console"/>
                <a:cs typeface="Lucida Console"/>
              </a:rPr>
              <a:t>(ScriptClick)</a:t>
            </a:r>
            <a:r>
              <a:rPr sz="1000" spc="-90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DB2525"/>
                </a:solidFill>
                <a:latin typeface="Lucida Console"/>
                <a:cs typeface="Lucida Console"/>
              </a:rPr>
              <a:t>(searchby=text)</a:t>
            </a:r>
            <a:endParaRPr sz="10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sz="1000" i="1" dirty="0">
                <a:solidFill>
                  <a:srgbClr val="64738B"/>
                </a:solidFill>
                <a:latin typeface="Courier New"/>
                <a:cs typeface="Courier New"/>
              </a:rPr>
              <a:t>#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Dynamic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element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35" dirty="0">
                <a:solidFill>
                  <a:srgbClr val="64738B"/>
                </a:solidFill>
                <a:latin typeface="Courier New"/>
                <a:cs typeface="Courier New"/>
              </a:rPr>
              <a:t>by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64738B"/>
                </a:solidFill>
                <a:latin typeface="Courier New"/>
                <a:cs typeface="Courier New"/>
              </a:rPr>
              <a:t>XPath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65" dirty="0">
                <a:solidFill>
                  <a:srgbClr val="2562EB"/>
                </a:solidFill>
                <a:latin typeface="Lucida Console"/>
                <a:cs typeface="Lucida Console"/>
              </a:rPr>
              <a:t>//*[@id='nextBtn']</a:t>
            </a:r>
            <a:r>
              <a:rPr sz="1000" spc="-55" dirty="0">
                <a:solidFill>
                  <a:srgbClr val="2562E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DB2525"/>
                </a:solidFill>
                <a:latin typeface="Lucida Console"/>
                <a:cs typeface="Lucida Console"/>
              </a:rPr>
              <a:t>&gt;</a:t>
            </a:r>
            <a:r>
              <a:rPr sz="1000" spc="-55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049569"/>
                </a:solidFill>
                <a:latin typeface="Lucida Console"/>
                <a:cs typeface="Lucida Console"/>
              </a:rPr>
              <a:t>(ScriptClick)</a:t>
            </a:r>
            <a:r>
              <a:rPr sz="1000" spc="-55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DB2525"/>
                </a:solidFill>
                <a:latin typeface="Lucida Console"/>
                <a:cs typeface="Lucida Console"/>
              </a:rPr>
              <a:t>(searchby=xpath)</a:t>
            </a:r>
            <a:endParaRPr sz="10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Lucida Console"/>
              <a:cs typeface="Lucida Console"/>
            </a:endParaRPr>
          </a:p>
          <a:p>
            <a:pPr marL="202565">
              <a:lnSpc>
                <a:spcPct val="100000"/>
              </a:lnSpc>
              <a:spcBef>
                <a:spcPts val="5"/>
              </a:spcBef>
            </a:pPr>
            <a:r>
              <a:rPr sz="1000" spc="-65" dirty="0">
                <a:solidFill>
                  <a:srgbClr val="1D293B"/>
                </a:solidFill>
                <a:latin typeface="Lucida Console"/>
                <a:cs typeface="Lucida Console"/>
              </a:rPr>
              <a:t>Failure</a:t>
            </a:r>
            <a:r>
              <a:rPr sz="1000" spc="-40" dirty="0">
                <a:solidFill>
                  <a:srgbClr val="1D293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1D293B"/>
                </a:solidFill>
                <a:latin typeface="Lucida Console"/>
                <a:cs typeface="Lucida Console"/>
              </a:rPr>
              <a:t>Scenario</a:t>
            </a:r>
            <a:r>
              <a:rPr sz="1000" spc="-25" dirty="0">
                <a:solidFill>
                  <a:srgbClr val="1D293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1D293B"/>
                </a:solidFill>
                <a:latin typeface="Lucida Console"/>
                <a:cs typeface="Lucida Console"/>
              </a:rPr>
              <a:t>Examples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000" i="1" dirty="0">
                <a:solidFill>
                  <a:srgbClr val="64738B"/>
                </a:solidFill>
                <a:latin typeface="Courier New"/>
                <a:cs typeface="Courier New"/>
              </a:rPr>
              <a:t>#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Display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55" dirty="0">
                <a:solidFill>
                  <a:srgbClr val="64738B"/>
                </a:solidFill>
                <a:latin typeface="Courier New"/>
                <a:cs typeface="Courier New"/>
              </a:rPr>
              <a:t>custom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error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35" dirty="0">
                <a:solidFill>
                  <a:srgbClr val="64738B"/>
                </a:solidFill>
                <a:latin typeface="Courier New"/>
                <a:cs typeface="Courier New"/>
              </a:rPr>
              <a:t>if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invalid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credentials</a:t>
            </a:r>
            <a:r>
              <a:rPr sz="1000" i="1" spc="-75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64738B"/>
                </a:solidFill>
                <a:latin typeface="Courier New"/>
                <a:cs typeface="Courier New"/>
              </a:rPr>
              <a:t>detected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60" dirty="0">
                <a:solidFill>
                  <a:srgbClr val="2562EB"/>
                </a:solidFill>
                <a:latin typeface="Lucida Console"/>
                <a:cs typeface="Lucida Console"/>
              </a:rPr>
              <a:t>error-banner-class</a:t>
            </a:r>
            <a:r>
              <a:rPr sz="1000" spc="-75" dirty="0">
                <a:solidFill>
                  <a:srgbClr val="2562E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DB2525"/>
                </a:solidFill>
                <a:latin typeface="Lucida Console"/>
                <a:cs typeface="Lucida Console"/>
              </a:rPr>
              <a:t>&gt;</a:t>
            </a:r>
            <a:r>
              <a:rPr sz="1000" spc="-75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049569"/>
                </a:solidFill>
                <a:latin typeface="Lucida Console"/>
                <a:cs typeface="Lucida Console"/>
              </a:rPr>
              <a:t>(Failure)</a:t>
            </a:r>
            <a:r>
              <a:rPr sz="1000" spc="-75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DB2525"/>
                </a:solidFill>
                <a:latin typeface="Lucida Console"/>
                <a:cs typeface="Lucida Console"/>
              </a:rPr>
              <a:t>(searchby=class)</a:t>
            </a:r>
            <a:r>
              <a:rPr sz="1000" spc="-75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049569"/>
                </a:solidFill>
                <a:latin typeface="Lucida Console"/>
                <a:cs typeface="Lucida Console"/>
              </a:rPr>
              <a:t>(Message=Invalid</a:t>
            </a:r>
            <a:r>
              <a:rPr sz="1000" spc="-75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049569"/>
                </a:solidFill>
                <a:latin typeface="Lucida Console"/>
                <a:cs typeface="Lucida Console"/>
              </a:rPr>
              <a:t>username</a:t>
            </a:r>
            <a:r>
              <a:rPr sz="1000" spc="-75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049569"/>
                </a:solidFill>
                <a:latin typeface="Lucida Console"/>
                <a:cs typeface="Lucida Console"/>
              </a:rPr>
              <a:t>or</a:t>
            </a:r>
            <a:r>
              <a:rPr sz="1000" spc="-75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049569"/>
                </a:solidFill>
                <a:latin typeface="Lucida Console"/>
                <a:cs typeface="Lucida Console"/>
              </a:rPr>
              <a:t>password)</a:t>
            </a:r>
            <a:endParaRPr sz="1000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846" y="3775026"/>
            <a:ext cx="5641975" cy="3714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i="1" dirty="0">
                <a:solidFill>
                  <a:srgbClr val="64738B"/>
                </a:solidFill>
                <a:latin typeface="Courier New"/>
                <a:cs typeface="Courier New"/>
              </a:rPr>
              <a:t>#</a:t>
            </a:r>
            <a:r>
              <a:rPr sz="1000" i="1" spc="-7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Multiple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specific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65" dirty="0">
                <a:solidFill>
                  <a:srgbClr val="64738B"/>
                </a:solidFill>
                <a:latin typeface="Courier New"/>
                <a:cs typeface="Courier New"/>
              </a:rPr>
              <a:t>failures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 </a:t>
            </a:r>
            <a:r>
              <a:rPr sz="1000" i="1" spc="-55" dirty="0">
                <a:solidFill>
                  <a:srgbClr val="64738B"/>
                </a:solidFill>
                <a:latin typeface="Courier New"/>
                <a:cs typeface="Courier New"/>
              </a:rPr>
              <a:t>(first</a:t>
            </a:r>
            <a:r>
              <a:rPr sz="1000" i="1" spc="-60" dirty="0">
                <a:solidFill>
                  <a:srgbClr val="64738B"/>
                </a:solidFill>
                <a:latin typeface="Courier New"/>
                <a:cs typeface="Courier New"/>
              </a:rPr>
              <a:t> match </a:t>
            </a:r>
            <a:r>
              <a:rPr sz="1000" i="1" spc="-10" dirty="0">
                <a:solidFill>
                  <a:srgbClr val="64738B"/>
                </a:solidFill>
                <a:latin typeface="Courier New"/>
                <a:cs typeface="Courier New"/>
              </a:rPr>
              <a:t>wins)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60" dirty="0">
                <a:solidFill>
                  <a:srgbClr val="2562EB"/>
                </a:solidFill>
                <a:latin typeface="Lucida Console"/>
                <a:cs typeface="Lucida Console"/>
              </a:rPr>
              <a:t>locked-msg-</a:t>
            </a:r>
            <a:r>
              <a:rPr sz="1000" spc="-35" dirty="0">
                <a:solidFill>
                  <a:srgbClr val="2562EB"/>
                </a:solidFill>
                <a:latin typeface="Lucida Console"/>
                <a:cs typeface="Lucida Console"/>
              </a:rPr>
              <a:t>id</a:t>
            </a:r>
            <a:r>
              <a:rPr sz="1000" spc="-75" dirty="0">
                <a:solidFill>
                  <a:srgbClr val="2562EB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DB2525"/>
                </a:solidFill>
                <a:latin typeface="Lucida Console"/>
                <a:cs typeface="Lucida Console"/>
              </a:rPr>
              <a:t>&gt;</a:t>
            </a:r>
            <a:r>
              <a:rPr sz="1000" spc="-70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049569"/>
                </a:solidFill>
                <a:latin typeface="Lucida Console"/>
                <a:cs typeface="Lucida Console"/>
              </a:rPr>
              <a:t>(Failure)</a:t>
            </a:r>
            <a:r>
              <a:rPr sz="1000" spc="-70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DB2525"/>
                </a:solidFill>
                <a:latin typeface="Lucida Console"/>
                <a:cs typeface="Lucida Console"/>
              </a:rPr>
              <a:t>(searchby=id)</a:t>
            </a:r>
            <a:r>
              <a:rPr sz="1000" spc="-70" dirty="0">
                <a:solidFill>
                  <a:srgbClr val="DB2525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049569"/>
                </a:solidFill>
                <a:latin typeface="Lucida Console"/>
                <a:cs typeface="Lucida Console"/>
              </a:rPr>
              <a:t>(Message=Account</a:t>
            </a:r>
            <a:r>
              <a:rPr sz="1000" spc="-70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049569"/>
                </a:solidFill>
                <a:latin typeface="Lucida Console"/>
                <a:cs typeface="Lucida Console"/>
              </a:rPr>
              <a:t>locked.</a:t>
            </a:r>
            <a:r>
              <a:rPr sz="1000" spc="-70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049569"/>
                </a:solidFill>
                <a:latin typeface="Lucida Console"/>
                <a:cs typeface="Lucida Console"/>
              </a:rPr>
              <a:t>Contact</a:t>
            </a:r>
            <a:r>
              <a:rPr sz="1000" spc="-70" dirty="0">
                <a:solidFill>
                  <a:srgbClr val="049569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049569"/>
                </a:solidFill>
                <a:latin typeface="Lucida Console"/>
                <a:cs typeface="Lucida Console"/>
              </a:rPr>
              <a:t>support.)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998015" y="1321913"/>
            <a:ext cx="3804285" cy="2063750"/>
            <a:chOff x="7998015" y="1321913"/>
            <a:chExt cx="3804285" cy="2063750"/>
          </a:xfrm>
        </p:grpSpPr>
        <p:sp>
          <p:nvSpPr>
            <p:cNvPr id="22" name="object 22"/>
            <p:cNvSpPr/>
            <p:nvPr/>
          </p:nvSpPr>
          <p:spPr>
            <a:xfrm>
              <a:off x="8002770" y="1326668"/>
              <a:ext cx="3794760" cy="2054225"/>
            </a:xfrm>
            <a:custGeom>
              <a:avLst/>
              <a:gdLst/>
              <a:ahLst/>
              <a:cxnLst/>
              <a:rect l="l" t="t" r="r" b="b"/>
              <a:pathLst>
                <a:path w="3794759" h="2054225">
                  <a:moveTo>
                    <a:pt x="0" y="198286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3723214" y="0"/>
                  </a:lnTo>
                  <a:lnTo>
                    <a:pt x="3727874" y="0"/>
                  </a:lnTo>
                  <a:lnTo>
                    <a:pt x="3732534" y="456"/>
                  </a:lnTo>
                  <a:lnTo>
                    <a:pt x="3737099" y="1369"/>
                  </a:lnTo>
                  <a:lnTo>
                    <a:pt x="3741759" y="2282"/>
                  </a:lnTo>
                  <a:lnTo>
                    <a:pt x="3746228" y="3632"/>
                  </a:lnTo>
                  <a:lnTo>
                    <a:pt x="3750508" y="5430"/>
                  </a:lnTo>
                  <a:lnTo>
                    <a:pt x="3754883" y="7218"/>
                  </a:lnTo>
                  <a:lnTo>
                    <a:pt x="3773618" y="20893"/>
                  </a:lnTo>
                  <a:lnTo>
                    <a:pt x="3776946" y="24203"/>
                  </a:lnTo>
                  <a:lnTo>
                    <a:pt x="3789119" y="44031"/>
                  </a:lnTo>
                  <a:lnTo>
                    <a:pt x="3790926" y="48358"/>
                  </a:lnTo>
                  <a:lnTo>
                    <a:pt x="3792257" y="52819"/>
                  </a:lnTo>
                  <a:lnTo>
                    <a:pt x="3793208" y="57412"/>
                  </a:lnTo>
                  <a:lnTo>
                    <a:pt x="3794064" y="62006"/>
                  </a:lnTo>
                  <a:lnTo>
                    <a:pt x="3794540" y="66646"/>
                  </a:lnTo>
                  <a:lnTo>
                    <a:pt x="3794540" y="71325"/>
                  </a:lnTo>
                  <a:lnTo>
                    <a:pt x="3794540" y="1982861"/>
                  </a:lnTo>
                  <a:lnTo>
                    <a:pt x="3794540" y="1987540"/>
                  </a:lnTo>
                  <a:lnTo>
                    <a:pt x="3794064" y="1992181"/>
                  </a:lnTo>
                  <a:lnTo>
                    <a:pt x="3776946" y="2029983"/>
                  </a:lnTo>
                  <a:lnTo>
                    <a:pt x="3773618" y="2033293"/>
                  </a:lnTo>
                  <a:lnTo>
                    <a:pt x="3770384" y="2036603"/>
                  </a:lnTo>
                  <a:lnTo>
                    <a:pt x="3750508" y="2048756"/>
                  </a:lnTo>
                  <a:lnTo>
                    <a:pt x="3746228" y="2050544"/>
                  </a:lnTo>
                  <a:lnTo>
                    <a:pt x="3741759" y="2051904"/>
                  </a:lnTo>
                  <a:lnTo>
                    <a:pt x="3737099" y="2052817"/>
                  </a:lnTo>
                  <a:lnTo>
                    <a:pt x="3732534" y="2053730"/>
                  </a:lnTo>
                  <a:lnTo>
                    <a:pt x="3727874" y="2054187"/>
                  </a:lnTo>
                  <a:lnTo>
                    <a:pt x="3723214" y="2054187"/>
                  </a:lnTo>
                  <a:lnTo>
                    <a:pt x="71325" y="2054187"/>
                  </a:lnTo>
                  <a:lnTo>
                    <a:pt x="66646" y="2054187"/>
                  </a:lnTo>
                  <a:lnTo>
                    <a:pt x="62006" y="2053730"/>
                  </a:lnTo>
                  <a:lnTo>
                    <a:pt x="57412" y="2052817"/>
                  </a:lnTo>
                  <a:lnTo>
                    <a:pt x="52819" y="2051904"/>
                  </a:lnTo>
                  <a:lnTo>
                    <a:pt x="48358" y="2050544"/>
                  </a:lnTo>
                  <a:lnTo>
                    <a:pt x="44031" y="2048756"/>
                  </a:lnTo>
                  <a:lnTo>
                    <a:pt x="39704" y="2046969"/>
                  </a:lnTo>
                  <a:lnTo>
                    <a:pt x="20893" y="2033293"/>
                  </a:lnTo>
                  <a:lnTo>
                    <a:pt x="17574" y="2029983"/>
                  </a:lnTo>
                  <a:lnTo>
                    <a:pt x="14617" y="2026379"/>
                  </a:lnTo>
                  <a:lnTo>
                    <a:pt x="12020" y="2022489"/>
                  </a:lnTo>
                  <a:lnTo>
                    <a:pt x="9415" y="2018590"/>
                  </a:lnTo>
                  <a:lnTo>
                    <a:pt x="7218" y="2014482"/>
                  </a:lnTo>
                  <a:lnTo>
                    <a:pt x="5430" y="2010155"/>
                  </a:lnTo>
                  <a:lnTo>
                    <a:pt x="3632" y="2005828"/>
                  </a:lnTo>
                  <a:lnTo>
                    <a:pt x="2282" y="2001368"/>
                  </a:lnTo>
                  <a:lnTo>
                    <a:pt x="1369" y="1996774"/>
                  </a:lnTo>
                  <a:lnTo>
                    <a:pt x="456" y="1992181"/>
                  </a:lnTo>
                  <a:lnTo>
                    <a:pt x="0" y="1987540"/>
                  </a:lnTo>
                  <a:lnTo>
                    <a:pt x="0" y="198286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07521" y="1331423"/>
              <a:ext cx="3785235" cy="400050"/>
            </a:xfrm>
            <a:custGeom>
              <a:avLst/>
              <a:gdLst/>
              <a:ahLst/>
              <a:cxnLst/>
              <a:rect l="l" t="t" r="r" b="b"/>
              <a:pathLst>
                <a:path w="3785234" h="400050">
                  <a:moveTo>
                    <a:pt x="3785034" y="399425"/>
                  </a:moveTo>
                  <a:lnTo>
                    <a:pt x="0" y="399425"/>
                  </a:lnTo>
                  <a:lnTo>
                    <a:pt x="3" y="66572"/>
                  </a:lnTo>
                  <a:lnTo>
                    <a:pt x="11224" y="29580"/>
                  </a:lnTo>
                  <a:lnTo>
                    <a:pt x="41117" y="5069"/>
                  </a:lnTo>
                  <a:lnTo>
                    <a:pt x="66598" y="0"/>
                  </a:lnTo>
                  <a:lnTo>
                    <a:pt x="3718468" y="0"/>
                  </a:lnTo>
                  <a:lnTo>
                    <a:pt x="3755474" y="11210"/>
                  </a:lnTo>
                  <a:lnTo>
                    <a:pt x="3779976" y="41097"/>
                  </a:lnTo>
                  <a:lnTo>
                    <a:pt x="3785034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9687" y="1467561"/>
              <a:ext cx="133349" cy="1206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356210" y="1415997"/>
            <a:ext cx="19227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Failure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70" dirty="0">
                <a:solidFill>
                  <a:srgbClr val="1D293B"/>
                </a:solidFill>
                <a:latin typeface="Arial"/>
                <a:cs typeface="Arial"/>
              </a:rPr>
              <a:t>Command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Parameters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007522" y="1721338"/>
          <a:ext cx="3785235" cy="1649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pPr marL="113664" marR="622935">
                        <a:lnSpc>
                          <a:spcPct val="124800"/>
                        </a:lnSpc>
                        <a:spcBef>
                          <a:spcPts val="440"/>
                        </a:spcBef>
                      </a:pPr>
                      <a:r>
                        <a:rPr sz="900" b="1" spc="-2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Name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Identifier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88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8745" marR="164465">
                        <a:lnSpc>
                          <a:spcPts val="1050"/>
                        </a:lnSpc>
                        <a:spcBef>
                          <a:spcPts val="325"/>
                        </a:spcBef>
                      </a:pP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ID</a:t>
                      </a:r>
                      <a:r>
                        <a:rPr sz="95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Name</a:t>
                      </a:r>
                      <a:r>
                        <a:rPr sz="95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Class</a:t>
                      </a:r>
                      <a:r>
                        <a:rPr sz="95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95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XPath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element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b="1" spc="-4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Valid</a:t>
                      </a:r>
                      <a:r>
                        <a:rPr sz="900" b="1" spc="-2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Values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8745" marR="300355">
                        <a:lnSpc>
                          <a:spcPts val="1050"/>
                        </a:lnSpc>
                        <a:spcBef>
                          <a:spcPts val="325"/>
                        </a:spcBef>
                      </a:pP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Non</a:t>
                      </a:r>
                      <a:r>
                        <a:rPr sz="95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-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whitespace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b="1" spc="-2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366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How</a:t>
                      </a:r>
                      <a:r>
                        <a:rPr sz="900" spc="-4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search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ID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Name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Class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95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XPath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382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Required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09">
                <a:tc>
                  <a:txBody>
                    <a:bodyPr/>
                    <a:lstStyle/>
                    <a:p>
                      <a:pPr marL="113664" marR="601345">
                        <a:lnSpc>
                          <a:spcPct val="124800"/>
                        </a:lnSpc>
                        <a:spcBef>
                          <a:spcPts val="440"/>
                        </a:spcBef>
                      </a:pPr>
                      <a:r>
                        <a:rPr sz="900" b="1" spc="-3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Message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Error</a:t>
                      </a:r>
                      <a:r>
                        <a:rPr sz="900" spc="-5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588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 marR="242570">
                        <a:lnSpc>
                          <a:spcPts val="1050"/>
                        </a:lnSpc>
                        <a:spcBef>
                          <a:spcPts val="770"/>
                        </a:spcBef>
                      </a:pP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Text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shown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when element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located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79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String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7998015" y="3575813"/>
            <a:ext cx="3804285" cy="589915"/>
            <a:chOff x="7998015" y="3575813"/>
            <a:chExt cx="3804285" cy="589915"/>
          </a:xfrm>
        </p:grpSpPr>
        <p:sp>
          <p:nvSpPr>
            <p:cNvPr id="28" name="object 28"/>
            <p:cNvSpPr/>
            <p:nvPr/>
          </p:nvSpPr>
          <p:spPr>
            <a:xfrm>
              <a:off x="8002770" y="3580568"/>
              <a:ext cx="3794760" cy="580390"/>
            </a:xfrm>
            <a:custGeom>
              <a:avLst/>
              <a:gdLst/>
              <a:ahLst/>
              <a:cxnLst/>
              <a:rect l="l" t="t" r="r" b="b"/>
              <a:pathLst>
                <a:path w="3794759" h="580389">
                  <a:moveTo>
                    <a:pt x="3745658" y="580117"/>
                  </a:moveTo>
                  <a:lnTo>
                    <a:pt x="48872" y="580117"/>
                  </a:lnTo>
                  <a:lnTo>
                    <a:pt x="45467" y="579784"/>
                  </a:lnTo>
                  <a:lnTo>
                    <a:pt x="10717" y="559727"/>
                  </a:lnTo>
                  <a:lnTo>
                    <a:pt x="0" y="531245"/>
                  </a:lnTo>
                  <a:lnTo>
                    <a:pt x="0" y="527811"/>
                  </a:lnTo>
                  <a:lnTo>
                    <a:pt x="0" y="48872"/>
                  </a:lnTo>
                  <a:lnTo>
                    <a:pt x="17745" y="12886"/>
                  </a:lnTo>
                  <a:lnTo>
                    <a:pt x="48872" y="0"/>
                  </a:lnTo>
                  <a:lnTo>
                    <a:pt x="3745658" y="0"/>
                  </a:lnTo>
                  <a:lnTo>
                    <a:pt x="3781606" y="17745"/>
                  </a:lnTo>
                  <a:lnTo>
                    <a:pt x="3794540" y="48872"/>
                  </a:lnTo>
                  <a:lnTo>
                    <a:pt x="3794540" y="531245"/>
                  </a:lnTo>
                  <a:lnTo>
                    <a:pt x="3776756" y="567221"/>
                  </a:lnTo>
                  <a:lnTo>
                    <a:pt x="3749081" y="579784"/>
                  </a:lnTo>
                  <a:lnTo>
                    <a:pt x="3745658" y="580117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02770" y="3580568"/>
              <a:ext cx="3794760" cy="580390"/>
            </a:xfrm>
            <a:custGeom>
              <a:avLst/>
              <a:gdLst/>
              <a:ahLst/>
              <a:cxnLst/>
              <a:rect l="l" t="t" r="r" b="b"/>
              <a:pathLst>
                <a:path w="3794759" h="580389">
                  <a:moveTo>
                    <a:pt x="0" y="527811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2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86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1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3742234" y="0"/>
                  </a:lnTo>
                  <a:lnTo>
                    <a:pt x="3745658" y="0"/>
                  </a:lnTo>
                  <a:lnTo>
                    <a:pt x="3749081" y="332"/>
                  </a:lnTo>
                  <a:lnTo>
                    <a:pt x="3752410" y="1008"/>
                  </a:lnTo>
                  <a:lnTo>
                    <a:pt x="3755834" y="1673"/>
                  </a:lnTo>
                  <a:lnTo>
                    <a:pt x="3759067" y="2662"/>
                  </a:lnTo>
                  <a:lnTo>
                    <a:pt x="3762205" y="3984"/>
                  </a:lnTo>
                  <a:lnTo>
                    <a:pt x="3765439" y="5297"/>
                  </a:lnTo>
                  <a:lnTo>
                    <a:pt x="3768482" y="6904"/>
                  </a:lnTo>
                  <a:lnTo>
                    <a:pt x="3771335" y="8815"/>
                  </a:lnTo>
                  <a:lnTo>
                    <a:pt x="3774188" y="10717"/>
                  </a:lnTo>
                  <a:lnTo>
                    <a:pt x="3776756" y="12886"/>
                  </a:lnTo>
                  <a:lnTo>
                    <a:pt x="3794540" y="48872"/>
                  </a:lnTo>
                  <a:lnTo>
                    <a:pt x="3794540" y="52305"/>
                  </a:lnTo>
                  <a:lnTo>
                    <a:pt x="3794540" y="527811"/>
                  </a:lnTo>
                  <a:lnTo>
                    <a:pt x="3794540" y="531245"/>
                  </a:lnTo>
                  <a:lnTo>
                    <a:pt x="3794159" y="534649"/>
                  </a:lnTo>
                  <a:lnTo>
                    <a:pt x="3774188" y="569390"/>
                  </a:lnTo>
                  <a:lnTo>
                    <a:pt x="3771335" y="571301"/>
                  </a:lnTo>
                  <a:lnTo>
                    <a:pt x="3768482" y="573213"/>
                  </a:lnTo>
                  <a:lnTo>
                    <a:pt x="3765439" y="574820"/>
                  </a:lnTo>
                  <a:lnTo>
                    <a:pt x="3762205" y="576132"/>
                  </a:lnTo>
                  <a:lnTo>
                    <a:pt x="3759067" y="577454"/>
                  </a:lnTo>
                  <a:lnTo>
                    <a:pt x="3755834" y="578443"/>
                  </a:lnTo>
                  <a:lnTo>
                    <a:pt x="3752410" y="579109"/>
                  </a:lnTo>
                  <a:lnTo>
                    <a:pt x="3749081" y="579784"/>
                  </a:lnTo>
                  <a:lnTo>
                    <a:pt x="3745658" y="580117"/>
                  </a:lnTo>
                  <a:lnTo>
                    <a:pt x="3742234" y="580117"/>
                  </a:lnTo>
                  <a:lnTo>
                    <a:pt x="52305" y="580117"/>
                  </a:lnTo>
                  <a:lnTo>
                    <a:pt x="48872" y="580117"/>
                  </a:lnTo>
                  <a:lnTo>
                    <a:pt x="45467" y="579784"/>
                  </a:lnTo>
                  <a:lnTo>
                    <a:pt x="42101" y="579109"/>
                  </a:lnTo>
                  <a:lnTo>
                    <a:pt x="38734" y="578443"/>
                  </a:lnTo>
                  <a:lnTo>
                    <a:pt x="35463" y="577454"/>
                  </a:lnTo>
                  <a:lnTo>
                    <a:pt x="32286" y="576132"/>
                  </a:lnTo>
                  <a:lnTo>
                    <a:pt x="29110" y="574820"/>
                  </a:lnTo>
                  <a:lnTo>
                    <a:pt x="15320" y="564796"/>
                  </a:lnTo>
                  <a:lnTo>
                    <a:pt x="12886" y="562371"/>
                  </a:lnTo>
                  <a:lnTo>
                    <a:pt x="10717" y="559727"/>
                  </a:lnTo>
                  <a:lnTo>
                    <a:pt x="8815" y="556874"/>
                  </a:lnTo>
                  <a:lnTo>
                    <a:pt x="6904" y="554012"/>
                  </a:lnTo>
                  <a:lnTo>
                    <a:pt x="5297" y="550997"/>
                  </a:lnTo>
                  <a:lnTo>
                    <a:pt x="3984" y="547830"/>
                  </a:lnTo>
                  <a:lnTo>
                    <a:pt x="2662" y="544654"/>
                  </a:lnTo>
                  <a:lnTo>
                    <a:pt x="1673" y="541382"/>
                  </a:lnTo>
                  <a:lnTo>
                    <a:pt x="1008" y="538016"/>
                  </a:lnTo>
                  <a:lnTo>
                    <a:pt x="332" y="534649"/>
                  </a:lnTo>
                  <a:lnTo>
                    <a:pt x="0" y="531245"/>
                  </a:lnTo>
                  <a:lnTo>
                    <a:pt x="0" y="527811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18472" y="3689800"/>
              <a:ext cx="111124" cy="952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108947" y="3596139"/>
            <a:ext cx="3050540" cy="4895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385"/>
              </a:spcBef>
            </a:pPr>
            <a:r>
              <a:rPr sz="900" b="1" spc="-55" dirty="0">
                <a:solidFill>
                  <a:srgbClr val="91400D"/>
                </a:solidFill>
                <a:latin typeface="Arial"/>
                <a:cs typeface="Arial"/>
              </a:rPr>
              <a:t>Common</a:t>
            </a:r>
            <a:r>
              <a:rPr sz="900" b="1" spc="-1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00" b="1" spc="-45" dirty="0">
                <a:solidFill>
                  <a:srgbClr val="91400D"/>
                </a:solidFill>
                <a:latin typeface="Arial"/>
                <a:cs typeface="Arial"/>
              </a:rPr>
              <a:t>Failure</a:t>
            </a:r>
            <a:r>
              <a:rPr sz="900" b="1" spc="-5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91400D"/>
                </a:solidFill>
                <a:latin typeface="Arial"/>
                <a:cs typeface="Arial"/>
              </a:rPr>
              <a:t>Scenarios</a:t>
            </a: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endParaRPr sz="950">
              <a:latin typeface="Arial"/>
              <a:cs typeface="Arial"/>
            </a:endParaRPr>
          </a:p>
          <a:p>
            <a:pPr marL="127635" indent="-114935">
              <a:lnSpc>
                <a:spcPct val="100000"/>
              </a:lnSpc>
              <a:spcBef>
                <a:spcPts val="285"/>
              </a:spcBef>
              <a:buChar char="•"/>
              <a:tabLst>
                <a:tab pos="127635" algn="l"/>
              </a:tabLst>
            </a:pP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Invalid</a:t>
            </a:r>
            <a:r>
              <a:rPr sz="800" spc="-70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5" dirty="0">
                <a:solidFill>
                  <a:srgbClr val="91400D"/>
                </a:solidFill>
                <a:latin typeface="Lucida Console"/>
                <a:cs typeface="Lucida Console"/>
              </a:rPr>
              <a:t>credentials: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"Invalid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username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dirty="0">
                <a:solidFill>
                  <a:srgbClr val="91400D"/>
                </a:solidFill>
                <a:latin typeface="Lucida Console"/>
                <a:cs typeface="Lucida Console"/>
              </a:rPr>
              <a:t>or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60" dirty="0">
                <a:solidFill>
                  <a:srgbClr val="91400D"/>
                </a:solidFill>
                <a:latin typeface="Lucida Console"/>
                <a:cs typeface="Lucida Console"/>
              </a:rPr>
              <a:t>password"</a:t>
            </a:r>
            <a:endParaRPr sz="800">
              <a:latin typeface="Lucida Console"/>
              <a:cs typeface="Lucida Console"/>
            </a:endParaRPr>
          </a:p>
          <a:p>
            <a:pPr marL="127635" indent="-114935">
              <a:lnSpc>
                <a:spcPct val="100000"/>
              </a:lnSpc>
              <a:spcBef>
                <a:spcPts val="15"/>
              </a:spcBef>
              <a:buChar char="•"/>
              <a:tabLst>
                <a:tab pos="127635" algn="l"/>
              </a:tabLst>
            </a:pP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Account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locked: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"Account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locked.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30" dirty="0">
                <a:solidFill>
                  <a:srgbClr val="91400D"/>
                </a:solidFill>
                <a:latin typeface="Lucida Console"/>
                <a:cs typeface="Lucida Console"/>
              </a:rPr>
              <a:t>Contact</a:t>
            </a:r>
            <a:r>
              <a:rPr sz="800" spc="-65" dirty="0">
                <a:solidFill>
                  <a:srgbClr val="91400D"/>
                </a:solidFill>
                <a:latin typeface="Lucida Console"/>
                <a:cs typeface="Lucida Console"/>
              </a:rPr>
              <a:t> </a:t>
            </a:r>
            <a:r>
              <a:rPr sz="800" spc="-10" dirty="0">
                <a:solidFill>
                  <a:srgbClr val="91400D"/>
                </a:solidFill>
                <a:latin typeface="Lucida Console"/>
                <a:cs typeface="Lucida Console"/>
              </a:rPr>
              <a:t>support."</a:t>
            </a:r>
            <a:endParaRPr sz="8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76"/>
            <a:ext cx="479933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Basic</a:t>
            </a:r>
            <a:r>
              <a:rPr spc="-65" dirty="0"/>
              <a:t> </a:t>
            </a:r>
            <a:r>
              <a:rPr spc="-80" dirty="0"/>
              <a:t>Authentication</a:t>
            </a:r>
            <a:r>
              <a:rPr sz="2050" b="0" spc="-80" dirty="0">
                <a:latin typeface="Segoe UI Symbol"/>
                <a:cs typeface="Segoe UI Symbol"/>
              </a:rPr>
              <a:t>:</a:t>
            </a:r>
            <a:r>
              <a:rPr sz="2050" b="0" spc="-70" dirty="0">
                <a:latin typeface="Segoe UI Symbol"/>
                <a:cs typeface="Segoe UI Symbol"/>
              </a:rPr>
              <a:t> </a:t>
            </a:r>
            <a:r>
              <a:rPr spc="-105" dirty="0"/>
              <a:t>Syntax</a:t>
            </a:r>
            <a:r>
              <a:rPr spc="-65" dirty="0"/>
              <a:t> </a:t>
            </a:r>
            <a:r>
              <a:rPr spc="-120" dirty="0"/>
              <a:t>and</a:t>
            </a:r>
            <a:r>
              <a:rPr spc="-65" dirty="0"/>
              <a:t> </a:t>
            </a:r>
            <a:r>
              <a:rPr spc="-95" dirty="0"/>
              <a:t>Examples</a:t>
            </a:r>
            <a:endParaRPr sz="2050">
              <a:latin typeface="Segoe UI Symbol"/>
              <a:cs typeface="Segoe UI Symbo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993705" y="237749"/>
            <a:ext cx="808355" cy="219075"/>
          </a:xfrm>
          <a:custGeom>
            <a:avLst/>
            <a:gdLst/>
            <a:ahLst/>
            <a:cxnLst/>
            <a:rect l="l" t="t" r="r" b="b"/>
            <a:pathLst>
              <a:path w="808354" h="219075">
                <a:moveTo>
                  <a:pt x="775360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775360" y="0"/>
                </a:lnTo>
                <a:lnTo>
                  <a:pt x="807409" y="28143"/>
                </a:lnTo>
                <a:lnTo>
                  <a:pt x="808360" y="32996"/>
                </a:lnTo>
                <a:lnTo>
                  <a:pt x="808360" y="185736"/>
                </a:lnTo>
                <a:lnTo>
                  <a:pt x="780210" y="217767"/>
                </a:lnTo>
                <a:lnTo>
                  <a:pt x="775360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3795" y="251917"/>
            <a:ext cx="6070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30" dirty="0">
                <a:solidFill>
                  <a:srgbClr val="2562EB"/>
                </a:solidFill>
                <a:latin typeface="Microsoft Sans Serif"/>
                <a:cs typeface="Microsoft Sans Serif"/>
              </a:rPr>
              <a:t>PSM</a:t>
            </a:r>
            <a:r>
              <a:rPr sz="95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14.0+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16"/>
            <a:ext cx="11412220" cy="400050"/>
            <a:chOff x="389915" y="770316"/>
            <a:chExt cx="11412220" cy="400050"/>
          </a:xfrm>
        </p:grpSpPr>
        <p:sp>
          <p:nvSpPr>
            <p:cNvPr id="6" name="object 6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11335975" y="389915"/>
                  </a:moveTo>
                  <a:lnTo>
                    <a:pt x="66642" y="389915"/>
                  </a:lnTo>
                  <a:lnTo>
                    <a:pt x="62004" y="389458"/>
                  </a:lnTo>
                  <a:lnTo>
                    <a:pt x="24202" y="372340"/>
                  </a:lnTo>
                  <a:lnTo>
                    <a:pt x="2284" y="337095"/>
                  </a:lnTo>
                  <a:lnTo>
                    <a:pt x="0" y="323268"/>
                  </a:lnTo>
                  <a:lnTo>
                    <a:pt x="0" y="318589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323268"/>
                  </a:lnTo>
                  <a:lnTo>
                    <a:pt x="11387995" y="362107"/>
                  </a:lnTo>
                  <a:lnTo>
                    <a:pt x="11354329" y="386282"/>
                  </a:lnTo>
                  <a:lnTo>
                    <a:pt x="11340635" y="389458"/>
                  </a:lnTo>
                  <a:lnTo>
                    <a:pt x="11335975" y="38991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1"/>
              <a:ext cx="11402695" cy="390525"/>
            </a:xfrm>
            <a:custGeom>
              <a:avLst/>
              <a:gdLst/>
              <a:ahLst/>
              <a:cxnLst/>
              <a:rect l="l" t="t" r="r" b="b"/>
              <a:pathLst>
                <a:path w="11402695" h="390525">
                  <a:moveTo>
                    <a:pt x="0" y="318589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318589"/>
                  </a:lnTo>
                  <a:lnTo>
                    <a:pt x="11402641" y="323268"/>
                  </a:lnTo>
                  <a:lnTo>
                    <a:pt x="11402165" y="327909"/>
                  </a:lnTo>
                  <a:lnTo>
                    <a:pt x="11401309" y="332502"/>
                  </a:lnTo>
                  <a:lnTo>
                    <a:pt x="11400358" y="337095"/>
                  </a:lnTo>
                  <a:lnTo>
                    <a:pt x="11399027" y="341556"/>
                  </a:lnTo>
                  <a:lnTo>
                    <a:pt x="11397220" y="345883"/>
                  </a:lnTo>
                  <a:lnTo>
                    <a:pt x="11395413" y="350210"/>
                  </a:lnTo>
                  <a:lnTo>
                    <a:pt x="11381718" y="369021"/>
                  </a:lnTo>
                  <a:lnTo>
                    <a:pt x="11378485" y="372340"/>
                  </a:lnTo>
                  <a:lnTo>
                    <a:pt x="11358609" y="384484"/>
                  </a:lnTo>
                  <a:lnTo>
                    <a:pt x="11354329" y="386282"/>
                  </a:lnTo>
                  <a:lnTo>
                    <a:pt x="11349860" y="387632"/>
                  </a:lnTo>
                  <a:lnTo>
                    <a:pt x="11345200" y="388545"/>
                  </a:lnTo>
                  <a:lnTo>
                    <a:pt x="11340635" y="389458"/>
                  </a:lnTo>
                  <a:lnTo>
                    <a:pt x="11335975" y="389915"/>
                  </a:lnTo>
                  <a:lnTo>
                    <a:pt x="11331315" y="389915"/>
                  </a:lnTo>
                  <a:lnTo>
                    <a:pt x="71325" y="389915"/>
                  </a:lnTo>
                  <a:lnTo>
                    <a:pt x="66642" y="389915"/>
                  </a:lnTo>
                  <a:lnTo>
                    <a:pt x="62004" y="389458"/>
                  </a:lnTo>
                  <a:lnTo>
                    <a:pt x="57410" y="388545"/>
                  </a:lnTo>
                  <a:lnTo>
                    <a:pt x="52817" y="387632"/>
                  </a:lnTo>
                  <a:lnTo>
                    <a:pt x="48357" y="386282"/>
                  </a:lnTo>
                  <a:lnTo>
                    <a:pt x="44030" y="384484"/>
                  </a:lnTo>
                  <a:lnTo>
                    <a:pt x="39703" y="382696"/>
                  </a:lnTo>
                  <a:lnTo>
                    <a:pt x="20890" y="369021"/>
                  </a:lnTo>
                  <a:lnTo>
                    <a:pt x="17579" y="365711"/>
                  </a:lnTo>
                  <a:lnTo>
                    <a:pt x="5429" y="345883"/>
                  </a:lnTo>
                  <a:lnTo>
                    <a:pt x="3636" y="341556"/>
                  </a:lnTo>
                  <a:lnTo>
                    <a:pt x="2284" y="337095"/>
                  </a:lnTo>
                  <a:lnTo>
                    <a:pt x="1370" y="332502"/>
                  </a:lnTo>
                  <a:lnTo>
                    <a:pt x="456" y="327909"/>
                  </a:lnTo>
                  <a:lnTo>
                    <a:pt x="0" y="323268"/>
                  </a:lnTo>
                  <a:lnTo>
                    <a:pt x="0" y="31858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900104"/>
              <a:ext cx="133349" cy="136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215" y="518080"/>
            <a:ext cx="9156065" cy="541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basic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authentication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using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5" dirty="0">
                <a:solidFill>
                  <a:srgbClr val="64738B"/>
                </a:solidFill>
                <a:latin typeface="Microsoft Sans Serif"/>
                <a:cs typeface="Microsoft Sans Serif"/>
              </a:rPr>
              <a:t>URL</a:t>
            </a:r>
            <a:r>
              <a:rPr sz="1200" spc="-105" dirty="0">
                <a:solidFill>
                  <a:srgbClr val="64738B"/>
                </a:solidFill>
                <a:latin typeface="Verdana"/>
                <a:cs typeface="Verdana"/>
              </a:rPr>
              <a:t>-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embedded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credentials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Basic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authentication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requires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562EB"/>
                </a:solidFill>
                <a:latin typeface="Microsoft Sans Serif"/>
                <a:cs typeface="Microsoft Sans Serif"/>
              </a:rPr>
              <a:t>username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2562EB"/>
                </a:solidFill>
                <a:latin typeface="Microsoft Sans Serif"/>
                <a:cs typeface="Microsoft Sans Serif"/>
              </a:rPr>
              <a:t>password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log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in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to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website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Use </a:t>
            </a:r>
            <a:r>
              <a:rPr sz="1050" spc="-75" dirty="0">
                <a:solidFill>
                  <a:srgbClr val="334054"/>
                </a:solidFill>
                <a:latin typeface="Microsoft Sans Serif"/>
                <a:cs typeface="Microsoft Sans Serif"/>
              </a:rPr>
              <a:t>URL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syntax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domain</a:t>
            </a:r>
            <a:r>
              <a:rPr sz="1100" spc="-2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6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username</a:t>
            </a:r>
            <a:r>
              <a:rPr sz="1100" spc="-2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55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password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,</a:t>
            </a:r>
            <a:r>
              <a:rPr sz="1100" spc="-60" dirty="0">
                <a:solidFill>
                  <a:srgbClr val="334054"/>
                </a:solidFill>
                <a:latin typeface="Britannic Bold"/>
                <a:cs typeface="Britannic Bold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75" dirty="0">
                <a:solidFill>
                  <a:srgbClr val="334054"/>
                </a:solidFill>
                <a:latin typeface="Microsoft Sans Serif"/>
                <a:cs typeface="Microsoft Sans Serif"/>
              </a:rPr>
              <a:t>URL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parameters</a:t>
            </a:r>
            <a:r>
              <a:rPr sz="1100" spc="-10" dirty="0">
                <a:solidFill>
                  <a:srgbClr val="334054"/>
                </a:solidFill>
                <a:latin typeface="Britannic Bold"/>
                <a:cs typeface="Britannic Bold"/>
              </a:rPr>
              <a:t>.</a:t>
            </a:r>
            <a:endParaRPr sz="1100">
              <a:latin typeface="Britannic Bold"/>
              <a:cs typeface="Britannic Bold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915" y="1321903"/>
            <a:ext cx="3804285" cy="1921510"/>
            <a:chOff x="389915" y="1321903"/>
            <a:chExt cx="3804285" cy="1921510"/>
          </a:xfrm>
        </p:grpSpPr>
        <p:sp>
          <p:nvSpPr>
            <p:cNvPr id="11" name="object 11"/>
            <p:cNvSpPr/>
            <p:nvPr/>
          </p:nvSpPr>
          <p:spPr>
            <a:xfrm>
              <a:off x="394670" y="1326658"/>
              <a:ext cx="3794760" cy="1911985"/>
            </a:xfrm>
            <a:custGeom>
              <a:avLst/>
              <a:gdLst/>
              <a:ahLst/>
              <a:cxnLst/>
              <a:rect l="l" t="t" r="r" b="b"/>
              <a:pathLst>
                <a:path w="3794760" h="1911985">
                  <a:moveTo>
                    <a:pt x="0" y="1840209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3723214" y="0"/>
                  </a:lnTo>
                  <a:lnTo>
                    <a:pt x="3727893" y="0"/>
                  </a:lnTo>
                  <a:lnTo>
                    <a:pt x="3732534" y="456"/>
                  </a:lnTo>
                  <a:lnTo>
                    <a:pt x="3737127" y="1369"/>
                  </a:lnTo>
                  <a:lnTo>
                    <a:pt x="3741721" y="2282"/>
                  </a:lnTo>
                  <a:lnTo>
                    <a:pt x="3746181" y="3632"/>
                  </a:lnTo>
                  <a:lnTo>
                    <a:pt x="3750508" y="5430"/>
                  </a:lnTo>
                  <a:lnTo>
                    <a:pt x="3754835" y="7218"/>
                  </a:lnTo>
                  <a:lnTo>
                    <a:pt x="3773646" y="20893"/>
                  </a:lnTo>
                  <a:lnTo>
                    <a:pt x="3776956" y="24203"/>
                  </a:lnTo>
                  <a:lnTo>
                    <a:pt x="3789110" y="44031"/>
                  </a:lnTo>
                  <a:lnTo>
                    <a:pt x="3790897" y="48358"/>
                  </a:lnTo>
                  <a:lnTo>
                    <a:pt x="3792257" y="52819"/>
                  </a:lnTo>
                  <a:lnTo>
                    <a:pt x="3793170" y="57412"/>
                  </a:lnTo>
                  <a:lnTo>
                    <a:pt x="3794083" y="62006"/>
                  </a:lnTo>
                  <a:lnTo>
                    <a:pt x="3794540" y="66646"/>
                  </a:lnTo>
                  <a:lnTo>
                    <a:pt x="3794540" y="71325"/>
                  </a:lnTo>
                  <a:lnTo>
                    <a:pt x="3794540" y="1840209"/>
                  </a:lnTo>
                  <a:lnTo>
                    <a:pt x="3794540" y="1844888"/>
                  </a:lnTo>
                  <a:lnTo>
                    <a:pt x="3794083" y="1849529"/>
                  </a:lnTo>
                  <a:lnTo>
                    <a:pt x="3793170" y="1854122"/>
                  </a:lnTo>
                  <a:lnTo>
                    <a:pt x="3792257" y="1858716"/>
                  </a:lnTo>
                  <a:lnTo>
                    <a:pt x="3790897" y="1863176"/>
                  </a:lnTo>
                  <a:lnTo>
                    <a:pt x="3789110" y="1867503"/>
                  </a:lnTo>
                  <a:lnTo>
                    <a:pt x="3787322" y="1871830"/>
                  </a:lnTo>
                  <a:lnTo>
                    <a:pt x="3773646" y="1890641"/>
                  </a:lnTo>
                  <a:lnTo>
                    <a:pt x="3770337" y="1893951"/>
                  </a:lnTo>
                  <a:lnTo>
                    <a:pt x="3750508" y="1906105"/>
                  </a:lnTo>
                  <a:lnTo>
                    <a:pt x="3746181" y="1907892"/>
                  </a:lnTo>
                  <a:lnTo>
                    <a:pt x="3741721" y="1909252"/>
                  </a:lnTo>
                  <a:lnTo>
                    <a:pt x="3737127" y="1910165"/>
                  </a:lnTo>
                  <a:lnTo>
                    <a:pt x="3732534" y="1911078"/>
                  </a:lnTo>
                  <a:lnTo>
                    <a:pt x="3727893" y="1911535"/>
                  </a:lnTo>
                  <a:lnTo>
                    <a:pt x="3723214" y="1911535"/>
                  </a:lnTo>
                  <a:lnTo>
                    <a:pt x="71325" y="1911535"/>
                  </a:lnTo>
                  <a:lnTo>
                    <a:pt x="66642" y="1911535"/>
                  </a:lnTo>
                  <a:lnTo>
                    <a:pt x="62004" y="1911078"/>
                  </a:lnTo>
                  <a:lnTo>
                    <a:pt x="57410" y="1910165"/>
                  </a:lnTo>
                  <a:lnTo>
                    <a:pt x="52817" y="1909252"/>
                  </a:lnTo>
                  <a:lnTo>
                    <a:pt x="48357" y="1907892"/>
                  </a:lnTo>
                  <a:lnTo>
                    <a:pt x="44030" y="1906105"/>
                  </a:lnTo>
                  <a:lnTo>
                    <a:pt x="39703" y="1904317"/>
                  </a:lnTo>
                  <a:lnTo>
                    <a:pt x="9418" y="1875938"/>
                  </a:lnTo>
                  <a:lnTo>
                    <a:pt x="5429" y="1867503"/>
                  </a:lnTo>
                  <a:lnTo>
                    <a:pt x="3636" y="1863176"/>
                  </a:lnTo>
                  <a:lnTo>
                    <a:pt x="2284" y="1858716"/>
                  </a:lnTo>
                  <a:lnTo>
                    <a:pt x="1370" y="1854122"/>
                  </a:lnTo>
                  <a:lnTo>
                    <a:pt x="456" y="1849529"/>
                  </a:lnTo>
                  <a:lnTo>
                    <a:pt x="0" y="1844888"/>
                  </a:lnTo>
                  <a:lnTo>
                    <a:pt x="0" y="1840209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9425" y="1331413"/>
              <a:ext cx="3785235" cy="400050"/>
            </a:xfrm>
            <a:custGeom>
              <a:avLst/>
              <a:gdLst/>
              <a:ahLst/>
              <a:cxnLst/>
              <a:rect l="l" t="t" r="r" b="b"/>
              <a:pathLst>
                <a:path w="3785235" h="400050">
                  <a:moveTo>
                    <a:pt x="3785028" y="399425"/>
                  </a:moveTo>
                  <a:lnTo>
                    <a:pt x="0" y="399425"/>
                  </a:lnTo>
                  <a:lnTo>
                    <a:pt x="0" y="66572"/>
                  </a:lnTo>
                  <a:lnTo>
                    <a:pt x="11209" y="29580"/>
                  </a:lnTo>
                  <a:lnTo>
                    <a:pt x="41096" y="5070"/>
                  </a:lnTo>
                  <a:lnTo>
                    <a:pt x="66571" y="0"/>
                  </a:lnTo>
                  <a:lnTo>
                    <a:pt x="3718453" y="0"/>
                  </a:lnTo>
                  <a:lnTo>
                    <a:pt x="3755459" y="11210"/>
                  </a:lnTo>
                  <a:lnTo>
                    <a:pt x="3779961" y="41097"/>
                  </a:lnTo>
                  <a:lnTo>
                    <a:pt x="3785030" y="66572"/>
                  </a:lnTo>
                  <a:lnTo>
                    <a:pt x="3785028" y="39942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587" y="1467552"/>
              <a:ext cx="133349" cy="120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8110" y="1415988"/>
            <a:ext cx="174625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Authentication</a:t>
            </a:r>
            <a:r>
              <a:rPr sz="1150" b="1" spc="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Parameters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99425" y="1721329"/>
          <a:ext cx="3785235" cy="1506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315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Mandatory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05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Domain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 marR="197485">
                        <a:lnSpc>
                          <a:spcPct val="106100"/>
                        </a:lnSpc>
                        <a:spcBef>
                          <a:spcPts val="610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domain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Century Gothic"/>
                          <a:cs typeface="Century Gothic"/>
                        </a:rPr>
                        <a:t>(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colons </a:t>
                      </a:r>
                      <a:r>
                        <a:rPr sz="100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symbols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Century Gothic"/>
                          <a:cs typeface="Century Gothic"/>
                        </a:rPr>
                        <a:t>)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T="77470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Username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sz="1000" spc="-3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4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name</a:t>
                      </a:r>
                      <a:r>
                        <a:rPr sz="1000" spc="-2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Century Gothic"/>
                          <a:cs typeface="Century Gothic"/>
                        </a:rPr>
                        <a:t>(</a:t>
                      </a: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colon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Century Gothic"/>
                          <a:cs typeface="Century Gothic"/>
                        </a:rPr>
                        <a:t>)</a:t>
                      </a:r>
                      <a:endParaRPr sz="1000">
                        <a:latin typeface="Century Gothic"/>
                        <a:cs typeface="Century Gothic"/>
                      </a:endParaRPr>
                    </a:p>
                  </a:txBody>
                  <a:tcPr marL="0" marR="0" marT="8699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25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Yes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10" dirty="0">
                          <a:solidFill>
                            <a:srgbClr val="64738B"/>
                          </a:solidFill>
                          <a:latin typeface="Arial"/>
                          <a:cs typeface="Arial"/>
                        </a:rPr>
                        <a:t>Password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spc="-2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sz="1000" spc="-35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64738B"/>
                          </a:solidFill>
                          <a:latin typeface="Microsoft Sans Serif"/>
                          <a:cs typeface="Microsoft Sans Serif"/>
                        </a:rPr>
                        <a:t>password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699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900" spc="-25" dirty="0">
                          <a:solidFill>
                            <a:srgbClr val="0FB981"/>
                          </a:solidFill>
                          <a:latin typeface="Microsoft Sans Serif"/>
                          <a:cs typeface="Microsoft Sans Serif"/>
                        </a:rPr>
                        <a:t>Yes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0170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389915" y="3471192"/>
            <a:ext cx="3804285" cy="456565"/>
            <a:chOff x="389915" y="3471192"/>
            <a:chExt cx="3804285" cy="456565"/>
          </a:xfrm>
        </p:grpSpPr>
        <p:sp>
          <p:nvSpPr>
            <p:cNvPr id="17" name="object 17"/>
            <p:cNvSpPr/>
            <p:nvPr/>
          </p:nvSpPr>
          <p:spPr>
            <a:xfrm>
              <a:off x="394670" y="3475947"/>
              <a:ext cx="3794760" cy="447040"/>
            </a:xfrm>
            <a:custGeom>
              <a:avLst/>
              <a:gdLst/>
              <a:ahLst/>
              <a:cxnLst/>
              <a:rect l="l" t="t" r="r" b="b"/>
              <a:pathLst>
                <a:path w="3794760" h="447039">
                  <a:moveTo>
                    <a:pt x="3745667" y="446975"/>
                  </a:moveTo>
                  <a:lnTo>
                    <a:pt x="48871" y="446975"/>
                  </a:lnTo>
                  <a:lnTo>
                    <a:pt x="45469" y="446643"/>
                  </a:lnTo>
                  <a:lnTo>
                    <a:pt x="10722" y="426586"/>
                  </a:lnTo>
                  <a:lnTo>
                    <a:pt x="0" y="398103"/>
                  </a:lnTo>
                  <a:lnTo>
                    <a:pt x="0" y="394670"/>
                  </a:lnTo>
                  <a:lnTo>
                    <a:pt x="0" y="48872"/>
                  </a:lnTo>
                  <a:lnTo>
                    <a:pt x="17748" y="12895"/>
                  </a:lnTo>
                  <a:lnTo>
                    <a:pt x="48871" y="0"/>
                  </a:lnTo>
                  <a:lnTo>
                    <a:pt x="3745667" y="0"/>
                  </a:lnTo>
                  <a:lnTo>
                    <a:pt x="3781644" y="17745"/>
                  </a:lnTo>
                  <a:lnTo>
                    <a:pt x="3794540" y="48872"/>
                  </a:lnTo>
                  <a:lnTo>
                    <a:pt x="3794540" y="398103"/>
                  </a:lnTo>
                  <a:lnTo>
                    <a:pt x="3776794" y="434080"/>
                  </a:lnTo>
                  <a:lnTo>
                    <a:pt x="3749072" y="446643"/>
                  </a:lnTo>
                  <a:lnTo>
                    <a:pt x="3745667" y="446975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4670" y="3475947"/>
              <a:ext cx="3794760" cy="447040"/>
            </a:xfrm>
            <a:custGeom>
              <a:avLst/>
              <a:gdLst/>
              <a:ahLst/>
              <a:cxnLst/>
              <a:rect l="l" t="t" r="r" b="b"/>
              <a:pathLst>
                <a:path w="3794760" h="447039">
                  <a:moveTo>
                    <a:pt x="0" y="394670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3742234" y="0"/>
                  </a:lnTo>
                  <a:lnTo>
                    <a:pt x="3745667" y="0"/>
                  </a:lnTo>
                  <a:lnTo>
                    <a:pt x="3749072" y="332"/>
                  </a:lnTo>
                  <a:lnTo>
                    <a:pt x="3752438" y="1008"/>
                  </a:lnTo>
                  <a:lnTo>
                    <a:pt x="3755805" y="1673"/>
                  </a:lnTo>
                  <a:lnTo>
                    <a:pt x="3759077" y="2662"/>
                  </a:lnTo>
                  <a:lnTo>
                    <a:pt x="3762253" y="3984"/>
                  </a:lnTo>
                  <a:lnTo>
                    <a:pt x="3765420" y="5297"/>
                  </a:lnTo>
                  <a:lnTo>
                    <a:pt x="3768435" y="6904"/>
                  </a:lnTo>
                  <a:lnTo>
                    <a:pt x="3771297" y="8815"/>
                  </a:lnTo>
                  <a:lnTo>
                    <a:pt x="3774150" y="10717"/>
                  </a:lnTo>
                  <a:lnTo>
                    <a:pt x="3776794" y="12895"/>
                  </a:lnTo>
                  <a:lnTo>
                    <a:pt x="3779219" y="15320"/>
                  </a:lnTo>
                  <a:lnTo>
                    <a:pt x="3781644" y="17745"/>
                  </a:lnTo>
                  <a:lnTo>
                    <a:pt x="3793532" y="42101"/>
                  </a:lnTo>
                  <a:lnTo>
                    <a:pt x="3794207" y="45467"/>
                  </a:lnTo>
                  <a:lnTo>
                    <a:pt x="3794540" y="48872"/>
                  </a:lnTo>
                  <a:lnTo>
                    <a:pt x="3794540" y="52305"/>
                  </a:lnTo>
                  <a:lnTo>
                    <a:pt x="3794540" y="394670"/>
                  </a:lnTo>
                  <a:lnTo>
                    <a:pt x="3794540" y="398103"/>
                  </a:lnTo>
                  <a:lnTo>
                    <a:pt x="3794207" y="401508"/>
                  </a:lnTo>
                  <a:lnTo>
                    <a:pt x="3793532" y="404874"/>
                  </a:lnTo>
                  <a:lnTo>
                    <a:pt x="3792866" y="408241"/>
                  </a:lnTo>
                  <a:lnTo>
                    <a:pt x="3779219" y="431655"/>
                  </a:lnTo>
                  <a:lnTo>
                    <a:pt x="3776794" y="434080"/>
                  </a:lnTo>
                  <a:lnTo>
                    <a:pt x="3762253" y="442991"/>
                  </a:lnTo>
                  <a:lnTo>
                    <a:pt x="3759077" y="444313"/>
                  </a:lnTo>
                  <a:lnTo>
                    <a:pt x="3755805" y="445302"/>
                  </a:lnTo>
                  <a:lnTo>
                    <a:pt x="3752438" y="445967"/>
                  </a:lnTo>
                  <a:lnTo>
                    <a:pt x="3749072" y="446643"/>
                  </a:lnTo>
                  <a:lnTo>
                    <a:pt x="3745667" y="446975"/>
                  </a:lnTo>
                  <a:lnTo>
                    <a:pt x="3742234" y="446975"/>
                  </a:lnTo>
                  <a:lnTo>
                    <a:pt x="52305" y="446975"/>
                  </a:lnTo>
                  <a:lnTo>
                    <a:pt x="48871" y="446975"/>
                  </a:lnTo>
                  <a:lnTo>
                    <a:pt x="45469" y="446643"/>
                  </a:lnTo>
                  <a:lnTo>
                    <a:pt x="42101" y="445967"/>
                  </a:lnTo>
                  <a:lnTo>
                    <a:pt x="38732" y="445302"/>
                  </a:lnTo>
                  <a:lnTo>
                    <a:pt x="23246" y="438160"/>
                  </a:lnTo>
                  <a:lnTo>
                    <a:pt x="20390" y="436248"/>
                  </a:lnTo>
                  <a:lnTo>
                    <a:pt x="1005" y="404874"/>
                  </a:lnTo>
                  <a:lnTo>
                    <a:pt x="334" y="401508"/>
                  </a:lnTo>
                  <a:lnTo>
                    <a:pt x="0" y="398103"/>
                  </a:lnTo>
                  <a:lnTo>
                    <a:pt x="0" y="394670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412" y="3642225"/>
              <a:ext cx="120649" cy="10477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29089" y="3526251"/>
            <a:ext cx="2851785" cy="326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40"/>
              </a:spcBef>
            </a:pPr>
            <a:r>
              <a:rPr sz="1000" b="1" spc="-35" dirty="0">
                <a:solidFill>
                  <a:srgbClr val="91400D"/>
                </a:solidFill>
                <a:latin typeface="Arial"/>
                <a:cs typeface="Arial"/>
              </a:rPr>
              <a:t>Note: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plugin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cannot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confirm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Basic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auth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success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automatically</a:t>
            </a:r>
            <a:r>
              <a:rPr sz="1000" spc="-25" dirty="0">
                <a:solidFill>
                  <a:srgbClr val="91400D"/>
                </a:solidFill>
                <a:latin typeface="Century Gothic"/>
                <a:cs typeface="Century Gothic"/>
              </a:rPr>
              <a:t>.</a:t>
            </a:r>
            <a:r>
              <a:rPr sz="1000" spc="-20" dirty="0">
                <a:solidFill>
                  <a:srgbClr val="91400D"/>
                </a:solidFill>
                <a:latin typeface="Century Gothic"/>
                <a:cs typeface="Century Gothic"/>
              </a:rPr>
              <a:t> 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Use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Validation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or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Failure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commands</a:t>
            </a:r>
            <a:r>
              <a:rPr sz="1000" spc="-10" dirty="0">
                <a:solidFill>
                  <a:srgbClr val="91400D"/>
                </a:solidFill>
                <a:latin typeface="Century Gothic"/>
                <a:cs typeface="Century Gothic"/>
              </a:rPr>
              <a:t>.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46127" y="1321903"/>
            <a:ext cx="7456170" cy="4774565"/>
            <a:chOff x="4346127" y="1321903"/>
            <a:chExt cx="7456170" cy="4774565"/>
          </a:xfrm>
        </p:grpSpPr>
        <p:sp>
          <p:nvSpPr>
            <p:cNvPr id="22" name="object 22"/>
            <p:cNvSpPr/>
            <p:nvPr/>
          </p:nvSpPr>
          <p:spPr>
            <a:xfrm>
              <a:off x="4346127" y="1321903"/>
              <a:ext cx="7456170" cy="4774565"/>
            </a:xfrm>
            <a:custGeom>
              <a:avLst/>
              <a:gdLst/>
              <a:ahLst/>
              <a:cxnLst/>
              <a:rect l="l" t="t" r="r" b="b"/>
              <a:pathLst>
                <a:path w="7456170" h="4774565">
                  <a:moveTo>
                    <a:pt x="7384898" y="4774083"/>
                  </a:moveTo>
                  <a:lnTo>
                    <a:pt x="71088" y="4774083"/>
                  </a:lnTo>
                  <a:lnTo>
                    <a:pt x="66133" y="4773598"/>
                  </a:lnTo>
                  <a:lnTo>
                    <a:pt x="29662" y="4758486"/>
                  </a:lnTo>
                  <a:lnTo>
                    <a:pt x="3880" y="4722500"/>
                  </a:lnTo>
                  <a:lnTo>
                    <a:pt x="0" y="4702995"/>
                  </a:lnTo>
                  <a:lnTo>
                    <a:pt x="0" y="4698002"/>
                  </a:lnTo>
                  <a:lnTo>
                    <a:pt x="0" y="71088"/>
                  </a:lnTo>
                  <a:lnTo>
                    <a:pt x="15596" y="29662"/>
                  </a:lnTo>
                  <a:lnTo>
                    <a:pt x="51582" y="3880"/>
                  </a:lnTo>
                  <a:lnTo>
                    <a:pt x="71088" y="0"/>
                  </a:lnTo>
                  <a:lnTo>
                    <a:pt x="7384898" y="0"/>
                  </a:lnTo>
                  <a:lnTo>
                    <a:pt x="7426267" y="15596"/>
                  </a:lnTo>
                  <a:lnTo>
                    <a:pt x="7452039" y="51582"/>
                  </a:lnTo>
                  <a:lnTo>
                    <a:pt x="7455938" y="71088"/>
                  </a:lnTo>
                  <a:lnTo>
                    <a:pt x="7455938" y="4702995"/>
                  </a:lnTo>
                  <a:lnTo>
                    <a:pt x="7440342" y="4744421"/>
                  </a:lnTo>
                  <a:lnTo>
                    <a:pt x="7404393" y="4770203"/>
                  </a:lnTo>
                  <a:lnTo>
                    <a:pt x="7389843" y="4773598"/>
                  </a:lnTo>
                  <a:lnTo>
                    <a:pt x="7384898" y="4774083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8289" y="1480222"/>
              <a:ext cx="168274" cy="1365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728097" y="1449262"/>
            <a:ext cx="104902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-35" dirty="0">
                <a:solidFill>
                  <a:srgbClr val="F1F5F9"/>
                </a:solidFill>
                <a:latin typeface="Arial"/>
                <a:cs typeface="Arial"/>
              </a:rPr>
              <a:t>Syntax</a:t>
            </a:r>
            <a:r>
              <a:rPr sz="1050" b="1" spc="-30" dirty="0">
                <a:solidFill>
                  <a:srgbClr val="F1F5F9"/>
                </a:solidFill>
                <a:latin typeface="Arial"/>
                <a:cs typeface="Arial"/>
              </a:rPr>
              <a:t> </a:t>
            </a:r>
            <a:r>
              <a:rPr sz="1050" b="1" spc="-45" dirty="0">
                <a:solidFill>
                  <a:srgbClr val="F1F5F9"/>
                </a:solidFill>
                <a:latin typeface="Arial"/>
                <a:cs typeface="Arial"/>
              </a:rPr>
              <a:t>Examples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98289" y="1816430"/>
            <a:ext cx="7152005" cy="1692910"/>
          </a:xfrm>
          <a:custGeom>
            <a:avLst/>
            <a:gdLst/>
            <a:ahLst/>
            <a:cxnLst/>
            <a:rect l="l" t="t" r="r" b="b"/>
            <a:pathLst>
              <a:path w="7152005" h="1692910">
                <a:moveTo>
                  <a:pt x="7118614" y="1692802"/>
                </a:moveTo>
                <a:lnTo>
                  <a:pt x="33000" y="1692802"/>
                </a:lnTo>
                <a:lnTo>
                  <a:pt x="28140" y="1691832"/>
                </a:lnTo>
                <a:lnTo>
                  <a:pt x="960" y="1664661"/>
                </a:lnTo>
                <a:lnTo>
                  <a:pt x="0" y="1659802"/>
                </a:lnTo>
                <a:lnTo>
                  <a:pt x="0" y="1654761"/>
                </a:lnTo>
                <a:lnTo>
                  <a:pt x="0" y="33000"/>
                </a:lnTo>
                <a:lnTo>
                  <a:pt x="28140" y="960"/>
                </a:lnTo>
                <a:lnTo>
                  <a:pt x="33000" y="0"/>
                </a:lnTo>
                <a:lnTo>
                  <a:pt x="7118614" y="0"/>
                </a:lnTo>
                <a:lnTo>
                  <a:pt x="7150663" y="28140"/>
                </a:lnTo>
                <a:lnTo>
                  <a:pt x="7151614" y="33000"/>
                </a:lnTo>
                <a:lnTo>
                  <a:pt x="7151614" y="1659802"/>
                </a:lnTo>
                <a:lnTo>
                  <a:pt x="7123464" y="1691832"/>
                </a:lnTo>
                <a:lnTo>
                  <a:pt x="7118614" y="1692802"/>
                </a:lnTo>
                <a:close/>
              </a:path>
            </a:pathLst>
          </a:custGeom>
          <a:solidFill>
            <a:srgbClr val="0E1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599711" y="1895693"/>
            <a:ext cx="5025390" cy="14808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#</a:t>
            </a:r>
            <a:r>
              <a:rPr sz="1000" spc="-7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LogonURL</a:t>
            </a:r>
            <a:r>
              <a:rPr sz="1000" spc="-7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94A2B8"/>
                </a:solidFill>
                <a:latin typeface="Lucida Console"/>
                <a:cs typeface="Lucida Console"/>
              </a:rPr>
              <a:t>form</a:t>
            </a:r>
            <a:endParaRPr sz="1000">
              <a:latin typeface="Lucida Console"/>
              <a:cs typeface="Lucida Console"/>
            </a:endParaRPr>
          </a:p>
          <a:p>
            <a:pPr marL="12700" marR="1032510">
              <a:lnSpc>
                <a:spcPct val="118600"/>
              </a:lnSpc>
            </a:pPr>
            <a:r>
              <a:rPr sz="1000" spc="-65" dirty="0">
                <a:solidFill>
                  <a:srgbClr val="E2E7F0"/>
                </a:solidFill>
                <a:latin typeface="Lucida Console"/>
                <a:cs typeface="Lucida Console"/>
              </a:rPr>
              <a:t>LogonURL</a:t>
            </a:r>
            <a:r>
              <a:rPr sz="1000" spc="-7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1000" spc="-7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domain\\username:password@https://mywebsite.com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WebFormFields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Navigate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20" dirty="0">
                <a:solidFill>
                  <a:srgbClr val="94A2B8"/>
                </a:solidFill>
                <a:latin typeface="Lucida Console"/>
                <a:cs typeface="Lucida Console"/>
              </a:rPr>
              <a:t>form</a:t>
            </a:r>
            <a:endParaRPr sz="1000">
              <a:latin typeface="Lucida Console"/>
              <a:cs typeface="Lucida Console"/>
            </a:endParaRPr>
          </a:p>
          <a:p>
            <a:pPr marL="12700" marR="1032510">
              <a:lnSpc>
                <a:spcPct val="118600"/>
              </a:lnSpc>
              <a:spcBef>
                <a:spcPts val="75"/>
              </a:spcBef>
            </a:pPr>
            <a:r>
              <a:rPr sz="1000" spc="-70" dirty="0">
                <a:solidFill>
                  <a:srgbClr val="E2E7F0"/>
                </a:solidFill>
                <a:latin typeface="Lucida Console"/>
                <a:cs typeface="Lucida Console"/>
              </a:rPr>
              <a:t>(Navigate=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domain\\username:password@https://mywebsite.com</a:t>
            </a:r>
            <a:r>
              <a:rPr sz="1000" spc="-70" dirty="0">
                <a:solidFill>
                  <a:srgbClr val="E2E7F0"/>
                </a:solidFill>
                <a:latin typeface="Lucida Console"/>
                <a:cs typeface="Lucida Console"/>
              </a:rPr>
              <a:t>)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Using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placeholders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94A2B8"/>
                </a:solidFill>
                <a:latin typeface="Lucida Console"/>
                <a:cs typeface="Lucida Console"/>
              </a:rPr>
              <a:t>from</a:t>
            </a:r>
            <a:r>
              <a:rPr sz="1000" spc="-8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account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spc="-70" dirty="0">
                <a:solidFill>
                  <a:srgbClr val="E2E7F0"/>
                </a:solidFill>
                <a:latin typeface="Lucida Console"/>
                <a:cs typeface="Lucida Console"/>
              </a:rPr>
              <a:t>{</a:t>
            </a:r>
            <a:r>
              <a:rPr sz="1000" spc="-70" dirty="0">
                <a:solidFill>
                  <a:srgbClr val="F472B5"/>
                </a:solidFill>
                <a:latin typeface="Lucida Console"/>
                <a:cs typeface="Lucida Console"/>
              </a:rPr>
              <a:t>logonaccount\\username</a:t>
            </a:r>
            <a:r>
              <a:rPr sz="1000" spc="-70" dirty="0">
                <a:solidFill>
                  <a:srgbClr val="E2E7F0"/>
                </a:solidFill>
                <a:latin typeface="Lucida Console"/>
                <a:cs typeface="Lucida Console"/>
              </a:rPr>
              <a:t>}:{</a:t>
            </a:r>
            <a:r>
              <a:rPr sz="1000" spc="-70" dirty="0">
                <a:solidFill>
                  <a:srgbClr val="F472B5"/>
                </a:solidFill>
                <a:latin typeface="Lucida Console"/>
                <a:cs typeface="Lucida Console"/>
              </a:rPr>
              <a:t>logonaccount\\password</a:t>
            </a:r>
            <a:r>
              <a:rPr sz="1000" spc="-70" dirty="0">
                <a:solidFill>
                  <a:srgbClr val="E2E7F0"/>
                </a:solidFill>
                <a:latin typeface="Lucida Console"/>
                <a:cs typeface="Lucida Console"/>
              </a:rPr>
              <a:t>}@{</a:t>
            </a:r>
            <a:r>
              <a:rPr sz="1000" spc="-70" dirty="0">
                <a:solidFill>
                  <a:srgbClr val="F472B5"/>
                </a:solidFill>
                <a:latin typeface="Lucida Console"/>
                <a:cs typeface="Lucida Console"/>
              </a:rPr>
              <a:t>logonaccount\\address</a:t>
            </a:r>
            <a:r>
              <a:rPr sz="1000" spc="-70" dirty="0">
                <a:solidFill>
                  <a:srgbClr val="E2E7F0"/>
                </a:solidFill>
                <a:latin typeface="Lucida Console"/>
                <a:cs typeface="Lucida Console"/>
              </a:rPr>
              <a:t>}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#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Valid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example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94A2B8"/>
                </a:solidFill>
                <a:latin typeface="Lucida Console"/>
                <a:cs typeface="Lucida Console"/>
              </a:rPr>
              <a:t>(empty</a:t>
            </a:r>
            <a:r>
              <a:rPr sz="1000" spc="-7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domain)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spc="-45" dirty="0">
                <a:solidFill>
                  <a:srgbClr val="33D399"/>
                </a:solidFill>
                <a:latin typeface="Lucida Console"/>
                <a:cs typeface="Lucida Console"/>
              </a:rPr>
              <a:t>testUser:IAmTestUser@https://mywebsite.com</a:t>
            </a:r>
            <a:endParaRPr sz="10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215" y="179876"/>
            <a:ext cx="540829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0" dirty="0"/>
              <a:t>Digest</a:t>
            </a:r>
            <a:r>
              <a:rPr spc="-75" dirty="0"/>
              <a:t> </a:t>
            </a:r>
            <a:r>
              <a:rPr spc="-95" dirty="0"/>
              <a:t>Authentication</a:t>
            </a:r>
            <a:r>
              <a:rPr spc="-75" dirty="0"/>
              <a:t> </a:t>
            </a:r>
            <a:r>
              <a:rPr sz="2050" spc="-170" dirty="0">
                <a:latin typeface="Bodoni MT Condensed"/>
                <a:cs typeface="Bodoni MT Condensed"/>
              </a:rPr>
              <a:t>+</a:t>
            </a:r>
            <a:r>
              <a:rPr sz="2050" spc="90" dirty="0">
                <a:latin typeface="Bodoni MT Condensed"/>
                <a:cs typeface="Bodoni MT Condensed"/>
              </a:rPr>
              <a:t> </a:t>
            </a:r>
            <a:r>
              <a:rPr spc="-125" dirty="0"/>
              <a:t>Edge</a:t>
            </a:r>
            <a:r>
              <a:rPr sz="2050" spc="-125" dirty="0">
                <a:latin typeface="Bodoni MT Condensed"/>
                <a:cs typeface="Bodoni MT Condensed"/>
              </a:rPr>
              <a:t>/</a:t>
            </a:r>
            <a:r>
              <a:rPr spc="-125" dirty="0"/>
              <a:t>Chrome</a:t>
            </a:r>
            <a:r>
              <a:rPr spc="-75" dirty="0"/>
              <a:t> Hardening</a:t>
            </a:r>
            <a:endParaRPr sz="2050">
              <a:latin typeface="Bodoni MT Condensed"/>
              <a:cs typeface="Bodoni MT Condense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49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09675" y="245258"/>
            <a:ext cx="391160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14.0+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15" y="770316"/>
            <a:ext cx="11412220" cy="361950"/>
            <a:chOff x="389915" y="770316"/>
            <a:chExt cx="11412220" cy="361950"/>
          </a:xfrm>
        </p:grpSpPr>
        <p:sp>
          <p:nvSpPr>
            <p:cNvPr id="6" name="object 6"/>
            <p:cNvSpPr/>
            <p:nvPr/>
          </p:nvSpPr>
          <p:spPr>
            <a:xfrm>
              <a:off x="394670" y="775071"/>
              <a:ext cx="11402695" cy="352425"/>
            </a:xfrm>
            <a:custGeom>
              <a:avLst/>
              <a:gdLst/>
              <a:ahLst/>
              <a:cxnLst/>
              <a:rect l="l" t="t" r="r" b="b"/>
              <a:pathLst>
                <a:path w="11402695" h="352425">
                  <a:moveTo>
                    <a:pt x="11335975" y="351874"/>
                  </a:moveTo>
                  <a:lnTo>
                    <a:pt x="66642" y="351874"/>
                  </a:lnTo>
                  <a:lnTo>
                    <a:pt x="62004" y="351418"/>
                  </a:lnTo>
                  <a:lnTo>
                    <a:pt x="24202" y="334299"/>
                  </a:lnTo>
                  <a:lnTo>
                    <a:pt x="2284" y="299055"/>
                  </a:lnTo>
                  <a:lnTo>
                    <a:pt x="0" y="285227"/>
                  </a:lnTo>
                  <a:lnTo>
                    <a:pt x="0" y="280548"/>
                  </a:lnTo>
                  <a:lnTo>
                    <a:pt x="0" y="66642"/>
                  </a:lnTo>
                  <a:lnTo>
                    <a:pt x="14622" y="27805"/>
                  </a:lnTo>
                  <a:lnTo>
                    <a:pt x="48357" y="3636"/>
                  </a:lnTo>
                  <a:lnTo>
                    <a:pt x="66642" y="0"/>
                  </a:lnTo>
                  <a:lnTo>
                    <a:pt x="11335975" y="0"/>
                  </a:lnTo>
                  <a:lnTo>
                    <a:pt x="11374871" y="14622"/>
                  </a:lnTo>
                  <a:lnTo>
                    <a:pt x="11399027" y="48357"/>
                  </a:lnTo>
                  <a:lnTo>
                    <a:pt x="11402641" y="66642"/>
                  </a:lnTo>
                  <a:lnTo>
                    <a:pt x="11402641" y="285227"/>
                  </a:lnTo>
                  <a:lnTo>
                    <a:pt x="11387995" y="324067"/>
                  </a:lnTo>
                  <a:lnTo>
                    <a:pt x="11354329" y="348241"/>
                  </a:lnTo>
                  <a:lnTo>
                    <a:pt x="11340635" y="351418"/>
                  </a:lnTo>
                  <a:lnTo>
                    <a:pt x="11335975" y="3518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70" y="775071"/>
              <a:ext cx="11402695" cy="352425"/>
            </a:xfrm>
            <a:custGeom>
              <a:avLst/>
              <a:gdLst/>
              <a:ahLst/>
              <a:cxnLst/>
              <a:rect l="l" t="t" r="r" b="b"/>
              <a:pathLst>
                <a:path w="11402695" h="352425">
                  <a:moveTo>
                    <a:pt x="0" y="280548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11331315" y="0"/>
                  </a:lnTo>
                  <a:lnTo>
                    <a:pt x="11335975" y="0"/>
                  </a:lnTo>
                  <a:lnTo>
                    <a:pt x="11340635" y="456"/>
                  </a:lnTo>
                  <a:lnTo>
                    <a:pt x="11345200" y="1370"/>
                  </a:lnTo>
                  <a:lnTo>
                    <a:pt x="11349860" y="2284"/>
                  </a:lnTo>
                  <a:lnTo>
                    <a:pt x="11354329" y="3636"/>
                  </a:lnTo>
                  <a:lnTo>
                    <a:pt x="11358609" y="5429"/>
                  </a:lnTo>
                  <a:lnTo>
                    <a:pt x="11362983" y="7221"/>
                  </a:lnTo>
                  <a:lnTo>
                    <a:pt x="11381718" y="20890"/>
                  </a:lnTo>
                  <a:lnTo>
                    <a:pt x="11385047" y="24202"/>
                  </a:lnTo>
                  <a:lnTo>
                    <a:pt x="11397220" y="44030"/>
                  </a:lnTo>
                  <a:lnTo>
                    <a:pt x="11399027" y="48357"/>
                  </a:lnTo>
                  <a:lnTo>
                    <a:pt x="11400358" y="52817"/>
                  </a:lnTo>
                  <a:lnTo>
                    <a:pt x="11401309" y="57410"/>
                  </a:lnTo>
                  <a:lnTo>
                    <a:pt x="11402165" y="62004"/>
                  </a:lnTo>
                  <a:lnTo>
                    <a:pt x="11402641" y="66642"/>
                  </a:lnTo>
                  <a:lnTo>
                    <a:pt x="11402641" y="71325"/>
                  </a:lnTo>
                  <a:lnTo>
                    <a:pt x="11402641" y="280548"/>
                  </a:lnTo>
                  <a:lnTo>
                    <a:pt x="11402641" y="285227"/>
                  </a:lnTo>
                  <a:lnTo>
                    <a:pt x="11402165" y="289868"/>
                  </a:lnTo>
                  <a:lnTo>
                    <a:pt x="11401309" y="294462"/>
                  </a:lnTo>
                  <a:lnTo>
                    <a:pt x="11400358" y="299055"/>
                  </a:lnTo>
                  <a:lnTo>
                    <a:pt x="11399027" y="303515"/>
                  </a:lnTo>
                  <a:lnTo>
                    <a:pt x="11397220" y="307842"/>
                  </a:lnTo>
                  <a:lnTo>
                    <a:pt x="11395413" y="312169"/>
                  </a:lnTo>
                  <a:lnTo>
                    <a:pt x="11381718" y="330980"/>
                  </a:lnTo>
                  <a:lnTo>
                    <a:pt x="11378485" y="334299"/>
                  </a:lnTo>
                  <a:lnTo>
                    <a:pt x="11358609" y="346444"/>
                  </a:lnTo>
                  <a:lnTo>
                    <a:pt x="11354329" y="348241"/>
                  </a:lnTo>
                  <a:lnTo>
                    <a:pt x="11349860" y="349592"/>
                  </a:lnTo>
                  <a:lnTo>
                    <a:pt x="11345200" y="350505"/>
                  </a:lnTo>
                  <a:lnTo>
                    <a:pt x="11340635" y="351418"/>
                  </a:lnTo>
                  <a:lnTo>
                    <a:pt x="11335975" y="351874"/>
                  </a:lnTo>
                  <a:lnTo>
                    <a:pt x="11331315" y="351874"/>
                  </a:lnTo>
                  <a:lnTo>
                    <a:pt x="71325" y="351874"/>
                  </a:lnTo>
                  <a:lnTo>
                    <a:pt x="66642" y="351874"/>
                  </a:lnTo>
                  <a:lnTo>
                    <a:pt x="62004" y="351418"/>
                  </a:lnTo>
                  <a:lnTo>
                    <a:pt x="57410" y="350505"/>
                  </a:lnTo>
                  <a:lnTo>
                    <a:pt x="52817" y="349592"/>
                  </a:lnTo>
                  <a:lnTo>
                    <a:pt x="48357" y="348241"/>
                  </a:lnTo>
                  <a:lnTo>
                    <a:pt x="44030" y="346444"/>
                  </a:lnTo>
                  <a:lnTo>
                    <a:pt x="39703" y="344656"/>
                  </a:lnTo>
                  <a:lnTo>
                    <a:pt x="20890" y="330980"/>
                  </a:lnTo>
                  <a:lnTo>
                    <a:pt x="17579" y="327671"/>
                  </a:lnTo>
                  <a:lnTo>
                    <a:pt x="5429" y="307842"/>
                  </a:lnTo>
                  <a:lnTo>
                    <a:pt x="3636" y="303515"/>
                  </a:lnTo>
                  <a:lnTo>
                    <a:pt x="2284" y="299055"/>
                  </a:lnTo>
                  <a:lnTo>
                    <a:pt x="1370" y="294462"/>
                  </a:lnTo>
                  <a:lnTo>
                    <a:pt x="456" y="289868"/>
                  </a:lnTo>
                  <a:lnTo>
                    <a:pt x="0" y="285227"/>
                  </a:lnTo>
                  <a:lnTo>
                    <a:pt x="0" y="280548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587" y="881084"/>
              <a:ext cx="133349" cy="13652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915" y="1261489"/>
            <a:ext cx="168274" cy="1365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89915" y="1521616"/>
            <a:ext cx="5963285" cy="1179830"/>
          </a:xfrm>
          <a:custGeom>
            <a:avLst/>
            <a:gdLst/>
            <a:ahLst/>
            <a:cxnLst/>
            <a:rect l="l" t="t" r="r" b="b"/>
            <a:pathLst>
              <a:path w="5963285" h="1179830">
                <a:moveTo>
                  <a:pt x="5891760" y="1179255"/>
                </a:moveTo>
                <a:lnTo>
                  <a:pt x="71085" y="1179255"/>
                </a:lnTo>
                <a:lnTo>
                  <a:pt x="66138" y="1178770"/>
                </a:lnTo>
                <a:lnTo>
                  <a:pt x="29659" y="1163659"/>
                </a:lnTo>
                <a:lnTo>
                  <a:pt x="3879" y="1127672"/>
                </a:lnTo>
                <a:lnTo>
                  <a:pt x="0" y="1108167"/>
                </a:lnTo>
                <a:lnTo>
                  <a:pt x="0" y="1103174"/>
                </a:lnTo>
                <a:lnTo>
                  <a:pt x="0" y="71088"/>
                </a:lnTo>
                <a:lnTo>
                  <a:pt x="15597" y="29662"/>
                </a:lnTo>
                <a:lnTo>
                  <a:pt x="51581" y="3880"/>
                </a:lnTo>
                <a:lnTo>
                  <a:pt x="71085" y="0"/>
                </a:lnTo>
                <a:lnTo>
                  <a:pt x="5891760" y="0"/>
                </a:lnTo>
                <a:lnTo>
                  <a:pt x="5933186" y="15596"/>
                </a:lnTo>
                <a:lnTo>
                  <a:pt x="5958968" y="51582"/>
                </a:lnTo>
                <a:lnTo>
                  <a:pt x="5962849" y="71088"/>
                </a:lnTo>
                <a:lnTo>
                  <a:pt x="5962849" y="1108167"/>
                </a:lnTo>
                <a:lnTo>
                  <a:pt x="5947252" y="1149593"/>
                </a:lnTo>
                <a:lnTo>
                  <a:pt x="5911266" y="1175375"/>
                </a:lnTo>
                <a:lnTo>
                  <a:pt x="5896715" y="1178770"/>
                </a:lnTo>
                <a:lnTo>
                  <a:pt x="5891760" y="1179255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9377" y="1581858"/>
            <a:ext cx="5687060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00"/>
              </a:spcBef>
            </a:pP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#</a:t>
            </a:r>
            <a:r>
              <a:rPr sz="1000" spc="-8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94A2B8"/>
                </a:solidFill>
                <a:latin typeface="Lucida Console"/>
                <a:cs typeface="Lucida Console"/>
              </a:rPr>
              <a:t>Edge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registry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94A2B8"/>
                </a:solidFill>
                <a:latin typeface="Lucida Console"/>
                <a:cs typeface="Lucida Console"/>
              </a:rPr>
              <a:t>settings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94A2B8"/>
                </a:solidFill>
                <a:latin typeface="Lucida Console"/>
                <a:cs typeface="Lucida Console"/>
              </a:rPr>
              <a:t>for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authentication</a:t>
            </a:r>
            <a:r>
              <a:rPr sz="1000" spc="-7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support </a:t>
            </a:r>
            <a:r>
              <a:rPr sz="1000" spc="-65" dirty="0">
                <a:solidFill>
                  <a:srgbClr val="60A5FA"/>
                </a:solidFill>
                <a:latin typeface="Lucida Console"/>
                <a:cs typeface="Lucida Console"/>
              </a:rPr>
              <a:t>Software\Policies\Microsoft\Edge</a:t>
            </a:r>
            <a:r>
              <a:rPr sz="1000" spc="-3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3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0A5FA"/>
                </a:solidFill>
                <a:latin typeface="Lucida Console"/>
                <a:cs typeface="Lucida Console"/>
              </a:rPr>
              <a:t>AuthSchemes</a:t>
            </a:r>
            <a:r>
              <a:rPr sz="1000" spc="-3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3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45" dirty="0">
                <a:solidFill>
                  <a:srgbClr val="60A5FA"/>
                </a:solidFill>
                <a:latin typeface="Lucida Console"/>
                <a:cs typeface="Lucida Console"/>
              </a:rPr>
              <a:t>REG_SZ</a:t>
            </a:r>
            <a:r>
              <a:rPr sz="1000" spc="-3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3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70" dirty="0">
                <a:solidFill>
                  <a:srgbClr val="33D399"/>
                </a:solidFill>
                <a:latin typeface="Lucida Console"/>
                <a:cs typeface="Lucida Console"/>
              </a:rPr>
              <a:t>"negotiate,basic,digest"</a:t>
            </a:r>
            <a:endParaRPr sz="1000">
              <a:latin typeface="Lucida Console"/>
              <a:cs typeface="Lucida Console"/>
            </a:endParaRPr>
          </a:p>
          <a:p>
            <a:pPr marL="12700" marR="484505">
              <a:lnSpc>
                <a:spcPct val="124800"/>
              </a:lnSpc>
            </a:pPr>
            <a:r>
              <a:rPr sz="1000" spc="-65" dirty="0">
                <a:solidFill>
                  <a:srgbClr val="60A5FA"/>
                </a:solidFill>
                <a:latin typeface="Lucida Console"/>
                <a:cs typeface="Lucida Console"/>
              </a:rPr>
              <a:t>Software\Policies\Microsoft\Edge</a:t>
            </a:r>
            <a:r>
              <a:rPr sz="1000" spc="-2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2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0A5FA"/>
                </a:solidFill>
                <a:latin typeface="Lucida Console"/>
                <a:cs typeface="Lucida Console"/>
              </a:rPr>
              <a:t>BasicAuthOverHttpEnabled</a:t>
            </a:r>
            <a:r>
              <a:rPr sz="1000" spc="-2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2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0A5FA"/>
                </a:solidFill>
                <a:latin typeface="Lucida Console"/>
                <a:cs typeface="Lucida Console"/>
              </a:rPr>
              <a:t>REG_DWORD</a:t>
            </a:r>
            <a:r>
              <a:rPr sz="1000" spc="-2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2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310" dirty="0">
                <a:solidFill>
                  <a:srgbClr val="33D399"/>
                </a:solidFill>
                <a:latin typeface="Lucida Console"/>
                <a:cs typeface="Lucida Console"/>
              </a:rPr>
              <a:t>1 </a:t>
            </a:r>
            <a:r>
              <a:rPr sz="1000" dirty="0">
                <a:solidFill>
                  <a:srgbClr val="94A2B8"/>
                </a:solidFill>
                <a:latin typeface="Lucida Console"/>
                <a:cs typeface="Lucida Console"/>
              </a:rPr>
              <a:t>#</a:t>
            </a:r>
            <a:r>
              <a:rPr sz="1000" spc="-10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94A2B8"/>
                </a:solidFill>
                <a:latin typeface="Lucida Console"/>
                <a:cs typeface="Lucida Console"/>
              </a:rPr>
              <a:t>Chrome</a:t>
            </a:r>
            <a:r>
              <a:rPr sz="1000" spc="-95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94A2B8"/>
                </a:solidFill>
                <a:latin typeface="Lucida Console"/>
                <a:cs typeface="Lucida Console"/>
              </a:rPr>
              <a:t>equivalent</a:t>
            </a:r>
            <a:r>
              <a:rPr sz="1000" spc="-9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94A2B8"/>
                </a:solidFill>
                <a:latin typeface="Lucida Console"/>
                <a:cs typeface="Lucida Console"/>
              </a:rPr>
              <a:t>settings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spc="-65" dirty="0">
                <a:solidFill>
                  <a:srgbClr val="60A5FA"/>
                </a:solidFill>
                <a:latin typeface="Lucida Console"/>
                <a:cs typeface="Lucida Console"/>
              </a:rPr>
              <a:t>Software\Policies\Google\Chrome</a:t>
            </a:r>
            <a:r>
              <a:rPr sz="1000" spc="-3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3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0A5FA"/>
                </a:solidFill>
                <a:latin typeface="Lucida Console"/>
                <a:cs typeface="Lucida Console"/>
              </a:rPr>
              <a:t>AuthSchemes</a:t>
            </a:r>
            <a:r>
              <a:rPr sz="1000" spc="-30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3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45" dirty="0">
                <a:solidFill>
                  <a:srgbClr val="60A5FA"/>
                </a:solidFill>
                <a:latin typeface="Lucida Console"/>
                <a:cs typeface="Lucida Console"/>
              </a:rPr>
              <a:t>REG_SZ</a:t>
            </a:r>
            <a:r>
              <a:rPr sz="1000" spc="-35" dirty="0">
                <a:solidFill>
                  <a:srgbClr val="60A5FA"/>
                </a:solidFill>
                <a:latin typeface="Lucida Console"/>
                <a:cs typeface="Lucida Console"/>
              </a:rPr>
              <a:t> </a:t>
            </a:r>
            <a:r>
              <a:rPr sz="1000" dirty="0">
                <a:solidFill>
                  <a:srgbClr val="E2E7F0"/>
                </a:solidFill>
                <a:latin typeface="Lucida Console"/>
                <a:cs typeface="Lucida Console"/>
              </a:rPr>
              <a:t>,</a:t>
            </a:r>
            <a:r>
              <a:rPr sz="1000" spc="-3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1000" spc="-45" dirty="0">
                <a:solidFill>
                  <a:srgbClr val="33D399"/>
                </a:solidFill>
                <a:latin typeface="Lucida Console"/>
                <a:cs typeface="Lucida Console"/>
              </a:rPr>
              <a:t>"negotiate,basic,digest"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9915" y="2814993"/>
            <a:ext cx="5963285" cy="466090"/>
            <a:chOff x="389915" y="2814993"/>
            <a:chExt cx="5963285" cy="466090"/>
          </a:xfrm>
        </p:grpSpPr>
        <p:sp>
          <p:nvSpPr>
            <p:cNvPr id="13" name="object 13"/>
            <p:cNvSpPr/>
            <p:nvPr/>
          </p:nvSpPr>
          <p:spPr>
            <a:xfrm>
              <a:off x="394670" y="2819748"/>
              <a:ext cx="5953760" cy="456565"/>
            </a:xfrm>
            <a:custGeom>
              <a:avLst/>
              <a:gdLst/>
              <a:ahLst/>
              <a:cxnLst/>
              <a:rect l="l" t="t" r="r" b="b"/>
              <a:pathLst>
                <a:path w="5953760" h="456564">
                  <a:moveTo>
                    <a:pt x="5904466" y="456486"/>
                  </a:moveTo>
                  <a:lnTo>
                    <a:pt x="48871" y="456486"/>
                  </a:lnTo>
                  <a:lnTo>
                    <a:pt x="45469" y="456153"/>
                  </a:lnTo>
                  <a:lnTo>
                    <a:pt x="10722" y="436096"/>
                  </a:lnTo>
                  <a:lnTo>
                    <a:pt x="0" y="407613"/>
                  </a:lnTo>
                  <a:lnTo>
                    <a:pt x="0" y="404180"/>
                  </a:lnTo>
                  <a:lnTo>
                    <a:pt x="0" y="48872"/>
                  </a:lnTo>
                  <a:lnTo>
                    <a:pt x="17748" y="12895"/>
                  </a:lnTo>
                  <a:lnTo>
                    <a:pt x="48871" y="0"/>
                  </a:lnTo>
                  <a:lnTo>
                    <a:pt x="5904466" y="0"/>
                  </a:lnTo>
                  <a:lnTo>
                    <a:pt x="5940443" y="17745"/>
                  </a:lnTo>
                  <a:lnTo>
                    <a:pt x="5953338" y="48872"/>
                  </a:lnTo>
                  <a:lnTo>
                    <a:pt x="5953338" y="407613"/>
                  </a:lnTo>
                  <a:lnTo>
                    <a:pt x="5935593" y="443590"/>
                  </a:lnTo>
                  <a:lnTo>
                    <a:pt x="5907871" y="456153"/>
                  </a:lnTo>
                  <a:lnTo>
                    <a:pt x="5904466" y="456486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4670" y="2819748"/>
              <a:ext cx="5953760" cy="456565"/>
            </a:xfrm>
            <a:custGeom>
              <a:avLst/>
              <a:gdLst/>
              <a:ahLst/>
              <a:cxnLst/>
              <a:rect l="l" t="t" r="r" b="b"/>
              <a:pathLst>
                <a:path w="5953760" h="456564">
                  <a:moveTo>
                    <a:pt x="0" y="404180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4" y="45467"/>
                  </a:lnTo>
                  <a:lnTo>
                    <a:pt x="1005" y="42101"/>
                  </a:lnTo>
                  <a:lnTo>
                    <a:pt x="1674" y="38734"/>
                  </a:lnTo>
                  <a:lnTo>
                    <a:pt x="2667" y="35463"/>
                  </a:lnTo>
                  <a:lnTo>
                    <a:pt x="23246" y="8815"/>
                  </a:lnTo>
                  <a:lnTo>
                    <a:pt x="26101" y="6904"/>
                  </a:lnTo>
                  <a:lnTo>
                    <a:pt x="29116" y="5297"/>
                  </a:lnTo>
                  <a:lnTo>
                    <a:pt x="32288" y="3984"/>
                  </a:lnTo>
                  <a:lnTo>
                    <a:pt x="35462" y="2662"/>
                  </a:lnTo>
                  <a:lnTo>
                    <a:pt x="38732" y="1673"/>
                  </a:lnTo>
                  <a:lnTo>
                    <a:pt x="42101" y="1008"/>
                  </a:lnTo>
                  <a:lnTo>
                    <a:pt x="45469" y="332"/>
                  </a:lnTo>
                  <a:lnTo>
                    <a:pt x="48871" y="0"/>
                  </a:lnTo>
                  <a:lnTo>
                    <a:pt x="52305" y="0"/>
                  </a:lnTo>
                  <a:lnTo>
                    <a:pt x="5901033" y="0"/>
                  </a:lnTo>
                  <a:lnTo>
                    <a:pt x="5904466" y="0"/>
                  </a:lnTo>
                  <a:lnTo>
                    <a:pt x="5907871" y="332"/>
                  </a:lnTo>
                  <a:lnTo>
                    <a:pt x="5911237" y="1008"/>
                  </a:lnTo>
                  <a:lnTo>
                    <a:pt x="5914604" y="1673"/>
                  </a:lnTo>
                  <a:lnTo>
                    <a:pt x="5917875" y="2662"/>
                  </a:lnTo>
                  <a:lnTo>
                    <a:pt x="5921052" y="3984"/>
                  </a:lnTo>
                  <a:lnTo>
                    <a:pt x="5924218" y="5297"/>
                  </a:lnTo>
                  <a:lnTo>
                    <a:pt x="5938018" y="15320"/>
                  </a:lnTo>
                  <a:lnTo>
                    <a:pt x="5940443" y="17745"/>
                  </a:lnTo>
                  <a:lnTo>
                    <a:pt x="5952330" y="42101"/>
                  </a:lnTo>
                  <a:lnTo>
                    <a:pt x="5953006" y="45467"/>
                  </a:lnTo>
                  <a:lnTo>
                    <a:pt x="5953338" y="48872"/>
                  </a:lnTo>
                  <a:lnTo>
                    <a:pt x="5953338" y="52305"/>
                  </a:lnTo>
                  <a:lnTo>
                    <a:pt x="5953338" y="404180"/>
                  </a:lnTo>
                  <a:lnTo>
                    <a:pt x="5953338" y="407613"/>
                  </a:lnTo>
                  <a:lnTo>
                    <a:pt x="5953006" y="411018"/>
                  </a:lnTo>
                  <a:lnTo>
                    <a:pt x="5952330" y="414384"/>
                  </a:lnTo>
                  <a:lnTo>
                    <a:pt x="5951665" y="417751"/>
                  </a:lnTo>
                  <a:lnTo>
                    <a:pt x="5927233" y="449581"/>
                  </a:lnTo>
                  <a:lnTo>
                    <a:pt x="5921052" y="452501"/>
                  </a:lnTo>
                  <a:lnTo>
                    <a:pt x="5917875" y="453823"/>
                  </a:lnTo>
                  <a:lnTo>
                    <a:pt x="5914604" y="454812"/>
                  </a:lnTo>
                  <a:lnTo>
                    <a:pt x="5911237" y="455477"/>
                  </a:lnTo>
                  <a:lnTo>
                    <a:pt x="5907871" y="456153"/>
                  </a:lnTo>
                  <a:lnTo>
                    <a:pt x="5904466" y="456486"/>
                  </a:lnTo>
                  <a:lnTo>
                    <a:pt x="5901033" y="456486"/>
                  </a:lnTo>
                  <a:lnTo>
                    <a:pt x="52305" y="456486"/>
                  </a:lnTo>
                  <a:lnTo>
                    <a:pt x="48871" y="456486"/>
                  </a:lnTo>
                  <a:lnTo>
                    <a:pt x="45469" y="456153"/>
                  </a:lnTo>
                  <a:lnTo>
                    <a:pt x="42101" y="455477"/>
                  </a:lnTo>
                  <a:lnTo>
                    <a:pt x="38732" y="454812"/>
                  </a:lnTo>
                  <a:lnTo>
                    <a:pt x="35462" y="453823"/>
                  </a:lnTo>
                  <a:lnTo>
                    <a:pt x="32288" y="452501"/>
                  </a:lnTo>
                  <a:lnTo>
                    <a:pt x="29116" y="451188"/>
                  </a:lnTo>
                  <a:lnTo>
                    <a:pt x="26101" y="449581"/>
                  </a:lnTo>
                  <a:lnTo>
                    <a:pt x="23246" y="447670"/>
                  </a:lnTo>
                  <a:lnTo>
                    <a:pt x="20390" y="445758"/>
                  </a:lnTo>
                  <a:lnTo>
                    <a:pt x="1005" y="414384"/>
                  </a:lnTo>
                  <a:lnTo>
                    <a:pt x="334" y="411018"/>
                  </a:lnTo>
                  <a:lnTo>
                    <a:pt x="0" y="407613"/>
                  </a:lnTo>
                  <a:lnTo>
                    <a:pt x="0" y="404180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371" y="2919456"/>
              <a:ext cx="120649" cy="10477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91049" y="2871539"/>
            <a:ext cx="5542280" cy="3136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155"/>
              </a:spcBef>
            </a:pPr>
            <a:r>
              <a:rPr sz="900" b="1" spc="-30" dirty="0">
                <a:solidFill>
                  <a:srgbClr val="91400D"/>
                </a:solidFill>
                <a:latin typeface="Arial"/>
                <a:cs typeface="Arial"/>
              </a:rPr>
              <a:t>Important</a:t>
            </a:r>
            <a:r>
              <a:rPr sz="950" b="1" spc="-30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950" b="1" spc="-4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After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editing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registry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or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90" dirty="0">
                <a:solidFill>
                  <a:srgbClr val="91400D"/>
                </a:solidFill>
                <a:latin typeface="Microsoft Sans Serif"/>
                <a:cs typeface="Microsoft Sans Serif"/>
              </a:rPr>
              <a:t>GPO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settings</a:t>
            </a:r>
            <a:r>
              <a:rPr sz="95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,</a:t>
            </a:r>
            <a:r>
              <a:rPr sz="95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run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the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55" dirty="0">
                <a:solidFill>
                  <a:srgbClr val="91400D"/>
                </a:solidFill>
                <a:latin typeface="Microsoft Sans Serif"/>
                <a:cs typeface="Microsoft Sans Serif"/>
              </a:rPr>
              <a:t>PSM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hardening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script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and</a:t>
            </a:r>
            <a:r>
              <a:rPr sz="9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verify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logs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are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clean</a:t>
            </a:r>
            <a:r>
              <a:rPr sz="95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.</a:t>
            </a:r>
            <a:r>
              <a:rPr sz="95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For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in</a:t>
            </a:r>
            <a:r>
              <a:rPr sz="95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-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domain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environments</a:t>
            </a:r>
            <a:r>
              <a:rPr sz="95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,</a:t>
            </a:r>
            <a:r>
              <a:rPr sz="950" spc="-3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use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Group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Policy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to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configure</a:t>
            </a:r>
            <a:r>
              <a:rPr sz="9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91400D"/>
                </a:solidFill>
                <a:latin typeface="Microsoft Sans Serif"/>
                <a:cs typeface="Microsoft Sans Serif"/>
              </a:rPr>
              <a:t>browser</a:t>
            </a:r>
            <a:r>
              <a:rPr sz="9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settings</a:t>
            </a:r>
            <a:r>
              <a:rPr sz="95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.</a:t>
            </a:r>
            <a:endParaRPr sz="95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07893" y="1267839"/>
            <a:ext cx="133349" cy="1206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77215" y="523680"/>
            <a:ext cx="8568690" cy="8991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Basic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Digest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authentication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endParaRPr sz="1150">
              <a:latin typeface="Microsoft Sans Serif"/>
              <a:cs typeface="Microsoft Sans Serif"/>
            </a:endParaRPr>
          </a:p>
          <a:p>
            <a:pPr marL="383540">
              <a:lnSpc>
                <a:spcPct val="100000"/>
              </a:lnSpc>
              <a:spcBef>
                <a:spcPts val="1145"/>
              </a:spcBef>
            </a:pP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Both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100" spc="-35" dirty="0">
                <a:solidFill>
                  <a:srgbClr val="2562EB"/>
                </a:solidFill>
                <a:latin typeface="Microsoft Sans Serif"/>
                <a:cs typeface="Microsoft Sans Serif"/>
              </a:rPr>
              <a:t>Basic</a:t>
            </a:r>
            <a:r>
              <a:rPr sz="1100" spc="-1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and </a:t>
            </a:r>
            <a:r>
              <a:rPr sz="1100" spc="-25" dirty="0">
                <a:solidFill>
                  <a:srgbClr val="2562EB"/>
                </a:solidFill>
                <a:latin typeface="Microsoft Sans Serif"/>
                <a:cs typeface="Microsoft Sans Serif"/>
              </a:rPr>
              <a:t>Digest</a:t>
            </a:r>
            <a:r>
              <a:rPr sz="1100" spc="-20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authentication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supported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starting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from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6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14.0.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Use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45" dirty="0">
                <a:solidFill>
                  <a:srgbClr val="334054"/>
                </a:solidFill>
                <a:latin typeface="Microsoft Sans Serif"/>
                <a:cs typeface="Microsoft Sans Serif"/>
              </a:rPr>
              <a:t>URL-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embedded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credentials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proper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</a:t>
            </a:r>
            <a:r>
              <a:rPr sz="1050" spc="-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hardening.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950">
              <a:latin typeface="Microsoft Sans Serif"/>
              <a:cs typeface="Microsoft Sans Serif"/>
            </a:endParaRPr>
          </a:p>
          <a:p>
            <a:pPr marL="254635">
              <a:lnSpc>
                <a:spcPct val="100000"/>
              </a:lnSpc>
              <a:spcBef>
                <a:spcPts val="5"/>
              </a:spcBef>
              <a:tabLst>
                <a:tab pos="6339840" algn="l"/>
              </a:tabLst>
            </a:pPr>
            <a:r>
              <a:rPr sz="1150" b="1" spc="-75" dirty="0">
                <a:solidFill>
                  <a:srgbClr val="1D293B"/>
                </a:solidFill>
                <a:latin typeface="Arial"/>
                <a:cs typeface="Arial"/>
              </a:rPr>
              <a:t>Edge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Hardening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r>
              <a:rPr sz="1150" b="1" dirty="0">
                <a:solidFill>
                  <a:srgbClr val="1D293B"/>
                </a:solidFill>
                <a:latin typeface="Arial"/>
                <a:cs typeface="Arial"/>
              </a:rPr>
              <a:t>	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In</a:t>
            </a:r>
            <a:r>
              <a:rPr sz="1200" b="1" spc="-60" dirty="0">
                <a:solidFill>
                  <a:srgbClr val="1D293B"/>
                </a:solidFill>
                <a:latin typeface="Berlin Sans FB"/>
                <a:cs typeface="Berlin Sans FB"/>
              </a:rPr>
              <a:t>-</a:t>
            </a:r>
            <a:r>
              <a:rPr sz="1150" b="1" spc="-70" dirty="0">
                <a:solidFill>
                  <a:srgbClr val="1D293B"/>
                </a:solidFill>
                <a:latin typeface="Arial"/>
                <a:cs typeface="Arial"/>
              </a:rPr>
              <a:t>Domain</a:t>
            </a:r>
            <a:r>
              <a:rPr sz="1150" b="1" spc="-2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105" dirty="0">
                <a:solidFill>
                  <a:srgbClr val="1D293B"/>
                </a:solidFill>
                <a:latin typeface="Arial"/>
                <a:cs typeface="Arial"/>
              </a:rPr>
              <a:t>GPO</a:t>
            </a:r>
            <a:r>
              <a:rPr sz="115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1D293B"/>
                </a:solidFill>
                <a:latin typeface="Arial"/>
                <a:cs typeface="Arial"/>
              </a:rPr>
              <a:t>Configuration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04926" y="1521616"/>
            <a:ext cx="5297170" cy="1417320"/>
            <a:chOff x="6504926" y="1521616"/>
            <a:chExt cx="5297170" cy="1417320"/>
          </a:xfrm>
        </p:grpSpPr>
        <p:sp>
          <p:nvSpPr>
            <p:cNvPr id="20" name="object 20"/>
            <p:cNvSpPr/>
            <p:nvPr/>
          </p:nvSpPr>
          <p:spPr>
            <a:xfrm>
              <a:off x="6509681" y="1526371"/>
              <a:ext cx="5287645" cy="1407795"/>
            </a:xfrm>
            <a:custGeom>
              <a:avLst/>
              <a:gdLst/>
              <a:ahLst/>
              <a:cxnLst/>
              <a:rect l="l" t="t" r="r" b="b"/>
              <a:pathLst>
                <a:path w="5287645" h="1407795">
                  <a:moveTo>
                    <a:pt x="0" y="1336172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5216304" y="0"/>
                  </a:lnTo>
                  <a:lnTo>
                    <a:pt x="5220964" y="0"/>
                  </a:lnTo>
                  <a:lnTo>
                    <a:pt x="5225624" y="456"/>
                  </a:lnTo>
                  <a:lnTo>
                    <a:pt x="5230188" y="1369"/>
                  </a:lnTo>
                  <a:lnTo>
                    <a:pt x="5234848" y="2282"/>
                  </a:lnTo>
                  <a:lnTo>
                    <a:pt x="5239318" y="3632"/>
                  </a:lnTo>
                  <a:lnTo>
                    <a:pt x="5243598" y="5430"/>
                  </a:lnTo>
                  <a:lnTo>
                    <a:pt x="5247972" y="7218"/>
                  </a:lnTo>
                  <a:lnTo>
                    <a:pt x="5266707" y="20893"/>
                  </a:lnTo>
                  <a:lnTo>
                    <a:pt x="5270036" y="24203"/>
                  </a:lnTo>
                  <a:lnTo>
                    <a:pt x="5282209" y="44031"/>
                  </a:lnTo>
                  <a:lnTo>
                    <a:pt x="5284016" y="48358"/>
                  </a:lnTo>
                  <a:lnTo>
                    <a:pt x="5285347" y="52819"/>
                  </a:lnTo>
                  <a:lnTo>
                    <a:pt x="5286298" y="57412"/>
                  </a:lnTo>
                  <a:lnTo>
                    <a:pt x="5287154" y="62006"/>
                  </a:lnTo>
                  <a:lnTo>
                    <a:pt x="5287630" y="66646"/>
                  </a:lnTo>
                  <a:lnTo>
                    <a:pt x="5287630" y="71325"/>
                  </a:lnTo>
                  <a:lnTo>
                    <a:pt x="5287630" y="1336172"/>
                  </a:lnTo>
                  <a:lnTo>
                    <a:pt x="5287630" y="1340851"/>
                  </a:lnTo>
                  <a:lnTo>
                    <a:pt x="5287154" y="1345492"/>
                  </a:lnTo>
                  <a:lnTo>
                    <a:pt x="5286298" y="1350086"/>
                  </a:lnTo>
                  <a:lnTo>
                    <a:pt x="5285347" y="1354679"/>
                  </a:lnTo>
                  <a:lnTo>
                    <a:pt x="5284016" y="1359139"/>
                  </a:lnTo>
                  <a:lnTo>
                    <a:pt x="5282209" y="1363466"/>
                  </a:lnTo>
                  <a:lnTo>
                    <a:pt x="5280402" y="1367793"/>
                  </a:lnTo>
                  <a:lnTo>
                    <a:pt x="5266707" y="1386604"/>
                  </a:lnTo>
                  <a:lnTo>
                    <a:pt x="5263474" y="1389914"/>
                  </a:lnTo>
                  <a:lnTo>
                    <a:pt x="5243598" y="1402068"/>
                  </a:lnTo>
                  <a:lnTo>
                    <a:pt x="5239318" y="1403856"/>
                  </a:lnTo>
                  <a:lnTo>
                    <a:pt x="5234848" y="1405216"/>
                  </a:lnTo>
                  <a:lnTo>
                    <a:pt x="5230188" y="1406129"/>
                  </a:lnTo>
                  <a:lnTo>
                    <a:pt x="5225624" y="1407042"/>
                  </a:lnTo>
                  <a:lnTo>
                    <a:pt x="5220964" y="1407498"/>
                  </a:lnTo>
                  <a:lnTo>
                    <a:pt x="5216304" y="1407498"/>
                  </a:lnTo>
                  <a:lnTo>
                    <a:pt x="71325" y="1407498"/>
                  </a:lnTo>
                  <a:lnTo>
                    <a:pt x="66646" y="1407498"/>
                  </a:lnTo>
                  <a:lnTo>
                    <a:pt x="62006" y="1407042"/>
                  </a:lnTo>
                  <a:lnTo>
                    <a:pt x="57412" y="1406129"/>
                  </a:lnTo>
                  <a:lnTo>
                    <a:pt x="52819" y="1405216"/>
                  </a:lnTo>
                  <a:lnTo>
                    <a:pt x="48358" y="1403856"/>
                  </a:lnTo>
                  <a:lnTo>
                    <a:pt x="44031" y="1402068"/>
                  </a:lnTo>
                  <a:lnTo>
                    <a:pt x="39704" y="1400280"/>
                  </a:lnTo>
                  <a:lnTo>
                    <a:pt x="20893" y="1386604"/>
                  </a:lnTo>
                  <a:lnTo>
                    <a:pt x="17574" y="1383295"/>
                  </a:lnTo>
                  <a:lnTo>
                    <a:pt x="14617" y="1379691"/>
                  </a:lnTo>
                  <a:lnTo>
                    <a:pt x="12020" y="1375801"/>
                  </a:lnTo>
                  <a:lnTo>
                    <a:pt x="9415" y="1371902"/>
                  </a:lnTo>
                  <a:lnTo>
                    <a:pt x="7218" y="1367793"/>
                  </a:lnTo>
                  <a:lnTo>
                    <a:pt x="5430" y="1363466"/>
                  </a:lnTo>
                  <a:lnTo>
                    <a:pt x="3632" y="1359139"/>
                  </a:lnTo>
                  <a:lnTo>
                    <a:pt x="2282" y="1354679"/>
                  </a:lnTo>
                  <a:lnTo>
                    <a:pt x="1369" y="1350086"/>
                  </a:lnTo>
                  <a:lnTo>
                    <a:pt x="456" y="1345492"/>
                  </a:lnTo>
                  <a:lnTo>
                    <a:pt x="0" y="1340851"/>
                  </a:lnTo>
                  <a:lnTo>
                    <a:pt x="0" y="1336172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14440" y="1531126"/>
              <a:ext cx="5278120" cy="352425"/>
            </a:xfrm>
            <a:custGeom>
              <a:avLst/>
              <a:gdLst/>
              <a:ahLst/>
              <a:cxnLst/>
              <a:rect l="l" t="t" r="r" b="b"/>
              <a:pathLst>
                <a:path w="5278120" h="352425">
                  <a:moveTo>
                    <a:pt x="5278115" y="351874"/>
                  </a:moveTo>
                  <a:lnTo>
                    <a:pt x="18" y="351874"/>
                  </a:lnTo>
                  <a:lnTo>
                    <a:pt x="0" y="66574"/>
                  </a:lnTo>
                  <a:lnTo>
                    <a:pt x="11212" y="29581"/>
                  </a:lnTo>
                  <a:lnTo>
                    <a:pt x="41105" y="5068"/>
                  </a:lnTo>
                  <a:lnTo>
                    <a:pt x="66587" y="0"/>
                  </a:lnTo>
                  <a:lnTo>
                    <a:pt x="5211549" y="0"/>
                  </a:lnTo>
                  <a:lnTo>
                    <a:pt x="5248556" y="11211"/>
                  </a:lnTo>
                  <a:lnTo>
                    <a:pt x="5273058" y="41098"/>
                  </a:lnTo>
                  <a:lnTo>
                    <a:pt x="5278115" y="35187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618824" y="1597883"/>
            <a:ext cx="14312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60" dirty="0">
                <a:solidFill>
                  <a:srgbClr val="1D293B"/>
                </a:solidFill>
                <a:latin typeface="Arial"/>
                <a:cs typeface="Arial"/>
              </a:rPr>
              <a:t>Authentication</a:t>
            </a:r>
            <a:r>
              <a:rPr sz="1100" b="1" spc="1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1D293B"/>
                </a:solidFill>
                <a:latin typeface="Arial"/>
                <a:cs typeface="Arial"/>
              </a:rPr>
              <a:t>Settings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514459" y="1873491"/>
          <a:ext cx="5278118" cy="10502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Parameter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b="1" spc="-10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Existing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b="1" spc="-25" dirty="0">
                          <a:solidFill>
                            <a:srgbClr val="1D293B"/>
                          </a:solidFill>
                          <a:latin typeface="Arial"/>
                          <a:cs typeface="Arial"/>
                        </a:rPr>
                        <a:t>New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Supported</a:t>
                      </a:r>
                      <a:r>
                        <a:rPr sz="10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authentication</a:t>
                      </a:r>
                      <a:r>
                        <a:rPr sz="10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schemes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negotiate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negotiate</a:t>
                      </a:r>
                      <a:r>
                        <a:rPr sz="1000" spc="-10" dirty="0">
                          <a:latin typeface="Britannic Bold"/>
                          <a:cs typeface="Britannic Bold"/>
                        </a:rPr>
                        <a:t>,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basic</a:t>
                      </a:r>
                      <a:r>
                        <a:rPr sz="1000" spc="-10" dirty="0">
                          <a:latin typeface="Britannic Bold"/>
                          <a:cs typeface="Britannic Bold"/>
                        </a:rPr>
                        <a:t>,</a:t>
                      </a: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digest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  <a:lnB w="9525">
                      <a:solidFill>
                        <a:srgbClr val="E2E7F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116839" marR="396875">
                        <a:lnSpc>
                          <a:spcPts val="1120"/>
                        </a:lnSpc>
                        <a:spcBef>
                          <a:spcPts val="640"/>
                        </a:spcBef>
                      </a:pP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Allow</a:t>
                      </a:r>
                      <a:r>
                        <a:rPr sz="10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30" dirty="0">
                          <a:latin typeface="Microsoft Sans Serif"/>
                          <a:cs typeface="Microsoft Sans Serif"/>
                        </a:rPr>
                        <a:t>Basic</a:t>
                      </a:r>
                      <a:r>
                        <a:rPr sz="10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Authentication</a:t>
                      </a:r>
                      <a:r>
                        <a:rPr sz="10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sz="1000" spc="-20" dirty="0">
                          <a:latin typeface="Microsoft Sans Serif"/>
                          <a:cs typeface="Microsoft Sans Serif"/>
                        </a:rPr>
                        <a:t>HTTP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1280" marB="0"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disabled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7F0"/>
                      </a:solidFill>
                      <a:prstDash val="solid"/>
                    </a:lnL>
                    <a:lnR w="9525">
                      <a:solidFill>
                        <a:srgbClr val="E2E7F0"/>
                      </a:solidFill>
                      <a:prstDash val="solid"/>
                    </a:lnR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00" spc="-10" dirty="0">
                          <a:latin typeface="Microsoft Sans Serif"/>
                          <a:cs typeface="Microsoft Sans Serif"/>
                        </a:rPr>
                        <a:t>enabled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945" marB="0">
                    <a:lnL w="9525">
                      <a:solidFill>
                        <a:srgbClr val="E2E7F0"/>
                      </a:solidFill>
                      <a:prstDash val="solid"/>
                    </a:lnL>
                    <a:lnT w="9525">
                      <a:solidFill>
                        <a:srgbClr val="E2E7F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07893" y="3141364"/>
            <a:ext cx="104774" cy="1079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667266" y="3099782"/>
            <a:ext cx="42176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,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equivalent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policies under </a:t>
            </a:r>
            <a:r>
              <a:rPr sz="800" spc="-10" dirty="0">
                <a:solidFill>
                  <a:srgbClr val="64738B"/>
                </a:solidFill>
                <a:latin typeface="Consolas"/>
                <a:cs typeface="Consolas"/>
              </a:rPr>
              <a:t>Software\Policies\Google\Chrome</a:t>
            </a:r>
            <a:endParaRPr sz="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pc="-114" dirty="0"/>
              <a:t>Troubleshooting</a:t>
            </a:r>
            <a:r>
              <a:rPr spc="-70" dirty="0"/>
              <a:t> </a:t>
            </a:r>
            <a:r>
              <a:rPr sz="1950" spc="-95" dirty="0">
                <a:latin typeface="Comic Sans MS"/>
                <a:cs typeface="Comic Sans MS"/>
              </a:rPr>
              <a:t>&amp;</a:t>
            </a:r>
            <a:r>
              <a:rPr sz="1950" spc="-355" dirty="0">
                <a:latin typeface="Comic Sans MS"/>
                <a:cs typeface="Comic Sans MS"/>
              </a:rPr>
              <a:t> </a:t>
            </a:r>
            <a:r>
              <a:rPr spc="-100" dirty="0"/>
              <a:t>EnableAdvancedDebugging</a:t>
            </a:r>
            <a:endParaRPr sz="19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b="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Diagnose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connection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issues </a:t>
            </a:r>
            <a:r>
              <a:rPr sz="1150" b="0" dirty="0">
                <a:solidFill>
                  <a:srgbClr val="64738B"/>
                </a:solidFill>
                <a:latin typeface="Microsoft Sans Serif"/>
                <a:cs typeface="Microsoft Sans Serif"/>
              </a:rPr>
              <a:t>with</a:t>
            </a:r>
            <a:r>
              <a:rPr sz="1150" b="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visual</a:t>
            </a:r>
            <a:r>
              <a:rPr sz="1150" b="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b="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debugging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12438" y="237768"/>
            <a:ext cx="589915" cy="219075"/>
          </a:xfrm>
          <a:custGeom>
            <a:avLst/>
            <a:gdLst/>
            <a:ahLst/>
            <a:cxnLst/>
            <a:rect l="l" t="t" r="r" b="b"/>
            <a:pathLst>
              <a:path w="589915" h="219075">
                <a:moveTo>
                  <a:pt x="556627" y="218732"/>
                </a:moveTo>
                <a:lnTo>
                  <a:pt x="33000" y="218732"/>
                </a:lnTo>
                <a:lnTo>
                  <a:pt x="28149" y="217767"/>
                </a:lnTo>
                <a:lnTo>
                  <a:pt x="951" y="190589"/>
                </a:lnTo>
                <a:lnTo>
                  <a:pt x="0" y="185736"/>
                </a:lnTo>
                <a:lnTo>
                  <a:pt x="0" y="18069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185736"/>
                </a:lnTo>
                <a:lnTo>
                  <a:pt x="561477" y="217767"/>
                </a:lnTo>
                <a:lnTo>
                  <a:pt x="556627" y="218732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11482" y="245277"/>
            <a:ext cx="38925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solidFill>
                  <a:srgbClr val="2562EB"/>
                </a:solidFill>
                <a:latin typeface="Book Antiqua"/>
                <a:cs typeface="Book Antiqua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9907" y="770327"/>
            <a:ext cx="6276975" cy="5325745"/>
            <a:chOff x="389907" y="770327"/>
            <a:chExt cx="6276975" cy="5325745"/>
          </a:xfrm>
        </p:grpSpPr>
        <p:sp>
          <p:nvSpPr>
            <p:cNvPr id="6" name="object 6"/>
            <p:cNvSpPr/>
            <p:nvPr/>
          </p:nvSpPr>
          <p:spPr>
            <a:xfrm>
              <a:off x="394670" y="775090"/>
              <a:ext cx="6267450" cy="5316220"/>
            </a:xfrm>
            <a:custGeom>
              <a:avLst/>
              <a:gdLst/>
              <a:ahLst/>
              <a:cxnLst/>
              <a:rect l="l" t="t" r="r" b="b"/>
              <a:pathLst>
                <a:path w="6267450" h="5316220">
                  <a:moveTo>
                    <a:pt x="0" y="5244834"/>
                  </a:moveTo>
                  <a:lnTo>
                    <a:pt x="0" y="71325"/>
                  </a:lnTo>
                  <a:lnTo>
                    <a:pt x="0" y="66642"/>
                  </a:lnTo>
                  <a:lnTo>
                    <a:pt x="456" y="62004"/>
                  </a:lnTo>
                  <a:lnTo>
                    <a:pt x="1370" y="57410"/>
                  </a:lnTo>
                  <a:lnTo>
                    <a:pt x="2284" y="52817"/>
                  </a:lnTo>
                  <a:lnTo>
                    <a:pt x="3636" y="48357"/>
                  </a:lnTo>
                  <a:lnTo>
                    <a:pt x="5429" y="44030"/>
                  </a:lnTo>
                  <a:lnTo>
                    <a:pt x="7221" y="39703"/>
                  </a:lnTo>
                  <a:lnTo>
                    <a:pt x="9418" y="35593"/>
                  </a:lnTo>
                  <a:lnTo>
                    <a:pt x="39703" y="7221"/>
                  </a:lnTo>
                  <a:lnTo>
                    <a:pt x="44030" y="5429"/>
                  </a:lnTo>
                  <a:lnTo>
                    <a:pt x="48357" y="3636"/>
                  </a:lnTo>
                  <a:lnTo>
                    <a:pt x="52817" y="2284"/>
                  </a:lnTo>
                  <a:lnTo>
                    <a:pt x="57410" y="1370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6195847" y="0"/>
                  </a:lnTo>
                  <a:lnTo>
                    <a:pt x="6200526" y="0"/>
                  </a:lnTo>
                  <a:lnTo>
                    <a:pt x="6205167" y="456"/>
                  </a:lnTo>
                  <a:lnTo>
                    <a:pt x="6209760" y="1370"/>
                  </a:lnTo>
                  <a:lnTo>
                    <a:pt x="6214353" y="2284"/>
                  </a:lnTo>
                  <a:lnTo>
                    <a:pt x="6218814" y="3636"/>
                  </a:lnTo>
                  <a:lnTo>
                    <a:pt x="6223141" y="5429"/>
                  </a:lnTo>
                  <a:lnTo>
                    <a:pt x="6227468" y="7221"/>
                  </a:lnTo>
                  <a:lnTo>
                    <a:pt x="6246279" y="20890"/>
                  </a:lnTo>
                  <a:lnTo>
                    <a:pt x="6249588" y="24202"/>
                  </a:lnTo>
                  <a:lnTo>
                    <a:pt x="6261742" y="44030"/>
                  </a:lnTo>
                  <a:lnTo>
                    <a:pt x="6263530" y="48357"/>
                  </a:lnTo>
                  <a:lnTo>
                    <a:pt x="6264890" y="52817"/>
                  </a:lnTo>
                  <a:lnTo>
                    <a:pt x="6265803" y="57410"/>
                  </a:lnTo>
                  <a:lnTo>
                    <a:pt x="6266716" y="62004"/>
                  </a:lnTo>
                  <a:lnTo>
                    <a:pt x="6267173" y="66642"/>
                  </a:lnTo>
                  <a:lnTo>
                    <a:pt x="6267173" y="71325"/>
                  </a:lnTo>
                  <a:lnTo>
                    <a:pt x="6267173" y="5244834"/>
                  </a:lnTo>
                  <a:lnTo>
                    <a:pt x="6267173" y="5249513"/>
                  </a:lnTo>
                  <a:lnTo>
                    <a:pt x="6266716" y="5254154"/>
                  </a:lnTo>
                  <a:lnTo>
                    <a:pt x="6249588" y="5291957"/>
                  </a:lnTo>
                  <a:lnTo>
                    <a:pt x="6246279" y="5295266"/>
                  </a:lnTo>
                  <a:lnTo>
                    <a:pt x="6242969" y="5298576"/>
                  </a:lnTo>
                  <a:lnTo>
                    <a:pt x="6223141" y="5310730"/>
                  </a:lnTo>
                  <a:lnTo>
                    <a:pt x="6218814" y="5312527"/>
                  </a:lnTo>
                  <a:lnTo>
                    <a:pt x="6214353" y="5313878"/>
                  </a:lnTo>
                  <a:lnTo>
                    <a:pt x="6209760" y="5314791"/>
                  </a:lnTo>
                  <a:lnTo>
                    <a:pt x="6205167" y="5315704"/>
                  </a:lnTo>
                  <a:lnTo>
                    <a:pt x="6200526" y="5316160"/>
                  </a:lnTo>
                  <a:lnTo>
                    <a:pt x="6195847" y="5316160"/>
                  </a:lnTo>
                  <a:lnTo>
                    <a:pt x="71325" y="5316160"/>
                  </a:lnTo>
                  <a:lnTo>
                    <a:pt x="66642" y="5316160"/>
                  </a:lnTo>
                  <a:lnTo>
                    <a:pt x="62004" y="5315704"/>
                  </a:lnTo>
                  <a:lnTo>
                    <a:pt x="57410" y="5314791"/>
                  </a:lnTo>
                  <a:lnTo>
                    <a:pt x="52817" y="5313878"/>
                  </a:lnTo>
                  <a:lnTo>
                    <a:pt x="48357" y="5312527"/>
                  </a:lnTo>
                  <a:lnTo>
                    <a:pt x="44030" y="5310730"/>
                  </a:lnTo>
                  <a:lnTo>
                    <a:pt x="39703" y="5308942"/>
                  </a:lnTo>
                  <a:lnTo>
                    <a:pt x="9418" y="5280564"/>
                  </a:lnTo>
                  <a:lnTo>
                    <a:pt x="1370" y="5258747"/>
                  </a:lnTo>
                  <a:lnTo>
                    <a:pt x="456" y="5254154"/>
                  </a:lnTo>
                  <a:lnTo>
                    <a:pt x="0" y="5249513"/>
                  </a:lnTo>
                  <a:lnTo>
                    <a:pt x="0" y="5244834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587" y="1169760"/>
              <a:ext cx="5953760" cy="9525"/>
            </a:xfrm>
            <a:custGeom>
              <a:avLst/>
              <a:gdLst/>
              <a:ahLst/>
              <a:cxnLst/>
              <a:rect l="l" t="t" r="r" b="b"/>
              <a:pathLst>
                <a:path w="5953759" h="9525">
                  <a:moveTo>
                    <a:pt x="5953338" y="9510"/>
                  </a:moveTo>
                  <a:lnTo>
                    <a:pt x="0" y="9510"/>
                  </a:lnTo>
                  <a:lnTo>
                    <a:pt x="0" y="0"/>
                  </a:lnTo>
                  <a:lnTo>
                    <a:pt x="5953338" y="0"/>
                  </a:lnTo>
                  <a:lnTo>
                    <a:pt x="5953338" y="951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586" y="1293393"/>
              <a:ext cx="5953760" cy="3576320"/>
            </a:xfrm>
            <a:custGeom>
              <a:avLst/>
              <a:gdLst/>
              <a:ahLst/>
              <a:cxnLst/>
              <a:rect l="l" t="t" r="r" b="b"/>
              <a:pathLst>
                <a:path w="5953759" h="3576320">
                  <a:moveTo>
                    <a:pt x="5953328" y="3039503"/>
                  </a:moveTo>
                  <a:lnTo>
                    <a:pt x="5933973" y="3000248"/>
                  </a:lnTo>
                  <a:lnTo>
                    <a:pt x="5900013" y="2986189"/>
                  </a:lnTo>
                  <a:lnTo>
                    <a:pt x="53314" y="2986189"/>
                  </a:lnTo>
                  <a:lnTo>
                    <a:pt x="14058" y="3005544"/>
                  </a:lnTo>
                  <a:lnTo>
                    <a:pt x="0" y="3039503"/>
                  </a:lnTo>
                  <a:lnTo>
                    <a:pt x="0" y="3518751"/>
                  </a:lnTo>
                  <a:lnTo>
                    <a:pt x="0" y="3522497"/>
                  </a:lnTo>
                  <a:lnTo>
                    <a:pt x="19354" y="3561740"/>
                  </a:lnTo>
                  <a:lnTo>
                    <a:pt x="53314" y="3575812"/>
                  </a:lnTo>
                  <a:lnTo>
                    <a:pt x="5900013" y="3575812"/>
                  </a:lnTo>
                  <a:lnTo>
                    <a:pt x="5939269" y="3556444"/>
                  </a:lnTo>
                  <a:lnTo>
                    <a:pt x="5953328" y="3522497"/>
                  </a:lnTo>
                  <a:lnTo>
                    <a:pt x="5953328" y="3039503"/>
                  </a:lnTo>
                  <a:close/>
                </a:path>
                <a:path w="5953759" h="3576320">
                  <a:moveTo>
                    <a:pt x="5953328" y="2364282"/>
                  </a:moveTo>
                  <a:lnTo>
                    <a:pt x="5933973" y="2325027"/>
                  </a:lnTo>
                  <a:lnTo>
                    <a:pt x="5900013" y="2310968"/>
                  </a:lnTo>
                  <a:lnTo>
                    <a:pt x="53314" y="2310968"/>
                  </a:lnTo>
                  <a:lnTo>
                    <a:pt x="14058" y="2330323"/>
                  </a:lnTo>
                  <a:lnTo>
                    <a:pt x="0" y="2364282"/>
                  </a:lnTo>
                  <a:lnTo>
                    <a:pt x="0" y="2853042"/>
                  </a:lnTo>
                  <a:lnTo>
                    <a:pt x="0" y="2856788"/>
                  </a:lnTo>
                  <a:lnTo>
                    <a:pt x="19354" y="2896031"/>
                  </a:lnTo>
                  <a:lnTo>
                    <a:pt x="53314" y="2910103"/>
                  </a:lnTo>
                  <a:lnTo>
                    <a:pt x="5900013" y="2910103"/>
                  </a:lnTo>
                  <a:lnTo>
                    <a:pt x="5939269" y="2890736"/>
                  </a:lnTo>
                  <a:lnTo>
                    <a:pt x="5953328" y="2856788"/>
                  </a:lnTo>
                  <a:lnTo>
                    <a:pt x="5953328" y="2364282"/>
                  </a:lnTo>
                  <a:close/>
                </a:path>
                <a:path w="5953759" h="3576320">
                  <a:moveTo>
                    <a:pt x="5953328" y="1689061"/>
                  </a:moveTo>
                  <a:lnTo>
                    <a:pt x="5933973" y="1649806"/>
                  </a:lnTo>
                  <a:lnTo>
                    <a:pt x="5900013" y="1635747"/>
                  </a:lnTo>
                  <a:lnTo>
                    <a:pt x="53314" y="1635747"/>
                  </a:lnTo>
                  <a:lnTo>
                    <a:pt x="14058" y="1655114"/>
                  </a:lnTo>
                  <a:lnTo>
                    <a:pt x="0" y="1689061"/>
                  </a:lnTo>
                  <a:lnTo>
                    <a:pt x="0" y="2177821"/>
                  </a:lnTo>
                  <a:lnTo>
                    <a:pt x="0" y="2181568"/>
                  </a:lnTo>
                  <a:lnTo>
                    <a:pt x="19354" y="2220823"/>
                  </a:lnTo>
                  <a:lnTo>
                    <a:pt x="53314" y="2234882"/>
                  </a:lnTo>
                  <a:lnTo>
                    <a:pt x="5900013" y="2234882"/>
                  </a:lnTo>
                  <a:lnTo>
                    <a:pt x="5939269" y="2215527"/>
                  </a:lnTo>
                  <a:lnTo>
                    <a:pt x="5953328" y="2181568"/>
                  </a:lnTo>
                  <a:lnTo>
                    <a:pt x="5953328" y="1689061"/>
                  </a:lnTo>
                  <a:close/>
                </a:path>
                <a:path w="5953759" h="3576320">
                  <a:moveTo>
                    <a:pt x="5953328" y="871194"/>
                  </a:moveTo>
                  <a:lnTo>
                    <a:pt x="5933973" y="831938"/>
                  </a:lnTo>
                  <a:lnTo>
                    <a:pt x="5900013" y="817880"/>
                  </a:lnTo>
                  <a:lnTo>
                    <a:pt x="53314" y="817880"/>
                  </a:lnTo>
                  <a:lnTo>
                    <a:pt x="14058" y="837234"/>
                  </a:lnTo>
                  <a:lnTo>
                    <a:pt x="0" y="871194"/>
                  </a:lnTo>
                  <a:lnTo>
                    <a:pt x="0" y="1502600"/>
                  </a:lnTo>
                  <a:lnTo>
                    <a:pt x="0" y="1506347"/>
                  </a:lnTo>
                  <a:lnTo>
                    <a:pt x="19354" y="1545602"/>
                  </a:lnTo>
                  <a:lnTo>
                    <a:pt x="53314" y="1559661"/>
                  </a:lnTo>
                  <a:lnTo>
                    <a:pt x="5900013" y="1559661"/>
                  </a:lnTo>
                  <a:lnTo>
                    <a:pt x="5939269" y="1540306"/>
                  </a:lnTo>
                  <a:lnTo>
                    <a:pt x="5953328" y="1506347"/>
                  </a:lnTo>
                  <a:lnTo>
                    <a:pt x="5953328" y="871194"/>
                  </a:lnTo>
                  <a:close/>
                </a:path>
                <a:path w="5953759" h="3576320">
                  <a:moveTo>
                    <a:pt x="5953328" y="53314"/>
                  </a:moveTo>
                  <a:lnTo>
                    <a:pt x="5933973" y="14071"/>
                  </a:lnTo>
                  <a:lnTo>
                    <a:pt x="5900013" y="0"/>
                  </a:lnTo>
                  <a:lnTo>
                    <a:pt x="53314" y="0"/>
                  </a:lnTo>
                  <a:lnTo>
                    <a:pt x="14058" y="19367"/>
                  </a:lnTo>
                  <a:lnTo>
                    <a:pt x="0" y="53314"/>
                  </a:lnTo>
                  <a:lnTo>
                    <a:pt x="0" y="684733"/>
                  </a:lnTo>
                  <a:lnTo>
                    <a:pt x="0" y="688479"/>
                  </a:lnTo>
                  <a:lnTo>
                    <a:pt x="19354" y="727735"/>
                  </a:lnTo>
                  <a:lnTo>
                    <a:pt x="53314" y="741794"/>
                  </a:lnTo>
                  <a:lnTo>
                    <a:pt x="5900013" y="741794"/>
                  </a:lnTo>
                  <a:lnTo>
                    <a:pt x="5939269" y="722426"/>
                  </a:lnTo>
                  <a:lnTo>
                    <a:pt x="5953328" y="688479"/>
                  </a:lnTo>
                  <a:lnTo>
                    <a:pt x="5953328" y="533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412" y="947659"/>
              <a:ext cx="155574" cy="1333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7130" y="902459"/>
            <a:ext cx="1713864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Troubleshooting</a:t>
            </a:r>
            <a:r>
              <a:rPr sz="1150" b="1" spc="4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Checklist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1388493"/>
            <a:ext cx="228243" cy="2282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2908" y="1412171"/>
            <a:ext cx="736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9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373" y="1357961"/>
            <a:ext cx="5262245" cy="4851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sz="1000" b="1" spc="-30" dirty="0">
                <a:solidFill>
                  <a:srgbClr val="334054"/>
                </a:solidFill>
                <a:latin typeface="Arial"/>
                <a:cs typeface="Arial"/>
              </a:rPr>
              <a:t>Verify</a:t>
            </a:r>
            <a:r>
              <a:rPr sz="10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334054"/>
                </a:solidFill>
                <a:latin typeface="Arial"/>
                <a:cs typeface="Arial"/>
              </a:rPr>
              <a:t>driver</a:t>
            </a:r>
            <a:r>
              <a:rPr sz="950" b="1" spc="-25" dirty="0">
                <a:solidFill>
                  <a:srgbClr val="334054"/>
                </a:solidFill>
                <a:latin typeface="Arial"/>
                <a:cs typeface="Arial"/>
              </a:rPr>
              <a:t>-</a:t>
            </a:r>
            <a:r>
              <a:rPr sz="1000" b="1" spc="-50" dirty="0">
                <a:solidFill>
                  <a:srgbClr val="334054"/>
                </a:solidFill>
                <a:latin typeface="Arial"/>
                <a:cs typeface="Arial"/>
              </a:rPr>
              <a:t>browser</a:t>
            </a:r>
            <a:r>
              <a:rPr sz="10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334054"/>
                </a:solidFill>
                <a:latin typeface="Arial"/>
                <a:cs typeface="Arial"/>
              </a:rPr>
              <a:t>version</a:t>
            </a:r>
            <a:r>
              <a:rPr sz="1000" b="1" spc="-4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334054"/>
                </a:solidFill>
                <a:latin typeface="Arial"/>
                <a:cs typeface="Arial"/>
              </a:rPr>
              <a:t>match</a:t>
            </a:r>
            <a:r>
              <a:rPr sz="1000" b="1" spc="-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334054"/>
                </a:solidFill>
                <a:latin typeface="Microsoft Sans Serif"/>
                <a:cs typeface="Microsoft Sans Serif"/>
              </a:rPr>
              <a:t>Ensure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Chrome/Edge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driver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matches</a:t>
            </a:r>
            <a:r>
              <a:rPr sz="1000" spc="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installed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version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exactly.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Check: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chromedriver.exe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80" dirty="0">
                <a:solidFill>
                  <a:srgbClr val="64738B"/>
                </a:solidFill>
                <a:latin typeface="Microsoft Sans Serif"/>
                <a:cs typeface="Microsoft Sans Serif"/>
              </a:rPr>
              <a:t>--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version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vs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version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2206364"/>
            <a:ext cx="228243" cy="22824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467" y="2230042"/>
            <a:ext cx="9652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373" y="2175832"/>
            <a:ext cx="3910965" cy="4851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sz="1000" b="1" spc="-45" dirty="0">
                <a:solidFill>
                  <a:srgbClr val="334054"/>
                </a:solidFill>
                <a:latin typeface="Arial"/>
                <a:cs typeface="Arial"/>
              </a:rPr>
              <a:t>Validate</a:t>
            </a:r>
            <a:r>
              <a:rPr sz="1000" b="1" spc="-5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60" dirty="0">
                <a:solidFill>
                  <a:srgbClr val="334054"/>
                </a:solidFill>
                <a:latin typeface="Arial"/>
                <a:cs typeface="Arial"/>
              </a:rPr>
              <a:t>AppLocker</a:t>
            </a:r>
            <a:r>
              <a:rPr sz="100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334054"/>
                </a:solidFill>
                <a:latin typeface="Arial"/>
                <a:cs typeface="Arial"/>
              </a:rPr>
              <a:t>entries</a:t>
            </a:r>
            <a:r>
              <a:rPr sz="1000" b="1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Confirm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browser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and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driver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are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allowed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in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PSMConfigureAppLocker.xml.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Check: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Chrome/Edge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driver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executables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are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whitelisted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024234"/>
            <a:ext cx="228243" cy="2282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30724" y="3047913"/>
            <a:ext cx="9842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373" y="2972504"/>
            <a:ext cx="5153660" cy="363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00" b="1" spc="-50" dirty="0">
                <a:solidFill>
                  <a:srgbClr val="334054"/>
                </a:solidFill>
                <a:latin typeface="Arial"/>
                <a:cs typeface="Arial"/>
              </a:rPr>
              <a:t>Test</a:t>
            </a:r>
            <a:r>
              <a:rPr sz="10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85" dirty="0">
                <a:solidFill>
                  <a:srgbClr val="334054"/>
                </a:solidFill>
                <a:latin typeface="Arial"/>
                <a:cs typeface="Arial"/>
              </a:rPr>
              <a:t>LogonURL</a:t>
            </a:r>
            <a:r>
              <a:rPr sz="10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334054"/>
                </a:solidFill>
                <a:latin typeface="Arial"/>
                <a:cs typeface="Arial"/>
              </a:rPr>
              <a:t>reachability </a:t>
            </a:r>
            <a:r>
              <a:rPr sz="1000" spc="75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Verify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target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login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page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is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accessible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from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the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334054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machine.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Test: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Open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on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navigate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URL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708" y="3699454"/>
            <a:ext cx="228243" cy="22824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9089" y="3713621"/>
            <a:ext cx="10160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1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373" y="3647723"/>
            <a:ext cx="4339590" cy="36385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000" b="1" spc="-55" dirty="0">
                <a:solidFill>
                  <a:srgbClr val="334054"/>
                </a:solidFill>
                <a:latin typeface="Arial"/>
                <a:cs typeface="Arial"/>
              </a:rPr>
              <a:t>Use </a:t>
            </a:r>
            <a:r>
              <a:rPr sz="950" b="1" spc="-30" dirty="0">
                <a:solidFill>
                  <a:srgbClr val="334054"/>
                </a:solidFill>
                <a:latin typeface="Arial"/>
                <a:cs typeface="Arial"/>
              </a:rPr>
              <a:t>(</a:t>
            </a:r>
            <a:r>
              <a:rPr sz="1000" b="1" spc="-30" dirty="0">
                <a:solidFill>
                  <a:srgbClr val="334054"/>
                </a:solidFill>
                <a:latin typeface="Arial"/>
                <a:cs typeface="Arial"/>
              </a:rPr>
              <a:t>Wait</a:t>
            </a:r>
            <a:r>
              <a:rPr sz="950" b="1" spc="-30" dirty="0">
                <a:solidFill>
                  <a:srgbClr val="334054"/>
                </a:solidFill>
                <a:latin typeface="Arial"/>
                <a:cs typeface="Arial"/>
              </a:rPr>
              <a:t>=1)</a:t>
            </a:r>
            <a:r>
              <a:rPr sz="950" b="1" spc="-4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334054"/>
                </a:solidFill>
                <a:latin typeface="Arial"/>
                <a:cs typeface="Arial"/>
              </a:rPr>
              <a:t>after</a:t>
            </a:r>
            <a:r>
              <a:rPr sz="1000" b="1" spc="-5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334054"/>
                </a:solidFill>
                <a:latin typeface="Arial"/>
                <a:cs typeface="Arial"/>
              </a:rPr>
              <a:t>validation</a:t>
            </a:r>
            <a:r>
              <a:rPr sz="1000" b="1" spc="-10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334054"/>
                </a:solidFill>
                <a:latin typeface="Microsoft Sans Serif"/>
                <a:cs typeface="Microsoft Sans Serif"/>
              </a:rPr>
              <a:t>Break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validation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context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before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navigation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steps.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Add: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(Wait=1)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before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(Navigate=...)</a:t>
            </a:r>
            <a:r>
              <a:rPr sz="9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command</a:t>
            </a:r>
            <a:endParaRPr sz="900">
              <a:latin typeface="Microsoft Sans Serif"/>
              <a:cs typeface="Microsoft Sans Serif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708" y="4374672"/>
            <a:ext cx="228243" cy="22824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32061" y="4388840"/>
            <a:ext cx="9588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5373" y="4333708"/>
            <a:ext cx="4068445" cy="34353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000" b="1" spc="-45" dirty="0">
                <a:solidFill>
                  <a:srgbClr val="334054"/>
                </a:solidFill>
                <a:latin typeface="Arial"/>
                <a:cs typeface="Arial"/>
              </a:rPr>
              <a:t>Switch</a:t>
            </a:r>
            <a:r>
              <a:rPr sz="10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334054"/>
                </a:solidFill>
                <a:latin typeface="Arial"/>
                <a:cs typeface="Arial"/>
              </a:rPr>
              <a:t>to</a:t>
            </a:r>
            <a:r>
              <a:rPr sz="1000" b="1" spc="-6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b="1" spc="-40" dirty="0">
                <a:solidFill>
                  <a:srgbClr val="334054"/>
                </a:solidFill>
                <a:latin typeface="Arial"/>
                <a:cs typeface="Arial"/>
              </a:rPr>
              <a:t>ScriptClick</a:t>
            </a:r>
            <a:r>
              <a:rPr sz="1000" b="1" spc="-25" dirty="0">
                <a:solidFill>
                  <a:srgbClr val="334054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Use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for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dynamic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334054"/>
                </a:solidFill>
                <a:latin typeface="Microsoft Sans Serif"/>
                <a:cs typeface="Microsoft Sans Serif"/>
              </a:rPr>
              <a:t>elements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that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fail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with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native</a:t>
            </a:r>
            <a:r>
              <a:rPr sz="1000" spc="-1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click.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Replace: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(Button)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with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(ScriptClick)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for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hidden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elements</a:t>
            </a:r>
            <a:endParaRPr sz="9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94841" y="770335"/>
            <a:ext cx="4565015" cy="3651885"/>
            <a:chOff x="6894841" y="770335"/>
            <a:chExt cx="4565015" cy="3651885"/>
          </a:xfrm>
        </p:grpSpPr>
        <p:sp>
          <p:nvSpPr>
            <p:cNvPr id="27" name="object 27"/>
            <p:cNvSpPr/>
            <p:nvPr/>
          </p:nvSpPr>
          <p:spPr>
            <a:xfrm>
              <a:off x="6894841" y="770335"/>
              <a:ext cx="4565015" cy="3651885"/>
            </a:xfrm>
            <a:custGeom>
              <a:avLst/>
              <a:gdLst/>
              <a:ahLst/>
              <a:cxnLst/>
              <a:rect l="l" t="t" r="r" b="b"/>
              <a:pathLst>
                <a:path w="4565015" h="3651885">
                  <a:moveTo>
                    <a:pt x="4493819" y="3651888"/>
                  </a:moveTo>
                  <a:lnTo>
                    <a:pt x="71088" y="3651888"/>
                  </a:lnTo>
                  <a:lnTo>
                    <a:pt x="66133" y="3651403"/>
                  </a:lnTo>
                  <a:lnTo>
                    <a:pt x="29662" y="3636291"/>
                  </a:lnTo>
                  <a:lnTo>
                    <a:pt x="3880" y="3600305"/>
                  </a:lnTo>
                  <a:lnTo>
                    <a:pt x="0" y="3580800"/>
                  </a:lnTo>
                  <a:lnTo>
                    <a:pt x="0" y="3575807"/>
                  </a:lnTo>
                  <a:lnTo>
                    <a:pt x="0" y="71085"/>
                  </a:lnTo>
                  <a:lnTo>
                    <a:pt x="15596" y="29659"/>
                  </a:lnTo>
                  <a:lnTo>
                    <a:pt x="51582" y="3879"/>
                  </a:lnTo>
                  <a:lnTo>
                    <a:pt x="71088" y="0"/>
                  </a:lnTo>
                  <a:lnTo>
                    <a:pt x="4493819" y="0"/>
                  </a:lnTo>
                  <a:lnTo>
                    <a:pt x="4535188" y="15597"/>
                  </a:lnTo>
                  <a:lnTo>
                    <a:pt x="4560961" y="51581"/>
                  </a:lnTo>
                  <a:lnTo>
                    <a:pt x="4564860" y="71085"/>
                  </a:lnTo>
                  <a:lnTo>
                    <a:pt x="4564860" y="3580800"/>
                  </a:lnTo>
                  <a:lnTo>
                    <a:pt x="4549263" y="3622226"/>
                  </a:lnTo>
                  <a:lnTo>
                    <a:pt x="4513315" y="3648008"/>
                  </a:lnTo>
                  <a:lnTo>
                    <a:pt x="4498765" y="3651403"/>
                  </a:lnTo>
                  <a:lnTo>
                    <a:pt x="4493819" y="3651888"/>
                  </a:lnTo>
                  <a:close/>
                </a:path>
              </a:pathLst>
            </a:custGeom>
            <a:solidFill>
              <a:srgbClr val="1D29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7002" y="944513"/>
              <a:ext cx="152399" cy="1206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034303" y="905398"/>
            <a:ext cx="4066540" cy="1386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30"/>
              </a:spcBef>
            </a:pPr>
            <a:r>
              <a:rPr sz="1050" spc="-60" dirty="0">
                <a:solidFill>
                  <a:srgbClr val="94A2B8"/>
                </a:solidFill>
                <a:latin typeface="Lucida Console"/>
                <a:cs typeface="Lucida Console"/>
              </a:rPr>
              <a:t>EnableAdvancedDebugging</a:t>
            </a:r>
            <a:r>
              <a:rPr sz="1050" spc="10" dirty="0">
                <a:solidFill>
                  <a:srgbClr val="94A2B8"/>
                </a:solidFill>
                <a:latin typeface="Lucida Console"/>
                <a:cs typeface="Lucida Console"/>
              </a:rPr>
              <a:t> </a:t>
            </a:r>
            <a:r>
              <a:rPr sz="1050" spc="-10" dirty="0">
                <a:solidFill>
                  <a:srgbClr val="94A2B8"/>
                </a:solidFill>
                <a:latin typeface="Lucida Console"/>
                <a:cs typeface="Lucida Console"/>
              </a:rPr>
              <a:t>Configuration</a:t>
            </a:r>
            <a:endParaRPr sz="10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</a:pPr>
            <a:endParaRPr sz="95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950">
              <a:latin typeface="Lucida Console"/>
              <a:cs typeface="Lucida Console"/>
            </a:endParaRPr>
          </a:p>
          <a:p>
            <a:pPr marL="12700" marR="2127885">
              <a:lnSpc>
                <a:spcPct val="118600"/>
              </a:lnSpc>
              <a:spcBef>
                <a:spcPts val="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Platform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parameter</a:t>
            </a:r>
            <a:r>
              <a:rPr sz="1000" spc="-7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setting </a:t>
            </a:r>
            <a:r>
              <a:rPr sz="1000" spc="-50" dirty="0">
                <a:solidFill>
                  <a:srgbClr val="F472B5"/>
                </a:solidFill>
                <a:latin typeface="Lucida Console"/>
                <a:cs typeface="Lucida Console"/>
              </a:rPr>
              <a:t>EnableAdvancedDebugging</a:t>
            </a:r>
            <a:r>
              <a:rPr sz="1000" spc="-50" dirty="0">
                <a:solidFill>
                  <a:srgbClr val="E2E7F0"/>
                </a:solidFill>
                <a:latin typeface="Lucida Console"/>
                <a:cs typeface="Lucida Console"/>
              </a:rPr>
              <a:t>=</a:t>
            </a:r>
            <a:r>
              <a:rPr sz="1000" spc="-50" dirty="0">
                <a:solidFill>
                  <a:srgbClr val="33D399"/>
                </a:solidFill>
                <a:latin typeface="Lucida Console"/>
                <a:cs typeface="Lucida Console"/>
              </a:rPr>
              <a:t>Yes</a:t>
            </a:r>
            <a:endParaRPr sz="1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Captures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visual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snapshots</a:t>
            </a:r>
            <a:r>
              <a:rPr sz="1000" spc="-8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35" dirty="0">
                <a:solidFill>
                  <a:srgbClr val="64738B"/>
                </a:solidFill>
                <a:latin typeface="Lucida Console"/>
                <a:cs typeface="Lucida Console"/>
              </a:rPr>
              <a:t>of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WebFormFields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execution</a:t>
            </a:r>
            <a:endParaRPr sz="1000">
              <a:latin typeface="Lucida Console"/>
              <a:cs typeface="Lucida Console"/>
            </a:endParaRPr>
          </a:p>
          <a:p>
            <a:pPr marL="12700" marR="5080">
              <a:lnSpc>
                <a:spcPct val="118600"/>
              </a:lnSpc>
            </a:pP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Provides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step-by-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step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screenshots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0" dirty="0">
                <a:solidFill>
                  <a:srgbClr val="64738B"/>
                </a:solidFill>
                <a:latin typeface="Lucida Console"/>
                <a:cs typeface="Lucida Console"/>
              </a:rPr>
              <a:t>for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login</a:t>
            </a:r>
            <a:r>
              <a:rPr sz="1000" spc="-8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flow</a:t>
            </a:r>
            <a:r>
              <a:rPr sz="1000" spc="-75" dirty="0">
                <a:solidFill>
                  <a:srgbClr val="64738B"/>
                </a:solidFill>
                <a:latin typeface="Lucida Console"/>
                <a:cs typeface="Lucida Console"/>
              </a:rPr>
              <a:t> analysis </a:t>
            </a:r>
            <a:r>
              <a:rPr sz="1000" dirty="0">
                <a:solidFill>
                  <a:srgbClr val="64738B"/>
                </a:solidFill>
                <a:latin typeface="Lucida Console"/>
                <a:cs typeface="Lucida Console"/>
              </a:rPr>
              <a:t>#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 Helps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diagnose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selector</a:t>
            </a:r>
            <a:r>
              <a:rPr sz="1000" spc="-60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issues,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 </a:t>
            </a:r>
            <a:r>
              <a:rPr sz="1000" spc="-65" dirty="0">
                <a:solidFill>
                  <a:srgbClr val="64738B"/>
                </a:solidFill>
                <a:latin typeface="Lucida Console"/>
                <a:cs typeface="Lucida Console"/>
              </a:rPr>
              <a:t>timing,</a:t>
            </a:r>
            <a:r>
              <a:rPr sz="1000" spc="-55" dirty="0">
                <a:solidFill>
                  <a:srgbClr val="64738B"/>
                </a:solidFill>
                <a:latin typeface="Lucida Console"/>
                <a:cs typeface="Lucida Console"/>
              </a:rPr>
              <a:t> iFrame </a:t>
            </a:r>
            <a:r>
              <a:rPr sz="1000" spc="-10" dirty="0">
                <a:solidFill>
                  <a:srgbClr val="64738B"/>
                </a:solidFill>
                <a:latin typeface="Lucida Console"/>
                <a:cs typeface="Lucida Console"/>
              </a:rPr>
              <a:t>focus</a:t>
            </a:r>
            <a:endParaRPr sz="1000">
              <a:latin typeface="Lucida Console"/>
              <a:cs typeface="Lucida Console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94841" y="4574385"/>
            <a:ext cx="4565015" cy="570865"/>
            <a:chOff x="6894841" y="4574385"/>
            <a:chExt cx="4565015" cy="570865"/>
          </a:xfrm>
        </p:grpSpPr>
        <p:sp>
          <p:nvSpPr>
            <p:cNvPr id="31" name="object 31"/>
            <p:cNvSpPr/>
            <p:nvPr/>
          </p:nvSpPr>
          <p:spPr>
            <a:xfrm>
              <a:off x="6899596" y="4579140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4506468" y="561097"/>
                  </a:moveTo>
                  <a:lnTo>
                    <a:pt x="48872" y="561097"/>
                  </a:lnTo>
                  <a:lnTo>
                    <a:pt x="45467" y="560764"/>
                  </a:lnTo>
                  <a:lnTo>
                    <a:pt x="10717" y="540707"/>
                  </a:lnTo>
                  <a:lnTo>
                    <a:pt x="0" y="512224"/>
                  </a:lnTo>
                  <a:lnTo>
                    <a:pt x="0" y="508791"/>
                  </a:lnTo>
                  <a:lnTo>
                    <a:pt x="0" y="48872"/>
                  </a:lnTo>
                  <a:lnTo>
                    <a:pt x="17745" y="12886"/>
                  </a:lnTo>
                  <a:lnTo>
                    <a:pt x="48872" y="0"/>
                  </a:lnTo>
                  <a:lnTo>
                    <a:pt x="4506468" y="0"/>
                  </a:lnTo>
                  <a:lnTo>
                    <a:pt x="4542416" y="17745"/>
                  </a:lnTo>
                  <a:lnTo>
                    <a:pt x="4555350" y="48872"/>
                  </a:lnTo>
                  <a:lnTo>
                    <a:pt x="4555350" y="512224"/>
                  </a:lnTo>
                  <a:lnTo>
                    <a:pt x="4537566" y="548201"/>
                  </a:lnTo>
                  <a:lnTo>
                    <a:pt x="4509892" y="560764"/>
                  </a:lnTo>
                  <a:lnTo>
                    <a:pt x="4506468" y="561097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99596" y="4579140"/>
              <a:ext cx="4555490" cy="561340"/>
            </a:xfrm>
            <a:custGeom>
              <a:avLst/>
              <a:gdLst/>
              <a:ahLst/>
              <a:cxnLst/>
              <a:rect l="l" t="t" r="r" b="b"/>
              <a:pathLst>
                <a:path w="4555490" h="561339">
                  <a:moveTo>
                    <a:pt x="0" y="508791"/>
                  </a:moveTo>
                  <a:lnTo>
                    <a:pt x="0" y="52305"/>
                  </a:lnTo>
                  <a:lnTo>
                    <a:pt x="0" y="48872"/>
                  </a:lnTo>
                  <a:lnTo>
                    <a:pt x="332" y="45467"/>
                  </a:lnTo>
                  <a:lnTo>
                    <a:pt x="1008" y="42101"/>
                  </a:lnTo>
                  <a:lnTo>
                    <a:pt x="1673" y="38734"/>
                  </a:lnTo>
                  <a:lnTo>
                    <a:pt x="2662" y="35463"/>
                  </a:lnTo>
                  <a:lnTo>
                    <a:pt x="3984" y="32286"/>
                  </a:lnTo>
                  <a:lnTo>
                    <a:pt x="5297" y="29110"/>
                  </a:lnTo>
                  <a:lnTo>
                    <a:pt x="6904" y="26105"/>
                  </a:lnTo>
                  <a:lnTo>
                    <a:pt x="8815" y="23242"/>
                  </a:lnTo>
                  <a:lnTo>
                    <a:pt x="10717" y="20389"/>
                  </a:lnTo>
                  <a:lnTo>
                    <a:pt x="12886" y="17745"/>
                  </a:lnTo>
                  <a:lnTo>
                    <a:pt x="15320" y="15320"/>
                  </a:lnTo>
                  <a:lnTo>
                    <a:pt x="17745" y="12886"/>
                  </a:lnTo>
                  <a:lnTo>
                    <a:pt x="20389" y="10717"/>
                  </a:lnTo>
                  <a:lnTo>
                    <a:pt x="23242" y="8815"/>
                  </a:lnTo>
                  <a:lnTo>
                    <a:pt x="26105" y="6904"/>
                  </a:lnTo>
                  <a:lnTo>
                    <a:pt x="29120" y="5297"/>
                  </a:lnTo>
                  <a:lnTo>
                    <a:pt x="32286" y="3984"/>
                  </a:lnTo>
                  <a:lnTo>
                    <a:pt x="35463" y="2662"/>
                  </a:lnTo>
                  <a:lnTo>
                    <a:pt x="38734" y="1673"/>
                  </a:lnTo>
                  <a:lnTo>
                    <a:pt x="42101" y="1008"/>
                  </a:lnTo>
                  <a:lnTo>
                    <a:pt x="45467" y="332"/>
                  </a:lnTo>
                  <a:lnTo>
                    <a:pt x="48872" y="0"/>
                  </a:lnTo>
                  <a:lnTo>
                    <a:pt x="52305" y="0"/>
                  </a:lnTo>
                  <a:lnTo>
                    <a:pt x="4503044" y="0"/>
                  </a:lnTo>
                  <a:lnTo>
                    <a:pt x="4506468" y="0"/>
                  </a:lnTo>
                  <a:lnTo>
                    <a:pt x="4509892" y="332"/>
                  </a:lnTo>
                  <a:lnTo>
                    <a:pt x="4513220" y="1008"/>
                  </a:lnTo>
                  <a:lnTo>
                    <a:pt x="4516644" y="1673"/>
                  </a:lnTo>
                  <a:lnTo>
                    <a:pt x="4519877" y="2662"/>
                  </a:lnTo>
                  <a:lnTo>
                    <a:pt x="4523015" y="3984"/>
                  </a:lnTo>
                  <a:lnTo>
                    <a:pt x="4526249" y="5297"/>
                  </a:lnTo>
                  <a:lnTo>
                    <a:pt x="4529292" y="6904"/>
                  </a:lnTo>
                  <a:lnTo>
                    <a:pt x="4532145" y="8815"/>
                  </a:lnTo>
                  <a:lnTo>
                    <a:pt x="4534998" y="10717"/>
                  </a:lnTo>
                  <a:lnTo>
                    <a:pt x="4537566" y="12886"/>
                  </a:lnTo>
                  <a:lnTo>
                    <a:pt x="4555350" y="48872"/>
                  </a:lnTo>
                  <a:lnTo>
                    <a:pt x="4555350" y="52305"/>
                  </a:lnTo>
                  <a:lnTo>
                    <a:pt x="4555350" y="508791"/>
                  </a:lnTo>
                  <a:lnTo>
                    <a:pt x="4555350" y="512224"/>
                  </a:lnTo>
                  <a:lnTo>
                    <a:pt x="4554970" y="515629"/>
                  </a:lnTo>
                  <a:lnTo>
                    <a:pt x="4534998" y="550370"/>
                  </a:lnTo>
                  <a:lnTo>
                    <a:pt x="4532145" y="552281"/>
                  </a:lnTo>
                  <a:lnTo>
                    <a:pt x="4529292" y="554193"/>
                  </a:lnTo>
                  <a:lnTo>
                    <a:pt x="4526249" y="555800"/>
                  </a:lnTo>
                  <a:lnTo>
                    <a:pt x="4523015" y="557112"/>
                  </a:lnTo>
                  <a:lnTo>
                    <a:pt x="4519877" y="558425"/>
                  </a:lnTo>
                  <a:lnTo>
                    <a:pt x="4516644" y="559423"/>
                  </a:lnTo>
                  <a:lnTo>
                    <a:pt x="4513220" y="560089"/>
                  </a:lnTo>
                  <a:lnTo>
                    <a:pt x="4509892" y="560764"/>
                  </a:lnTo>
                  <a:lnTo>
                    <a:pt x="4506468" y="561097"/>
                  </a:lnTo>
                  <a:lnTo>
                    <a:pt x="4503044" y="561097"/>
                  </a:lnTo>
                  <a:lnTo>
                    <a:pt x="52305" y="561097"/>
                  </a:lnTo>
                  <a:lnTo>
                    <a:pt x="48872" y="561097"/>
                  </a:lnTo>
                  <a:lnTo>
                    <a:pt x="45467" y="560764"/>
                  </a:lnTo>
                  <a:lnTo>
                    <a:pt x="42101" y="560089"/>
                  </a:lnTo>
                  <a:lnTo>
                    <a:pt x="38734" y="559423"/>
                  </a:lnTo>
                  <a:lnTo>
                    <a:pt x="15320" y="545776"/>
                  </a:lnTo>
                  <a:lnTo>
                    <a:pt x="12886" y="543351"/>
                  </a:lnTo>
                  <a:lnTo>
                    <a:pt x="10717" y="540707"/>
                  </a:lnTo>
                  <a:lnTo>
                    <a:pt x="8815" y="537854"/>
                  </a:lnTo>
                  <a:lnTo>
                    <a:pt x="6904" y="534992"/>
                  </a:lnTo>
                  <a:lnTo>
                    <a:pt x="5297" y="531977"/>
                  </a:lnTo>
                  <a:lnTo>
                    <a:pt x="3984" y="528810"/>
                  </a:lnTo>
                  <a:lnTo>
                    <a:pt x="2662" y="525634"/>
                  </a:lnTo>
                  <a:lnTo>
                    <a:pt x="1673" y="522362"/>
                  </a:lnTo>
                  <a:lnTo>
                    <a:pt x="1008" y="518996"/>
                  </a:lnTo>
                  <a:lnTo>
                    <a:pt x="332" y="515629"/>
                  </a:lnTo>
                  <a:lnTo>
                    <a:pt x="0" y="512224"/>
                  </a:lnTo>
                  <a:lnTo>
                    <a:pt x="0" y="508791"/>
                  </a:lnTo>
                  <a:close/>
                </a:path>
              </a:pathLst>
            </a:custGeom>
            <a:ln w="9510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5297" y="4720033"/>
              <a:ext cx="139699" cy="1206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214995" y="4667485"/>
            <a:ext cx="4099560" cy="3454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65"/>
              </a:spcBef>
            </a:pPr>
            <a:r>
              <a:rPr sz="1000" b="1" spc="-35" dirty="0">
                <a:solidFill>
                  <a:srgbClr val="91400D"/>
                </a:solidFill>
                <a:latin typeface="Arial"/>
                <a:cs typeface="Arial"/>
              </a:rPr>
              <a:t>Important</a:t>
            </a:r>
            <a:r>
              <a:rPr sz="950" b="1" spc="-35" dirty="0">
                <a:solidFill>
                  <a:srgbClr val="91400D"/>
                </a:solidFill>
                <a:latin typeface="Arial"/>
                <a:cs typeface="Arial"/>
              </a:rPr>
              <a:t>:</a:t>
            </a:r>
            <a:r>
              <a:rPr sz="950" b="1" spc="-10" dirty="0">
                <a:solidFill>
                  <a:srgbClr val="91400D"/>
                </a:solidFill>
                <a:latin typeface="Arial"/>
                <a:cs typeface="Arial"/>
              </a:rPr>
              <a:t> </a:t>
            </a:r>
            <a:r>
              <a:rPr sz="1000" spc="-30" dirty="0">
                <a:solidFill>
                  <a:srgbClr val="91400D"/>
                </a:solidFill>
                <a:latin typeface="Microsoft Sans Serif"/>
                <a:cs typeface="Microsoft Sans Serif"/>
              </a:rPr>
              <a:t>Delete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screenshot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folders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after successful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debugging.</a:t>
            </a:r>
            <a:r>
              <a:rPr sz="1000" spc="-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Captured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files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91400D"/>
                </a:solidFill>
                <a:latin typeface="Microsoft Sans Serif"/>
                <a:cs typeface="Microsoft Sans Serif"/>
              </a:rPr>
              <a:t>may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contain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sensitive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91400D"/>
                </a:solidFill>
                <a:latin typeface="Microsoft Sans Serif"/>
                <a:cs typeface="Microsoft Sans Serif"/>
              </a:rPr>
              <a:t>data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in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filenames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91400D"/>
                </a:solidFill>
                <a:latin typeface="Microsoft Sans Serif"/>
                <a:cs typeface="Microsoft Sans Serif"/>
              </a:rPr>
              <a:t>or</a:t>
            </a:r>
            <a:r>
              <a:rPr sz="1000" spc="-15" dirty="0">
                <a:solidFill>
                  <a:srgbClr val="91400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91400D"/>
                </a:solidFill>
                <a:latin typeface="Microsoft Sans Serif"/>
                <a:cs typeface="Microsoft Sans Serif"/>
              </a:rPr>
              <a:t>screenshots</a:t>
            </a:r>
            <a:r>
              <a:rPr sz="1000" spc="-10" dirty="0">
                <a:solidFill>
                  <a:srgbClr val="91400D"/>
                </a:solidFill>
                <a:latin typeface="Microsoft Sans Serif"/>
                <a:cs typeface="Microsoft Sans Serif"/>
              </a:rPr>
              <a:t> themselves.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94849" y="5411284"/>
            <a:ext cx="4565015" cy="685165"/>
            <a:chOff x="6894849" y="5411284"/>
            <a:chExt cx="4565015" cy="685165"/>
          </a:xfrm>
        </p:grpSpPr>
        <p:sp>
          <p:nvSpPr>
            <p:cNvPr id="36" name="object 36"/>
            <p:cNvSpPr/>
            <p:nvPr/>
          </p:nvSpPr>
          <p:spPr>
            <a:xfrm>
              <a:off x="6894849" y="5411296"/>
              <a:ext cx="4565015" cy="685165"/>
            </a:xfrm>
            <a:custGeom>
              <a:avLst/>
              <a:gdLst/>
              <a:ahLst/>
              <a:cxnLst/>
              <a:rect l="l" t="t" r="r" b="b"/>
              <a:pathLst>
                <a:path w="4565015" h="685164">
                  <a:moveTo>
                    <a:pt x="4515367" y="684702"/>
                  </a:moveTo>
                  <a:lnTo>
                    <a:pt x="49499" y="684702"/>
                  </a:lnTo>
                  <a:lnTo>
                    <a:pt x="42214" y="683270"/>
                  </a:lnTo>
                  <a:lnTo>
                    <a:pt x="7254" y="656478"/>
                  </a:lnTo>
                  <a:lnTo>
                    <a:pt x="0" y="635233"/>
                  </a:lnTo>
                  <a:lnTo>
                    <a:pt x="0" y="49469"/>
                  </a:lnTo>
                  <a:lnTo>
                    <a:pt x="22067" y="11338"/>
                  </a:lnTo>
                  <a:lnTo>
                    <a:pt x="49499" y="0"/>
                  </a:lnTo>
                  <a:lnTo>
                    <a:pt x="4515367" y="0"/>
                  </a:lnTo>
                  <a:lnTo>
                    <a:pt x="4553498" y="22037"/>
                  </a:lnTo>
                  <a:lnTo>
                    <a:pt x="4564867" y="49469"/>
                  </a:lnTo>
                  <a:lnTo>
                    <a:pt x="4564867" y="635233"/>
                  </a:lnTo>
                  <a:lnTo>
                    <a:pt x="4542799" y="673364"/>
                  </a:lnTo>
                  <a:lnTo>
                    <a:pt x="4515367" y="684702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94843" y="5411291"/>
              <a:ext cx="4565015" cy="685165"/>
            </a:xfrm>
            <a:custGeom>
              <a:avLst/>
              <a:gdLst/>
              <a:ahLst/>
              <a:cxnLst/>
              <a:rect l="l" t="t" r="r" b="b"/>
              <a:pathLst>
                <a:path w="4565015" h="685164">
                  <a:moveTo>
                    <a:pt x="19024" y="501548"/>
                  </a:moveTo>
                  <a:lnTo>
                    <a:pt x="0" y="501548"/>
                  </a:lnTo>
                  <a:lnTo>
                    <a:pt x="0" y="558609"/>
                  </a:lnTo>
                  <a:lnTo>
                    <a:pt x="19024" y="558609"/>
                  </a:lnTo>
                  <a:lnTo>
                    <a:pt x="19024" y="501548"/>
                  </a:lnTo>
                  <a:close/>
                </a:path>
                <a:path w="4565015" h="685164">
                  <a:moveTo>
                    <a:pt x="19024" y="406793"/>
                  </a:moveTo>
                  <a:lnTo>
                    <a:pt x="0" y="406793"/>
                  </a:lnTo>
                  <a:lnTo>
                    <a:pt x="0" y="463854"/>
                  </a:lnTo>
                  <a:lnTo>
                    <a:pt x="19024" y="463854"/>
                  </a:lnTo>
                  <a:lnTo>
                    <a:pt x="19024" y="406793"/>
                  </a:lnTo>
                  <a:close/>
                </a:path>
                <a:path w="4565015" h="685164">
                  <a:moveTo>
                    <a:pt x="19024" y="312039"/>
                  </a:moveTo>
                  <a:lnTo>
                    <a:pt x="0" y="312039"/>
                  </a:lnTo>
                  <a:lnTo>
                    <a:pt x="0" y="369100"/>
                  </a:lnTo>
                  <a:lnTo>
                    <a:pt x="19024" y="369100"/>
                  </a:lnTo>
                  <a:lnTo>
                    <a:pt x="19024" y="312039"/>
                  </a:lnTo>
                  <a:close/>
                </a:path>
                <a:path w="4565015" h="685164">
                  <a:moveTo>
                    <a:pt x="19024" y="217297"/>
                  </a:moveTo>
                  <a:lnTo>
                    <a:pt x="0" y="217297"/>
                  </a:lnTo>
                  <a:lnTo>
                    <a:pt x="0" y="274358"/>
                  </a:lnTo>
                  <a:lnTo>
                    <a:pt x="19024" y="274358"/>
                  </a:lnTo>
                  <a:lnTo>
                    <a:pt x="19024" y="217297"/>
                  </a:lnTo>
                  <a:close/>
                </a:path>
                <a:path w="4565015" h="685164">
                  <a:moveTo>
                    <a:pt x="19024" y="122542"/>
                  </a:moveTo>
                  <a:lnTo>
                    <a:pt x="0" y="122542"/>
                  </a:lnTo>
                  <a:lnTo>
                    <a:pt x="0" y="179603"/>
                  </a:lnTo>
                  <a:lnTo>
                    <a:pt x="19024" y="179603"/>
                  </a:lnTo>
                  <a:lnTo>
                    <a:pt x="19024" y="122542"/>
                  </a:lnTo>
                  <a:close/>
                </a:path>
                <a:path w="4565015" h="685164">
                  <a:moveTo>
                    <a:pt x="24523" y="647293"/>
                  </a:moveTo>
                  <a:lnTo>
                    <a:pt x="21805" y="642277"/>
                  </a:lnTo>
                  <a:lnTo>
                    <a:pt x="19723" y="635241"/>
                  </a:lnTo>
                  <a:lnTo>
                    <a:pt x="19024" y="627672"/>
                  </a:lnTo>
                  <a:lnTo>
                    <a:pt x="19024" y="596303"/>
                  </a:lnTo>
                  <a:lnTo>
                    <a:pt x="0" y="596303"/>
                  </a:lnTo>
                  <a:lnTo>
                    <a:pt x="0" y="635241"/>
                  </a:lnTo>
                  <a:lnTo>
                    <a:pt x="1460" y="642493"/>
                  </a:lnTo>
                  <a:lnTo>
                    <a:pt x="7251" y="656488"/>
                  </a:lnTo>
                  <a:lnTo>
                    <a:pt x="7848" y="657377"/>
                  </a:lnTo>
                  <a:lnTo>
                    <a:pt x="24523" y="647293"/>
                  </a:lnTo>
                  <a:close/>
                </a:path>
                <a:path w="4565015" h="685164">
                  <a:moveTo>
                    <a:pt x="26225" y="34886"/>
                  </a:moveTo>
                  <a:lnTo>
                    <a:pt x="10401" y="23507"/>
                  </a:lnTo>
                  <a:lnTo>
                    <a:pt x="7251" y="28232"/>
                  </a:lnTo>
                  <a:lnTo>
                    <a:pt x="1460" y="42227"/>
                  </a:lnTo>
                  <a:lnTo>
                    <a:pt x="1422" y="42456"/>
                  </a:lnTo>
                  <a:lnTo>
                    <a:pt x="0" y="49466"/>
                  </a:lnTo>
                  <a:lnTo>
                    <a:pt x="0" y="84848"/>
                  </a:lnTo>
                  <a:lnTo>
                    <a:pt x="19024" y="84848"/>
                  </a:lnTo>
                  <a:lnTo>
                    <a:pt x="19024" y="57061"/>
                  </a:lnTo>
                  <a:lnTo>
                    <a:pt x="19723" y="49466"/>
                  </a:lnTo>
                  <a:lnTo>
                    <a:pt x="21805" y="42456"/>
                  </a:lnTo>
                  <a:lnTo>
                    <a:pt x="21932" y="42227"/>
                  </a:lnTo>
                  <a:lnTo>
                    <a:pt x="25285" y="36017"/>
                  </a:lnTo>
                  <a:lnTo>
                    <a:pt x="26225" y="34886"/>
                  </a:lnTo>
                  <a:close/>
                </a:path>
                <a:path w="4565015" h="685164">
                  <a:moveTo>
                    <a:pt x="104736" y="665708"/>
                  </a:moveTo>
                  <a:lnTo>
                    <a:pt x="57061" y="665708"/>
                  </a:lnTo>
                  <a:lnTo>
                    <a:pt x="49898" y="665048"/>
                  </a:lnTo>
                  <a:lnTo>
                    <a:pt x="49771" y="665708"/>
                  </a:lnTo>
                  <a:lnTo>
                    <a:pt x="46266" y="684085"/>
                  </a:lnTo>
                  <a:lnTo>
                    <a:pt x="49504" y="684733"/>
                  </a:lnTo>
                  <a:lnTo>
                    <a:pt x="104736" y="684733"/>
                  </a:lnTo>
                  <a:lnTo>
                    <a:pt x="104736" y="665708"/>
                  </a:lnTo>
                  <a:close/>
                </a:path>
                <a:path w="4565015" h="685164">
                  <a:moveTo>
                    <a:pt x="114109" y="0"/>
                  </a:moveTo>
                  <a:lnTo>
                    <a:pt x="50393" y="0"/>
                  </a:lnTo>
                  <a:lnTo>
                    <a:pt x="52654" y="19418"/>
                  </a:lnTo>
                  <a:lnTo>
                    <a:pt x="57061" y="19024"/>
                  </a:lnTo>
                  <a:lnTo>
                    <a:pt x="114109" y="19024"/>
                  </a:lnTo>
                  <a:lnTo>
                    <a:pt x="114109" y="0"/>
                  </a:lnTo>
                  <a:close/>
                </a:path>
                <a:path w="4565015" h="685164">
                  <a:moveTo>
                    <a:pt x="199491" y="665708"/>
                  </a:moveTo>
                  <a:lnTo>
                    <a:pt x="142430" y="665708"/>
                  </a:lnTo>
                  <a:lnTo>
                    <a:pt x="142430" y="684733"/>
                  </a:lnTo>
                  <a:lnTo>
                    <a:pt x="199491" y="684733"/>
                  </a:lnTo>
                  <a:lnTo>
                    <a:pt x="199491" y="665708"/>
                  </a:lnTo>
                  <a:close/>
                </a:path>
                <a:path w="4565015" h="685164">
                  <a:moveTo>
                    <a:pt x="208864" y="0"/>
                  </a:moveTo>
                  <a:lnTo>
                    <a:pt x="151803" y="0"/>
                  </a:lnTo>
                  <a:lnTo>
                    <a:pt x="151803" y="19024"/>
                  </a:lnTo>
                  <a:lnTo>
                    <a:pt x="208864" y="19024"/>
                  </a:lnTo>
                  <a:lnTo>
                    <a:pt x="208864" y="0"/>
                  </a:lnTo>
                  <a:close/>
                </a:path>
                <a:path w="4565015" h="685164">
                  <a:moveTo>
                    <a:pt x="294233" y="665708"/>
                  </a:moveTo>
                  <a:lnTo>
                    <a:pt x="237172" y="665708"/>
                  </a:lnTo>
                  <a:lnTo>
                    <a:pt x="237172" y="684733"/>
                  </a:lnTo>
                  <a:lnTo>
                    <a:pt x="294233" y="684733"/>
                  </a:lnTo>
                  <a:lnTo>
                    <a:pt x="294233" y="665708"/>
                  </a:lnTo>
                  <a:close/>
                </a:path>
                <a:path w="4565015" h="685164">
                  <a:moveTo>
                    <a:pt x="303618" y="0"/>
                  </a:moveTo>
                  <a:lnTo>
                    <a:pt x="246557" y="0"/>
                  </a:lnTo>
                  <a:lnTo>
                    <a:pt x="246557" y="19024"/>
                  </a:lnTo>
                  <a:lnTo>
                    <a:pt x="303618" y="19024"/>
                  </a:lnTo>
                  <a:lnTo>
                    <a:pt x="303618" y="0"/>
                  </a:lnTo>
                  <a:close/>
                </a:path>
                <a:path w="4565015" h="685164">
                  <a:moveTo>
                    <a:pt x="388988" y="665708"/>
                  </a:moveTo>
                  <a:lnTo>
                    <a:pt x="331927" y="665708"/>
                  </a:lnTo>
                  <a:lnTo>
                    <a:pt x="331927" y="684733"/>
                  </a:lnTo>
                  <a:lnTo>
                    <a:pt x="388988" y="684733"/>
                  </a:lnTo>
                  <a:lnTo>
                    <a:pt x="388988" y="665708"/>
                  </a:lnTo>
                  <a:close/>
                </a:path>
                <a:path w="4565015" h="685164">
                  <a:moveTo>
                    <a:pt x="398373" y="0"/>
                  </a:moveTo>
                  <a:lnTo>
                    <a:pt x="341312" y="0"/>
                  </a:lnTo>
                  <a:lnTo>
                    <a:pt x="341312" y="19024"/>
                  </a:lnTo>
                  <a:lnTo>
                    <a:pt x="398373" y="19024"/>
                  </a:lnTo>
                  <a:lnTo>
                    <a:pt x="398373" y="0"/>
                  </a:lnTo>
                  <a:close/>
                </a:path>
                <a:path w="4565015" h="685164">
                  <a:moveTo>
                    <a:pt x="483743" y="665708"/>
                  </a:moveTo>
                  <a:lnTo>
                    <a:pt x="426681" y="665708"/>
                  </a:lnTo>
                  <a:lnTo>
                    <a:pt x="426681" y="684733"/>
                  </a:lnTo>
                  <a:lnTo>
                    <a:pt x="483743" y="684733"/>
                  </a:lnTo>
                  <a:lnTo>
                    <a:pt x="483743" y="665708"/>
                  </a:lnTo>
                  <a:close/>
                </a:path>
                <a:path w="4565015" h="685164">
                  <a:moveTo>
                    <a:pt x="493115" y="0"/>
                  </a:moveTo>
                  <a:lnTo>
                    <a:pt x="436054" y="0"/>
                  </a:lnTo>
                  <a:lnTo>
                    <a:pt x="436054" y="19024"/>
                  </a:lnTo>
                  <a:lnTo>
                    <a:pt x="493115" y="19024"/>
                  </a:lnTo>
                  <a:lnTo>
                    <a:pt x="493115" y="0"/>
                  </a:lnTo>
                  <a:close/>
                </a:path>
                <a:path w="4565015" h="685164">
                  <a:moveTo>
                    <a:pt x="578497" y="665708"/>
                  </a:moveTo>
                  <a:lnTo>
                    <a:pt x="521436" y="665708"/>
                  </a:lnTo>
                  <a:lnTo>
                    <a:pt x="521436" y="684733"/>
                  </a:lnTo>
                  <a:lnTo>
                    <a:pt x="578497" y="684733"/>
                  </a:lnTo>
                  <a:lnTo>
                    <a:pt x="578497" y="665708"/>
                  </a:lnTo>
                  <a:close/>
                </a:path>
                <a:path w="4565015" h="685164">
                  <a:moveTo>
                    <a:pt x="587883" y="0"/>
                  </a:moveTo>
                  <a:lnTo>
                    <a:pt x="530821" y="0"/>
                  </a:lnTo>
                  <a:lnTo>
                    <a:pt x="530821" y="19024"/>
                  </a:lnTo>
                  <a:lnTo>
                    <a:pt x="587883" y="19024"/>
                  </a:lnTo>
                  <a:lnTo>
                    <a:pt x="587883" y="0"/>
                  </a:lnTo>
                  <a:close/>
                </a:path>
                <a:path w="4565015" h="685164">
                  <a:moveTo>
                    <a:pt x="673252" y="665708"/>
                  </a:moveTo>
                  <a:lnTo>
                    <a:pt x="616191" y="665708"/>
                  </a:lnTo>
                  <a:lnTo>
                    <a:pt x="616191" y="684733"/>
                  </a:lnTo>
                  <a:lnTo>
                    <a:pt x="673252" y="684733"/>
                  </a:lnTo>
                  <a:lnTo>
                    <a:pt x="673252" y="665708"/>
                  </a:lnTo>
                  <a:close/>
                </a:path>
                <a:path w="4565015" h="685164">
                  <a:moveTo>
                    <a:pt x="682625" y="0"/>
                  </a:moveTo>
                  <a:lnTo>
                    <a:pt x="625563" y="0"/>
                  </a:lnTo>
                  <a:lnTo>
                    <a:pt x="625563" y="19024"/>
                  </a:lnTo>
                  <a:lnTo>
                    <a:pt x="682625" y="19024"/>
                  </a:lnTo>
                  <a:lnTo>
                    <a:pt x="682625" y="0"/>
                  </a:lnTo>
                  <a:close/>
                </a:path>
                <a:path w="4565015" h="685164">
                  <a:moveTo>
                    <a:pt x="767994" y="665708"/>
                  </a:moveTo>
                  <a:lnTo>
                    <a:pt x="710946" y="665708"/>
                  </a:lnTo>
                  <a:lnTo>
                    <a:pt x="710946" y="684733"/>
                  </a:lnTo>
                  <a:lnTo>
                    <a:pt x="767994" y="684733"/>
                  </a:lnTo>
                  <a:lnTo>
                    <a:pt x="767994" y="665708"/>
                  </a:lnTo>
                  <a:close/>
                </a:path>
                <a:path w="4565015" h="685164">
                  <a:moveTo>
                    <a:pt x="777379" y="0"/>
                  </a:moveTo>
                  <a:lnTo>
                    <a:pt x="720318" y="0"/>
                  </a:lnTo>
                  <a:lnTo>
                    <a:pt x="720318" y="19024"/>
                  </a:lnTo>
                  <a:lnTo>
                    <a:pt x="777379" y="19024"/>
                  </a:lnTo>
                  <a:lnTo>
                    <a:pt x="777379" y="0"/>
                  </a:lnTo>
                  <a:close/>
                </a:path>
                <a:path w="4565015" h="685164">
                  <a:moveTo>
                    <a:pt x="862749" y="665708"/>
                  </a:moveTo>
                  <a:lnTo>
                    <a:pt x="805688" y="665708"/>
                  </a:lnTo>
                  <a:lnTo>
                    <a:pt x="805688" y="684733"/>
                  </a:lnTo>
                  <a:lnTo>
                    <a:pt x="862749" y="684733"/>
                  </a:lnTo>
                  <a:lnTo>
                    <a:pt x="862749" y="665708"/>
                  </a:lnTo>
                  <a:close/>
                </a:path>
                <a:path w="4565015" h="685164">
                  <a:moveTo>
                    <a:pt x="872121" y="0"/>
                  </a:moveTo>
                  <a:lnTo>
                    <a:pt x="815060" y="0"/>
                  </a:lnTo>
                  <a:lnTo>
                    <a:pt x="815060" y="19024"/>
                  </a:lnTo>
                  <a:lnTo>
                    <a:pt x="872121" y="19024"/>
                  </a:lnTo>
                  <a:lnTo>
                    <a:pt x="872121" y="0"/>
                  </a:lnTo>
                  <a:close/>
                </a:path>
                <a:path w="4565015" h="685164">
                  <a:moveTo>
                    <a:pt x="957503" y="665708"/>
                  </a:moveTo>
                  <a:lnTo>
                    <a:pt x="900442" y="665708"/>
                  </a:lnTo>
                  <a:lnTo>
                    <a:pt x="900442" y="684733"/>
                  </a:lnTo>
                  <a:lnTo>
                    <a:pt x="957503" y="684733"/>
                  </a:lnTo>
                  <a:lnTo>
                    <a:pt x="957503" y="665708"/>
                  </a:lnTo>
                  <a:close/>
                </a:path>
                <a:path w="4565015" h="685164">
                  <a:moveTo>
                    <a:pt x="966889" y="0"/>
                  </a:moveTo>
                  <a:lnTo>
                    <a:pt x="909828" y="0"/>
                  </a:lnTo>
                  <a:lnTo>
                    <a:pt x="909828" y="19024"/>
                  </a:lnTo>
                  <a:lnTo>
                    <a:pt x="966889" y="19024"/>
                  </a:lnTo>
                  <a:lnTo>
                    <a:pt x="966889" y="0"/>
                  </a:lnTo>
                  <a:close/>
                </a:path>
                <a:path w="4565015" h="685164">
                  <a:moveTo>
                    <a:pt x="1052258" y="665708"/>
                  </a:moveTo>
                  <a:lnTo>
                    <a:pt x="995197" y="665708"/>
                  </a:lnTo>
                  <a:lnTo>
                    <a:pt x="995197" y="684733"/>
                  </a:lnTo>
                  <a:lnTo>
                    <a:pt x="1052258" y="684733"/>
                  </a:lnTo>
                  <a:lnTo>
                    <a:pt x="1052258" y="665708"/>
                  </a:lnTo>
                  <a:close/>
                </a:path>
                <a:path w="4565015" h="685164">
                  <a:moveTo>
                    <a:pt x="1061631" y="0"/>
                  </a:moveTo>
                  <a:lnTo>
                    <a:pt x="1004570" y="0"/>
                  </a:lnTo>
                  <a:lnTo>
                    <a:pt x="1004570" y="19024"/>
                  </a:lnTo>
                  <a:lnTo>
                    <a:pt x="1061631" y="19024"/>
                  </a:lnTo>
                  <a:lnTo>
                    <a:pt x="1061631" y="0"/>
                  </a:lnTo>
                  <a:close/>
                </a:path>
                <a:path w="4565015" h="685164">
                  <a:moveTo>
                    <a:pt x="1147013" y="665708"/>
                  </a:moveTo>
                  <a:lnTo>
                    <a:pt x="1089952" y="665708"/>
                  </a:lnTo>
                  <a:lnTo>
                    <a:pt x="1089952" y="684733"/>
                  </a:lnTo>
                  <a:lnTo>
                    <a:pt x="1147013" y="684733"/>
                  </a:lnTo>
                  <a:lnTo>
                    <a:pt x="1147013" y="665708"/>
                  </a:lnTo>
                  <a:close/>
                </a:path>
                <a:path w="4565015" h="685164">
                  <a:moveTo>
                    <a:pt x="1156385" y="0"/>
                  </a:moveTo>
                  <a:lnTo>
                    <a:pt x="1099324" y="0"/>
                  </a:lnTo>
                  <a:lnTo>
                    <a:pt x="1099324" y="19024"/>
                  </a:lnTo>
                  <a:lnTo>
                    <a:pt x="1156385" y="19024"/>
                  </a:lnTo>
                  <a:lnTo>
                    <a:pt x="1156385" y="0"/>
                  </a:lnTo>
                  <a:close/>
                </a:path>
                <a:path w="4565015" h="685164">
                  <a:moveTo>
                    <a:pt x="1241755" y="665708"/>
                  </a:moveTo>
                  <a:lnTo>
                    <a:pt x="1184694" y="665708"/>
                  </a:lnTo>
                  <a:lnTo>
                    <a:pt x="1184694" y="684733"/>
                  </a:lnTo>
                  <a:lnTo>
                    <a:pt x="1241755" y="684733"/>
                  </a:lnTo>
                  <a:lnTo>
                    <a:pt x="1241755" y="665708"/>
                  </a:lnTo>
                  <a:close/>
                </a:path>
                <a:path w="4565015" h="685164">
                  <a:moveTo>
                    <a:pt x="1251140" y="0"/>
                  </a:moveTo>
                  <a:lnTo>
                    <a:pt x="1194079" y="0"/>
                  </a:lnTo>
                  <a:lnTo>
                    <a:pt x="1194079" y="19024"/>
                  </a:lnTo>
                  <a:lnTo>
                    <a:pt x="1251140" y="19024"/>
                  </a:lnTo>
                  <a:lnTo>
                    <a:pt x="1251140" y="0"/>
                  </a:lnTo>
                  <a:close/>
                </a:path>
                <a:path w="4565015" h="685164">
                  <a:moveTo>
                    <a:pt x="1336509" y="665708"/>
                  </a:moveTo>
                  <a:lnTo>
                    <a:pt x="1279448" y="665708"/>
                  </a:lnTo>
                  <a:lnTo>
                    <a:pt x="1279448" y="684733"/>
                  </a:lnTo>
                  <a:lnTo>
                    <a:pt x="1336509" y="684733"/>
                  </a:lnTo>
                  <a:lnTo>
                    <a:pt x="1336509" y="665708"/>
                  </a:lnTo>
                  <a:close/>
                </a:path>
                <a:path w="4565015" h="685164">
                  <a:moveTo>
                    <a:pt x="1345895" y="0"/>
                  </a:moveTo>
                  <a:lnTo>
                    <a:pt x="1288834" y="0"/>
                  </a:lnTo>
                  <a:lnTo>
                    <a:pt x="1288834" y="19024"/>
                  </a:lnTo>
                  <a:lnTo>
                    <a:pt x="1345895" y="19024"/>
                  </a:lnTo>
                  <a:lnTo>
                    <a:pt x="1345895" y="0"/>
                  </a:lnTo>
                  <a:close/>
                </a:path>
                <a:path w="4565015" h="685164">
                  <a:moveTo>
                    <a:pt x="1431264" y="665708"/>
                  </a:moveTo>
                  <a:lnTo>
                    <a:pt x="1374203" y="665708"/>
                  </a:lnTo>
                  <a:lnTo>
                    <a:pt x="1374203" y="684733"/>
                  </a:lnTo>
                  <a:lnTo>
                    <a:pt x="1431264" y="684733"/>
                  </a:lnTo>
                  <a:lnTo>
                    <a:pt x="1431264" y="665708"/>
                  </a:lnTo>
                  <a:close/>
                </a:path>
                <a:path w="4565015" h="685164">
                  <a:moveTo>
                    <a:pt x="1440637" y="0"/>
                  </a:moveTo>
                  <a:lnTo>
                    <a:pt x="1383576" y="0"/>
                  </a:lnTo>
                  <a:lnTo>
                    <a:pt x="1383576" y="19024"/>
                  </a:lnTo>
                  <a:lnTo>
                    <a:pt x="1440637" y="19024"/>
                  </a:lnTo>
                  <a:lnTo>
                    <a:pt x="1440637" y="0"/>
                  </a:lnTo>
                  <a:close/>
                </a:path>
                <a:path w="4565015" h="685164">
                  <a:moveTo>
                    <a:pt x="1526019" y="665708"/>
                  </a:moveTo>
                  <a:lnTo>
                    <a:pt x="1468958" y="665708"/>
                  </a:lnTo>
                  <a:lnTo>
                    <a:pt x="1468958" y="684733"/>
                  </a:lnTo>
                  <a:lnTo>
                    <a:pt x="1526019" y="684733"/>
                  </a:lnTo>
                  <a:lnTo>
                    <a:pt x="1526019" y="665708"/>
                  </a:lnTo>
                  <a:close/>
                </a:path>
                <a:path w="4565015" h="685164">
                  <a:moveTo>
                    <a:pt x="1535404" y="0"/>
                  </a:moveTo>
                  <a:lnTo>
                    <a:pt x="1478343" y="0"/>
                  </a:lnTo>
                  <a:lnTo>
                    <a:pt x="1478343" y="19024"/>
                  </a:lnTo>
                  <a:lnTo>
                    <a:pt x="1535404" y="19024"/>
                  </a:lnTo>
                  <a:lnTo>
                    <a:pt x="1535404" y="0"/>
                  </a:lnTo>
                  <a:close/>
                </a:path>
                <a:path w="4565015" h="685164">
                  <a:moveTo>
                    <a:pt x="1620774" y="665708"/>
                  </a:moveTo>
                  <a:lnTo>
                    <a:pt x="1563712" y="665708"/>
                  </a:lnTo>
                  <a:lnTo>
                    <a:pt x="1563712" y="684733"/>
                  </a:lnTo>
                  <a:lnTo>
                    <a:pt x="1620774" y="684733"/>
                  </a:lnTo>
                  <a:lnTo>
                    <a:pt x="1620774" y="665708"/>
                  </a:lnTo>
                  <a:close/>
                </a:path>
                <a:path w="4565015" h="685164">
                  <a:moveTo>
                    <a:pt x="1630146" y="0"/>
                  </a:moveTo>
                  <a:lnTo>
                    <a:pt x="1573085" y="0"/>
                  </a:lnTo>
                  <a:lnTo>
                    <a:pt x="1573085" y="19024"/>
                  </a:lnTo>
                  <a:lnTo>
                    <a:pt x="1630146" y="19024"/>
                  </a:lnTo>
                  <a:lnTo>
                    <a:pt x="1630146" y="0"/>
                  </a:lnTo>
                  <a:close/>
                </a:path>
                <a:path w="4565015" h="685164">
                  <a:moveTo>
                    <a:pt x="1715528" y="665708"/>
                  </a:moveTo>
                  <a:lnTo>
                    <a:pt x="1658467" y="665708"/>
                  </a:lnTo>
                  <a:lnTo>
                    <a:pt x="1658467" y="684733"/>
                  </a:lnTo>
                  <a:lnTo>
                    <a:pt x="1715528" y="684733"/>
                  </a:lnTo>
                  <a:lnTo>
                    <a:pt x="1715528" y="665708"/>
                  </a:lnTo>
                  <a:close/>
                </a:path>
                <a:path w="4565015" h="685164">
                  <a:moveTo>
                    <a:pt x="1724901" y="0"/>
                  </a:moveTo>
                  <a:lnTo>
                    <a:pt x="1667840" y="0"/>
                  </a:lnTo>
                  <a:lnTo>
                    <a:pt x="1667840" y="19024"/>
                  </a:lnTo>
                  <a:lnTo>
                    <a:pt x="1724901" y="19024"/>
                  </a:lnTo>
                  <a:lnTo>
                    <a:pt x="1724901" y="0"/>
                  </a:lnTo>
                  <a:close/>
                </a:path>
                <a:path w="4565015" h="685164">
                  <a:moveTo>
                    <a:pt x="1810270" y="665708"/>
                  </a:moveTo>
                  <a:lnTo>
                    <a:pt x="1753209" y="665708"/>
                  </a:lnTo>
                  <a:lnTo>
                    <a:pt x="1753209" y="684733"/>
                  </a:lnTo>
                  <a:lnTo>
                    <a:pt x="1810270" y="684733"/>
                  </a:lnTo>
                  <a:lnTo>
                    <a:pt x="1810270" y="665708"/>
                  </a:lnTo>
                  <a:close/>
                </a:path>
                <a:path w="4565015" h="685164">
                  <a:moveTo>
                    <a:pt x="1819643" y="0"/>
                  </a:moveTo>
                  <a:lnTo>
                    <a:pt x="1762582" y="0"/>
                  </a:lnTo>
                  <a:lnTo>
                    <a:pt x="1762582" y="19024"/>
                  </a:lnTo>
                  <a:lnTo>
                    <a:pt x="1819643" y="19024"/>
                  </a:lnTo>
                  <a:lnTo>
                    <a:pt x="1819643" y="0"/>
                  </a:lnTo>
                  <a:close/>
                </a:path>
                <a:path w="4565015" h="685164">
                  <a:moveTo>
                    <a:pt x="1905025" y="665708"/>
                  </a:moveTo>
                  <a:lnTo>
                    <a:pt x="1847964" y="665708"/>
                  </a:lnTo>
                  <a:lnTo>
                    <a:pt x="1847964" y="684733"/>
                  </a:lnTo>
                  <a:lnTo>
                    <a:pt x="1905025" y="684733"/>
                  </a:lnTo>
                  <a:lnTo>
                    <a:pt x="1905025" y="665708"/>
                  </a:lnTo>
                  <a:close/>
                </a:path>
                <a:path w="4565015" h="685164">
                  <a:moveTo>
                    <a:pt x="1914410" y="0"/>
                  </a:moveTo>
                  <a:lnTo>
                    <a:pt x="1857349" y="0"/>
                  </a:lnTo>
                  <a:lnTo>
                    <a:pt x="1857349" y="19024"/>
                  </a:lnTo>
                  <a:lnTo>
                    <a:pt x="1914410" y="19024"/>
                  </a:lnTo>
                  <a:lnTo>
                    <a:pt x="1914410" y="0"/>
                  </a:lnTo>
                  <a:close/>
                </a:path>
                <a:path w="4565015" h="685164">
                  <a:moveTo>
                    <a:pt x="1999780" y="665708"/>
                  </a:moveTo>
                  <a:lnTo>
                    <a:pt x="1942719" y="665708"/>
                  </a:lnTo>
                  <a:lnTo>
                    <a:pt x="1942719" y="684733"/>
                  </a:lnTo>
                  <a:lnTo>
                    <a:pt x="1999780" y="684733"/>
                  </a:lnTo>
                  <a:lnTo>
                    <a:pt x="1999780" y="665708"/>
                  </a:lnTo>
                  <a:close/>
                </a:path>
                <a:path w="4565015" h="685164">
                  <a:moveTo>
                    <a:pt x="2009152" y="0"/>
                  </a:moveTo>
                  <a:lnTo>
                    <a:pt x="1952091" y="0"/>
                  </a:lnTo>
                  <a:lnTo>
                    <a:pt x="1952091" y="19024"/>
                  </a:lnTo>
                  <a:lnTo>
                    <a:pt x="2009152" y="19024"/>
                  </a:lnTo>
                  <a:lnTo>
                    <a:pt x="2009152" y="0"/>
                  </a:lnTo>
                  <a:close/>
                </a:path>
                <a:path w="4565015" h="685164">
                  <a:moveTo>
                    <a:pt x="2094534" y="665708"/>
                  </a:moveTo>
                  <a:lnTo>
                    <a:pt x="2037473" y="665708"/>
                  </a:lnTo>
                  <a:lnTo>
                    <a:pt x="2037473" y="684733"/>
                  </a:lnTo>
                  <a:lnTo>
                    <a:pt x="2094534" y="684733"/>
                  </a:lnTo>
                  <a:lnTo>
                    <a:pt x="2094534" y="665708"/>
                  </a:lnTo>
                  <a:close/>
                </a:path>
                <a:path w="4565015" h="685164">
                  <a:moveTo>
                    <a:pt x="2103907" y="0"/>
                  </a:moveTo>
                  <a:lnTo>
                    <a:pt x="2046846" y="0"/>
                  </a:lnTo>
                  <a:lnTo>
                    <a:pt x="2046846" y="19024"/>
                  </a:lnTo>
                  <a:lnTo>
                    <a:pt x="2103907" y="19024"/>
                  </a:lnTo>
                  <a:lnTo>
                    <a:pt x="2103907" y="0"/>
                  </a:lnTo>
                  <a:close/>
                </a:path>
                <a:path w="4565015" h="685164">
                  <a:moveTo>
                    <a:pt x="2189276" y="665708"/>
                  </a:moveTo>
                  <a:lnTo>
                    <a:pt x="2132215" y="665708"/>
                  </a:lnTo>
                  <a:lnTo>
                    <a:pt x="2132215" y="684733"/>
                  </a:lnTo>
                  <a:lnTo>
                    <a:pt x="2189276" y="684733"/>
                  </a:lnTo>
                  <a:lnTo>
                    <a:pt x="2189276" y="665708"/>
                  </a:lnTo>
                  <a:close/>
                </a:path>
                <a:path w="4565015" h="685164">
                  <a:moveTo>
                    <a:pt x="2198662" y="0"/>
                  </a:moveTo>
                  <a:lnTo>
                    <a:pt x="2141601" y="0"/>
                  </a:lnTo>
                  <a:lnTo>
                    <a:pt x="2141601" y="19024"/>
                  </a:lnTo>
                  <a:lnTo>
                    <a:pt x="2198662" y="19024"/>
                  </a:lnTo>
                  <a:lnTo>
                    <a:pt x="2198662" y="0"/>
                  </a:lnTo>
                  <a:close/>
                </a:path>
                <a:path w="4565015" h="685164">
                  <a:moveTo>
                    <a:pt x="2284044" y="665708"/>
                  </a:moveTo>
                  <a:lnTo>
                    <a:pt x="2226983" y="665708"/>
                  </a:lnTo>
                  <a:lnTo>
                    <a:pt x="2226983" y="684733"/>
                  </a:lnTo>
                  <a:lnTo>
                    <a:pt x="2284044" y="684733"/>
                  </a:lnTo>
                  <a:lnTo>
                    <a:pt x="2284044" y="665708"/>
                  </a:lnTo>
                  <a:close/>
                </a:path>
                <a:path w="4565015" h="685164">
                  <a:moveTo>
                    <a:pt x="2293416" y="0"/>
                  </a:moveTo>
                  <a:lnTo>
                    <a:pt x="2236355" y="0"/>
                  </a:lnTo>
                  <a:lnTo>
                    <a:pt x="2236355" y="19024"/>
                  </a:lnTo>
                  <a:lnTo>
                    <a:pt x="2293416" y="19024"/>
                  </a:lnTo>
                  <a:lnTo>
                    <a:pt x="2293416" y="0"/>
                  </a:lnTo>
                  <a:close/>
                </a:path>
                <a:path w="4565015" h="685164">
                  <a:moveTo>
                    <a:pt x="2378786" y="665708"/>
                  </a:moveTo>
                  <a:lnTo>
                    <a:pt x="2321725" y="665708"/>
                  </a:lnTo>
                  <a:lnTo>
                    <a:pt x="2321725" y="684733"/>
                  </a:lnTo>
                  <a:lnTo>
                    <a:pt x="2378786" y="684733"/>
                  </a:lnTo>
                  <a:lnTo>
                    <a:pt x="2378786" y="665708"/>
                  </a:lnTo>
                  <a:close/>
                </a:path>
                <a:path w="4565015" h="685164">
                  <a:moveTo>
                    <a:pt x="2388158" y="0"/>
                  </a:moveTo>
                  <a:lnTo>
                    <a:pt x="2331097" y="0"/>
                  </a:lnTo>
                  <a:lnTo>
                    <a:pt x="2331097" y="19024"/>
                  </a:lnTo>
                  <a:lnTo>
                    <a:pt x="2388158" y="19024"/>
                  </a:lnTo>
                  <a:lnTo>
                    <a:pt x="2388158" y="0"/>
                  </a:lnTo>
                  <a:close/>
                </a:path>
                <a:path w="4565015" h="685164">
                  <a:moveTo>
                    <a:pt x="2473541" y="665708"/>
                  </a:moveTo>
                  <a:lnTo>
                    <a:pt x="2416479" y="665708"/>
                  </a:lnTo>
                  <a:lnTo>
                    <a:pt x="2416479" y="684733"/>
                  </a:lnTo>
                  <a:lnTo>
                    <a:pt x="2473541" y="684733"/>
                  </a:lnTo>
                  <a:lnTo>
                    <a:pt x="2473541" y="665708"/>
                  </a:lnTo>
                  <a:close/>
                </a:path>
                <a:path w="4565015" h="685164">
                  <a:moveTo>
                    <a:pt x="2482926" y="0"/>
                  </a:moveTo>
                  <a:lnTo>
                    <a:pt x="2425865" y="0"/>
                  </a:lnTo>
                  <a:lnTo>
                    <a:pt x="2425865" y="19024"/>
                  </a:lnTo>
                  <a:lnTo>
                    <a:pt x="2482926" y="19024"/>
                  </a:lnTo>
                  <a:lnTo>
                    <a:pt x="2482926" y="0"/>
                  </a:lnTo>
                  <a:close/>
                </a:path>
                <a:path w="4565015" h="685164">
                  <a:moveTo>
                    <a:pt x="2568295" y="665708"/>
                  </a:moveTo>
                  <a:lnTo>
                    <a:pt x="2511234" y="665708"/>
                  </a:lnTo>
                  <a:lnTo>
                    <a:pt x="2511234" y="684733"/>
                  </a:lnTo>
                  <a:lnTo>
                    <a:pt x="2568295" y="684733"/>
                  </a:lnTo>
                  <a:lnTo>
                    <a:pt x="2568295" y="665708"/>
                  </a:lnTo>
                  <a:close/>
                </a:path>
                <a:path w="4565015" h="685164">
                  <a:moveTo>
                    <a:pt x="2577668" y="0"/>
                  </a:moveTo>
                  <a:lnTo>
                    <a:pt x="2520607" y="0"/>
                  </a:lnTo>
                  <a:lnTo>
                    <a:pt x="2520607" y="19024"/>
                  </a:lnTo>
                  <a:lnTo>
                    <a:pt x="2577668" y="19024"/>
                  </a:lnTo>
                  <a:lnTo>
                    <a:pt x="2577668" y="0"/>
                  </a:lnTo>
                  <a:close/>
                </a:path>
                <a:path w="4565015" h="685164">
                  <a:moveTo>
                    <a:pt x="2663012" y="665708"/>
                  </a:moveTo>
                  <a:lnTo>
                    <a:pt x="2605989" y="665708"/>
                  </a:lnTo>
                  <a:lnTo>
                    <a:pt x="2605989" y="684733"/>
                  </a:lnTo>
                  <a:lnTo>
                    <a:pt x="2663012" y="684733"/>
                  </a:lnTo>
                  <a:lnTo>
                    <a:pt x="2663012" y="665708"/>
                  </a:lnTo>
                  <a:close/>
                </a:path>
                <a:path w="4565015" h="685164">
                  <a:moveTo>
                    <a:pt x="2672435" y="0"/>
                  </a:moveTo>
                  <a:lnTo>
                    <a:pt x="2615361" y="0"/>
                  </a:lnTo>
                  <a:lnTo>
                    <a:pt x="2615361" y="19024"/>
                  </a:lnTo>
                  <a:lnTo>
                    <a:pt x="2672435" y="19024"/>
                  </a:lnTo>
                  <a:lnTo>
                    <a:pt x="2672435" y="0"/>
                  </a:lnTo>
                  <a:close/>
                </a:path>
                <a:path w="4565015" h="685164">
                  <a:moveTo>
                    <a:pt x="2757830" y="665708"/>
                  </a:moveTo>
                  <a:lnTo>
                    <a:pt x="2700769" y="665708"/>
                  </a:lnTo>
                  <a:lnTo>
                    <a:pt x="2700769" y="684733"/>
                  </a:lnTo>
                  <a:lnTo>
                    <a:pt x="2757830" y="684733"/>
                  </a:lnTo>
                  <a:lnTo>
                    <a:pt x="2757830" y="665708"/>
                  </a:lnTo>
                  <a:close/>
                </a:path>
                <a:path w="4565015" h="685164">
                  <a:moveTo>
                    <a:pt x="2767152" y="0"/>
                  </a:moveTo>
                  <a:lnTo>
                    <a:pt x="2710091" y="0"/>
                  </a:lnTo>
                  <a:lnTo>
                    <a:pt x="2710091" y="19024"/>
                  </a:lnTo>
                  <a:lnTo>
                    <a:pt x="2767152" y="19024"/>
                  </a:lnTo>
                  <a:lnTo>
                    <a:pt x="2767152" y="0"/>
                  </a:lnTo>
                  <a:close/>
                </a:path>
                <a:path w="4565015" h="685164">
                  <a:moveTo>
                    <a:pt x="2852559" y="665708"/>
                  </a:moveTo>
                  <a:lnTo>
                    <a:pt x="2795498" y="665708"/>
                  </a:lnTo>
                  <a:lnTo>
                    <a:pt x="2795498" y="684733"/>
                  </a:lnTo>
                  <a:lnTo>
                    <a:pt x="2852559" y="684733"/>
                  </a:lnTo>
                  <a:lnTo>
                    <a:pt x="2852559" y="665708"/>
                  </a:lnTo>
                  <a:close/>
                </a:path>
                <a:path w="4565015" h="685164">
                  <a:moveTo>
                    <a:pt x="2861970" y="0"/>
                  </a:moveTo>
                  <a:lnTo>
                    <a:pt x="2804909" y="0"/>
                  </a:lnTo>
                  <a:lnTo>
                    <a:pt x="2804909" y="19024"/>
                  </a:lnTo>
                  <a:lnTo>
                    <a:pt x="2861970" y="19024"/>
                  </a:lnTo>
                  <a:lnTo>
                    <a:pt x="2861970" y="0"/>
                  </a:lnTo>
                  <a:close/>
                </a:path>
                <a:path w="4565015" h="685164">
                  <a:moveTo>
                    <a:pt x="2947276" y="665708"/>
                  </a:moveTo>
                  <a:lnTo>
                    <a:pt x="2890215" y="665708"/>
                  </a:lnTo>
                  <a:lnTo>
                    <a:pt x="2890215" y="684733"/>
                  </a:lnTo>
                  <a:lnTo>
                    <a:pt x="2947276" y="684733"/>
                  </a:lnTo>
                  <a:lnTo>
                    <a:pt x="2947276" y="665708"/>
                  </a:lnTo>
                  <a:close/>
                </a:path>
                <a:path w="4565015" h="685164">
                  <a:moveTo>
                    <a:pt x="2956687" y="0"/>
                  </a:moveTo>
                  <a:lnTo>
                    <a:pt x="2899626" y="0"/>
                  </a:lnTo>
                  <a:lnTo>
                    <a:pt x="2899626" y="19024"/>
                  </a:lnTo>
                  <a:lnTo>
                    <a:pt x="2956687" y="19024"/>
                  </a:lnTo>
                  <a:lnTo>
                    <a:pt x="2956687" y="0"/>
                  </a:lnTo>
                  <a:close/>
                </a:path>
                <a:path w="4565015" h="685164">
                  <a:moveTo>
                    <a:pt x="3042094" y="665708"/>
                  </a:moveTo>
                  <a:lnTo>
                    <a:pt x="2985033" y="665708"/>
                  </a:lnTo>
                  <a:lnTo>
                    <a:pt x="2985033" y="684733"/>
                  </a:lnTo>
                  <a:lnTo>
                    <a:pt x="3042094" y="684733"/>
                  </a:lnTo>
                  <a:lnTo>
                    <a:pt x="3042094" y="665708"/>
                  </a:lnTo>
                  <a:close/>
                </a:path>
                <a:path w="4565015" h="685164">
                  <a:moveTo>
                    <a:pt x="3051416" y="0"/>
                  </a:moveTo>
                  <a:lnTo>
                    <a:pt x="2994355" y="0"/>
                  </a:lnTo>
                  <a:lnTo>
                    <a:pt x="2994355" y="19024"/>
                  </a:lnTo>
                  <a:lnTo>
                    <a:pt x="3051416" y="19024"/>
                  </a:lnTo>
                  <a:lnTo>
                    <a:pt x="3051416" y="0"/>
                  </a:lnTo>
                  <a:close/>
                </a:path>
                <a:path w="4565015" h="685164">
                  <a:moveTo>
                    <a:pt x="3136811" y="665708"/>
                  </a:moveTo>
                  <a:lnTo>
                    <a:pt x="3079750" y="665708"/>
                  </a:lnTo>
                  <a:lnTo>
                    <a:pt x="3079750" y="684733"/>
                  </a:lnTo>
                  <a:lnTo>
                    <a:pt x="3136811" y="684733"/>
                  </a:lnTo>
                  <a:lnTo>
                    <a:pt x="3136811" y="665708"/>
                  </a:lnTo>
                  <a:close/>
                </a:path>
                <a:path w="4565015" h="685164">
                  <a:moveTo>
                    <a:pt x="3146221" y="0"/>
                  </a:moveTo>
                  <a:lnTo>
                    <a:pt x="3089160" y="0"/>
                  </a:lnTo>
                  <a:lnTo>
                    <a:pt x="3089160" y="19024"/>
                  </a:lnTo>
                  <a:lnTo>
                    <a:pt x="3146221" y="19024"/>
                  </a:lnTo>
                  <a:lnTo>
                    <a:pt x="3146221" y="0"/>
                  </a:lnTo>
                  <a:close/>
                </a:path>
                <a:path w="4565015" h="685164">
                  <a:moveTo>
                    <a:pt x="3231527" y="665708"/>
                  </a:moveTo>
                  <a:lnTo>
                    <a:pt x="3174466" y="665708"/>
                  </a:lnTo>
                  <a:lnTo>
                    <a:pt x="3174466" y="684733"/>
                  </a:lnTo>
                  <a:lnTo>
                    <a:pt x="3231527" y="684733"/>
                  </a:lnTo>
                  <a:lnTo>
                    <a:pt x="3231527" y="665708"/>
                  </a:lnTo>
                  <a:close/>
                </a:path>
                <a:path w="4565015" h="685164">
                  <a:moveTo>
                    <a:pt x="3240951" y="0"/>
                  </a:moveTo>
                  <a:lnTo>
                    <a:pt x="3183890" y="0"/>
                  </a:lnTo>
                  <a:lnTo>
                    <a:pt x="3183890" y="19024"/>
                  </a:lnTo>
                  <a:lnTo>
                    <a:pt x="3240951" y="19024"/>
                  </a:lnTo>
                  <a:lnTo>
                    <a:pt x="3240951" y="0"/>
                  </a:lnTo>
                  <a:close/>
                </a:path>
                <a:path w="4565015" h="685164">
                  <a:moveTo>
                    <a:pt x="3326346" y="665708"/>
                  </a:moveTo>
                  <a:lnTo>
                    <a:pt x="3269284" y="665708"/>
                  </a:lnTo>
                  <a:lnTo>
                    <a:pt x="3269284" y="684733"/>
                  </a:lnTo>
                  <a:lnTo>
                    <a:pt x="3326346" y="684733"/>
                  </a:lnTo>
                  <a:lnTo>
                    <a:pt x="3326346" y="665708"/>
                  </a:lnTo>
                  <a:close/>
                </a:path>
                <a:path w="4565015" h="685164">
                  <a:moveTo>
                    <a:pt x="3335667" y="0"/>
                  </a:moveTo>
                  <a:lnTo>
                    <a:pt x="3278606" y="0"/>
                  </a:lnTo>
                  <a:lnTo>
                    <a:pt x="3278606" y="19024"/>
                  </a:lnTo>
                  <a:lnTo>
                    <a:pt x="3335667" y="19024"/>
                  </a:lnTo>
                  <a:lnTo>
                    <a:pt x="3335667" y="0"/>
                  </a:lnTo>
                  <a:close/>
                </a:path>
                <a:path w="4565015" h="685164">
                  <a:moveTo>
                    <a:pt x="3421062" y="665708"/>
                  </a:moveTo>
                  <a:lnTo>
                    <a:pt x="3364014" y="665708"/>
                  </a:lnTo>
                  <a:lnTo>
                    <a:pt x="3364014" y="684733"/>
                  </a:lnTo>
                  <a:lnTo>
                    <a:pt x="3421062" y="684733"/>
                  </a:lnTo>
                  <a:lnTo>
                    <a:pt x="3421062" y="665708"/>
                  </a:lnTo>
                  <a:close/>
                </a:path>
                <a:path w="4565015" h="685164">
                  <a:moveTo>
                    <a:pt x="3430486" y="0"/>
                  </a:moveTo>
                  <a:lnTo>
                    <a:pt x="3373424" y="0"/>
                  </a:lnTo>
                  <a:lnTo>
                    <a:pt x="3373424" y="19024"/>
                  </a:lnTo>
                  <a:lnTo>
                    <a:pt x="3430486" y="19024"/>
                  </a:lnTo>
                  <a:lnTo>
                    <a:pt x="3430486" y="0"/>
                  </a:lnTo>
                  <a:close/>
                </a:path>
                <a:path w="4565015" h="685164">
                  <a:moveTo>
                    <a:pt x="3515791" y="665708"/>
                  </a:moveTo>
                  <a:lnTo>
                    <a:pt x="3458730" y="665708"/>
                  </a:lnTo>
                  <a:lnTo>
                    <a:pt x="3458730" y="684733"/>
                  </a:lnTo>
                  <a:lnTo>
                    <a:pt x="3515791" y="684733"/>
                  </a:lnTo>
                  <a:lnTo>
                    <a:pt x="3515791" y="665708"/>
                  </a:lnTo>
                  <a:close/>
                </a:path>
                <a:path w="4565015" h="685164">
                  <a:moveTo>
                    <a:pt x="3525202" y="0"/>
                  </a:moveTo>
                  <a:lnTo>
                    <a:pt x="3468141" y="0"/>
                  </a:lnTo>
                  <a:lnTo>
                    <a:pt x="3468141" y="19024"/>
                  </a:lnTo>
                  <a:lnTo>
                    <a:pt x="3525202" y="19024"/>
                  </a:lnTo>
                  <a:lnTo>
                    <a:pt x="3525202" y="0"/>
                  </a:lnTo>
                  <a:close/>
                </a:path>
                <a:path w="4565015" h="685164">
                  <a:moveTo>
                    <a:pt x="3610610" y="665708"/>
                  </a:moveTo>
                  <a:lnTo>
                    <a:pt x="3553549" y="665708"/>
                  </a:lnTo>
                  <a:lnTo>
                    <a:pt x="3553549" y="684733"/>
                  </a:lnTo>
                  <a:lnTo>
                    <a:pt x="3610610" y="684733"/>
                  </a:lnTo>
                  <a:lnTo>
                    <a:pt x="3610610" y="665708"/>
                  </a:lnTo>
                  <a:close/>
                </a:path>
                <a:path w="4565015" h="685164">
                  <a:moveTo>
                    <a:pt x="3619931" y="0"/>
                  </a:moveTo>
                  <a:lnTo>
                    <a:pt x="3562870" y="0"/>
                  </a:lnTo>
                  <a:lnTo>
                    <a:pt x="3562870" y="19024"/>
                  </a:lnTo>
                  <a:lnTo>
                    <a:pt x="3619931" y="19024"/>
                  </a:lnTo>
                  <a:lnTo>
                    <a:pt x="3619931" y="0"/>
                  </a:lnTo>
                  <a:close/>
                </a:path>
                <a:path w="4565015" h="685164">
                  <a:moveTo>
                    <a:pt x="3705326" y="665708"/>
                  </a:moveTo>
                  <a:lnTo>
                    <a:pt x="3648265" y="665708"/>
                  </a:lnTo>
                  <a:lnTo>
                    <a:pt x="3648265" y="684733"/>
                  </a:lnTo>
                  <a:lnTo>
                    <a:pt x="3705326" y="684733"/>
                  </a:lnTo>
                  <a:lnTo>
                    <a:pt x="3705326" y="665708"/>
                  </a:lnTo>
                  <a:close/>
                </a:path>
                <a:path w="4565015" h="685164">
                  <a:moveTo>
                    <a:pt x="3714737" y="0"/>
                  </a:moveTo>
                  <a:lnTo>
                    <a:pt x="3657676" y="0"/>
                  </a:lnTo>
                  <a:lnTo>
                    <a:pt x="3657676" y="19024"/>
                  </a:lnTo>
                  <a:lnTo>
                    <a:pt x="3714737" y="19024"/>
                  </a:lnTo>
                  <a:lnTo>
                    <a:pt x="3714737" y="0"/>
                  </a:lnTo>
                  <a:close/>
                </a:path>
                <a:path w="4565015" h="685164">
                  <a:moveTo>
                    <a:pt x="3800043" y="665708"/>
                  </a:moveTo>
                  <a:lnTo>
                    <a:pt x="3742982" y="665708"/>
                  </a:lnTo>
                  <a:lnTo>
                    <a:pt x="3742982" y="684733"/>
                  </a:lnTo>
                  <a:lnTo>
                    <a:pt x="3800043" y="684733"/>
                  </a:lnTo>
                  <a:lnTo>
                    <a:pt x="3800043" y="665708"/>
                  </a:lnTo>
                  <a:close/>
                </a:path>
                <a:path w="4565015" h="685164">
                  <a:moveTo>
                    <a:pt x="3809466" y="0"/>
                  </a:moveTo>
                  <a:lnTo>
                    <a:pt x="3752405" y="0"/>
                  </a:lnTo>
                  <a:lnTo>
                    <a:pt x="3752405" y="19024"/>
                  </a:lnTo>
                  <a:lnTo>
                    <a:pt x="3809466" y="19024"/>
                  </a:lnTo>
                  <a:lnTo>
                    <a:pt x="3809466" y="0"/>
                  </a:lnTo>
                  <a:close/>
                </a:path>
                <a:path w="4565015" h="685164">
                  <a:moveTo>
                    <a:pt x="3894861" y="665708"/>
                  </a:moveTo>
                  <a:lnTo>
                    <a:pt x="3837800" y="665708"/>
                  </a:lnTo>
                  <a:lnTo>
                    <a:pt x="3837800" y="684733"/>
                  </a:lnTo>
                  <a:lnTo>
                    <a:pt x="3894861" y="684733"/>
                  </a:lnTo>
                  <a:lnTo>
                    <a:pt x="3894861" y="665708"/>
                  </a:lnTo>
                  <a:close/>
                </a:path>
                <a:path w="4565015" h="685164">
                  <a:moveTo>
                    <a:pt x="3904183" y="0"/>
                  </a:moveTo>
                  <a:lnTo>
                    <a:pt x="3847122" y="0"/>
                  </a:lnTo>
                  <a:lnTo>
                    <a:pt x="3847122" y="19024"/>
                  </a:lnTo>
                  <a:lnTo>
                    <a:pt x="3904183" y="19024"/>
                  </a:lnTo>
                  <a:lnTo>
                    <a:pt x="3904183" y="0"/>
                  </a:lnTo>
                  <a:close/>
                </a:path>
                <a:path w="4565015" h="685164">
                  <a:moveTo>
                    <a:pt x="3989578" y="665708"/>
                  </a:moveTo>
                  <a:lnTo>
                    <a:pt x="3932529" y="665708"/>
                  </a:lnTo>
                  <a:lnTo>
                    <a:pt x="3932529" y="684733"/>
                  </a:lnTo>
                  <a:lnTo>
                    <a:pt x="3989578" y="684733"/>
                  </a:lnTo>
                  <a:lnTo>
                    <a:pt x="3989578" y="665708"/>
                  </a:lnTo>
                  <a:close/>
                </a:path>
                <a:path w="4565015" h="685164">
                  <a:moveTo>
                    <a:pt x="3999001" y="0"/>
                  </a:moveTo>
                  <a:lnTo>
                    <a:pt x="3941940" y="0"/>
                  </a:lnTo>
                  <a:lnTo>
                    <a:pt x="3941940" y="19024"/>
                  </a:lnTo>
                  <a:lnTo>
                    <a:pt x="3999001" y="19024"/>
                  </a:lnTo>
                  <a:lnTo>
                    <a:pt x="3999001" y="0"/>
                  </a:lnTo>
                  <a:close/>
                </a:path>
                <a:path w="4565015" h="685164">
                  <a:moveTo>
                    <a:pt x="4084307" y="665708"/>
                  </a:moveTo>
                  <a:lnTo>
                    <a:pt x="4027246" y="665708"/>
                  </a:lnTo>
                  <a:lnTo>
                    <a:pt x="4027246" y="684733"/>
                  </a:lnTo>
                  <a:lnTo>
                    <a:pt x="4084307" y="684733"/>
                  </a:lnTo>
                  <a:lnTo>
                    <a:pt x="4084307" y="665708"/>
                  </a:lnTo>
                  <a:close/>
                </a:path>
                <a:path w="4565015" h="685164">
                  <a:moveTo>
                    <a:pt x="4093718" y="0"/>
                  </a:moveTo>
                  <a:lnTo>
                    <a:pt x="4036657" y="0"/>
                  </a:lnTo>
                  <a:lnTo>
                    <a:pt x="4036657" y="19024"/>
                  </a:lnTo>
                  <a:lnTo>
                    <a:pt x="4093718" y="19024"/>
                  </a:lnTo>
                  <a:lnTo>
                    <a:pt x="4093718" y="0"/>
                  </a:lnTo>
                  <a:close/>
                </a:path>
                <a:path w="4565015" h="685164">
                  <a:moveTo>
                    <a:pt x="4179125" y="665708"/>
                  </a:moveTo>
                  <a:lnTo>
                    <a:pt x="4122064" y="665708"/>
                  </a:lnTo>
                  <a:lnTo>
                    <a:pt x="4122064" y="684733"/>
                  </a:lnTo>
                  <a:lnTo>
                    <a:pt x="4179125" y="684733"/>
                  </a:lnTo>
                  <a:lnTo>
                    <a:pt x="4179125" y="665708"/>
                  </a:lnTo>
                  <a:close/>
                </a:path>
                <a:path w="4565015" h="685164">
                  <a:moveTo>
                    <a:pt x="4188434" y="0"/>
                  </a:moveTo>
                  <a:lnTo>
                    <a:pt x="4131386" y="0"/>
                  </a:lnTo>
                  <a:lnTo>
                    <a:pt x="4131386" y="19024"/>
                  </a:lnTo>
                  <a:lnTo>
                    <a:pt x="4188434" y="19024"/>
                  </a:lnTo>
                  <a:lnTo>
                    <a:pt x="4188434" y="0"/>
                  </a:lnTo>
                  <a:close/>
                </a:path>
                <a:path w="4565015" h="685164">
                  <a:moveTo>
                    <a:pt x="4273842" y="665708"/>
                  </a:moveTo>
                  <a:lnTo>
                    <a:pt x="4216781" y="665708"/>
                  </a:lnTo>
                  <a:lnTo>
                    <a:pt x="4216781" y="684733"/>
                  </a:lnTo>
                  <a:lnTo>
                    <a:pt x="4273842" y="684733"/>
                  </a:lnTo>
                  <a:lnTo>
                    <a:pt x="4273842" y="665708"/>
                  </a:lnTo>
                  <a:close/>
                </a:path>
                <a:path w="4565015" h="685164">
                  <a:moveTo>
                    <a:pt x="4283253" y="0"/>
                  </a:moveTo>
                  <a:lnTo>
                    <a:pt x="4226191" y="0"/>
                  </a:lnTo>
                  <a:lnTo>
                    <a:pt x="4226191" y="19024"/>
                  </a:lnTo>
                  <a:lnTo>
                    <a:pt x="4283253" y="19024"/>
                  </a:lnTo>
                  <a:lnTo>
                    <a:pt x="4283253" y="0"/>
                  </a:lnTo>
                  <a:close/>
                </a:path>
                <a:path w="4565015" h="685164">
                  <a:moveTo>
                    <a:pt x="4368558" y="665708"/>
                  </a:moveTo>
                  <a:lnTo>
                    <a:pt x="4311497" y="665708"/>
                  </a:lnTo>
                  <a:lnTo>
                    <a:pt x="4311497" y="684733"/>
                  </a:lnTo>
                  <a:lnTo>
                    <a:pt x="4368558" y="684733"/>
                  </a:lnTo>
                  <a:lnTo>
                    <a:pt x="4368558" y="665708"/>
                  </a:lnTo>
                  <a:close/>
                </a:path>
                <a:path w="4565015" h="685164">
                  <a:moveTo>
                    <a:pt x="4377982" y="0"/>
                  </a:moveTo>
                  <a:lnTo>
                    <a:pt x="4320921" y="0"/>
                  </a:lnTo>
                  <a:lnTo>
                    <a:pt x="4320921" y="19024"/>
                  </a:lnTo>
                  <a:lnTo>
                    <a:pt x="4377982" y="19024"/>
                  </a:lnTo>
                  <a:lnTo>
                    <a:pt x="4377982" y="0"/>
                  </a:lnTo>
                  <a:close/>
                </a:path>
                <a:path w="4565015" h="685164">
                  <a:moveTo>
                    <a:pt x="4463377" y="665708"/>
                  </a:moveTo>
                  <a:lnTo>
                    <a:pt x="4406316" y="665708"/>
                  </a:lnTo>
                  <a:lnTo>
                    <a:pt x="4406316" y="684733"/>
                  </a:lnTo>
                  <a:lnTo>
                    <a:pt x="4463377" y="684733"/>
                  </a:lnTo>
                  <a:lnTo>
                    <a:pt x="4463377" y="665708"/>
                  </a:lnTo>
                  <a:close/>
                </a:path>
                <a:path w="4565015" h="685164">
                  <a:moveTo>
                    <a:pt x="4472698" y="0"/>
                  </a:moveTo>
                  <a:lnTo>
                    <a:pt x="4415637" y="0"/>
                  </a:lnTo>
                  <a:lnTo>
                    <a:pt x="4415637" y="19024"/>
                  </a:lnTo>
                  <a:lnTo>
                    <a:pt x="4472698" y="19024"/>
                  </a:lnTo>
                  <a:lnTo>
                    <a:pt x="4472698" y="0"/>
                  </a:lnTo>
                  <a:close/>
                </a:path>
                <a:path w="4565015" h="685164">
                  <a:moveTo>
                    <a:pt x="4558804" y="653669"/>
                  </a:moveTo>
                  <a:lnTo>
                    <a:pt x="4541621" y="644918"/>
                  </a:lnTo>
                  <a:lnTo>
                    <a:pt x="4539577" y="648703"/>
                  </a:lnTo>
                  <a:lnTo>
                    <a:pt x="4534700" y="654558"/>
                  </a:lnTo>
                  <a:lnTo>
                    <a:pt x="4528845" y="659434"/>
                  </a:lnTo>
                  <a:lnTo>
                    <a:pt x="4522419" y="662927"/>
                  </a:lnTo>
                  <a:lnTo>
                    <a:pt x="4515409" y="665010"/>
                  </a:lnTo>
                  <a:lnTo>
                    <a:pt x="4507814" y="665708"/>
                  </a:lnTo>
                  <a:lnTo>
                    <a:pt x="4501032" y="665708"/>
                  </a:lnTo>
                  <a:lnTo>
                    <a:pt x="4501032" y="684733"/>
                  </a:lnTo>
                  <a:lnTo>
                    <a:pt x="4515370" y="684733"/>
                  </a:lnTo>
                  <a:lnTo>
                    <a:pt x="4522648" y="683285"/>
                  </a:lnTo>
                  <a:lnTo>
                    <a:pt x="4557649" y="656488"/>
                  </a:lnTo>
                  <a:lnTo>
                    <a:pt x="4558804" y="653669"/>
                  </a:lnTo>
                  <a:close/>
                </a:path>
                <a:path w="4565015" h="685164">
                  <a:moveTo>
                    <a:pt x="4563275" y="41833"/>
                  </a:moveTo>
                  <a:lnTo>
                    <a:pt x="4557649" y="28232"/>
                  </a:lnTo>
                  <a:lnTo>
                    <a:pt x="4553496" y="22047"/>
                  </a:lnTo>
                  <a:lnTo>
                    <a:pt x="4548162" y="16713"/>
                  </a:lnTo>
                  <a:lnTo>
                    <a:pt x="4542802" y="11353"/>
                  </a:lnTo>
                  <a:lnTo>
                    <a:pt x="4536643" y="7239"/>
                  </a:lnTo>
                  <a:lnTo>
                    <a:pt x="4522648" y="1447"/>
                  </a:lnTo>
                  <a:lnTo>
                    <a:pt x="4515370" y="0"/>
                  </a:lnTo>
                  <a:lnTo>
                    <a:pt x="4510710" y="0"/>
                  </a:lnTo>
                  <a:lnTo>
                    <a:pt x="4510646" y="1447"/>
                  </a:lnTo>
                  <a:lnTo>
                    <a:pt x="4509706" y="19189"/>
                  </a:lnTo>
                  <a:lnTo>
                    <a:pt x="4543056" y="42456"/>
                  </a:lnTo>
                  <a:lnTo>
                    <a:pt x="4544415" y="47002"/>
                  </a:lnTo>
                  <a:lnTo>
                    <a:pt x="4563275" y="41833"/>
                  </a:lnTo>
                  <a:close/>
                </a:path>
                <a:path w="4565015" h="685164">
                  <a:moveTo>
                    <a:pt x="4564862" y="555371"/>
                  </a:moveTo>
                  <a:lnTo>
                    <a:pt x="4545850" y="555371"/>
                  </a:lnTo>
                  <a:lnTo>
                    <a:pt x="4545850" y="612432"/>
                  </a:lnTo>
                  <a:lnTo>
                    <a:pt x="4564862" y="612432"/>
                  </a:lnTo>
                  <a:lnTo>
                    <a:pt x="4564862" y="555371"/>
                  </a:lnTo>
                  <a:close/>
                </a:path>
                <a:path w="4565015" h="685164">
                  <a:moveTo>
                    <a:pt x="4564862" y="460629"/>
                  </a:moveTo>
                  <a:lnTo>
                    <a:pt x="4545850" y="460629"/>
                  </a:lnTo>
                  <a:lnTo>
                    <a:pt x="4545850" y="517690"/>
                  </a:lnTo>
                  <a:lnTo>
                    <a:pt x="4564862" y="517690"/>
                  </a:lnTo>
                  <a:lnTo>
                    <a:pt x="4564862" y="460629"/>
                  </a:lnTo>
                  <a:close/>
                </a:path>
                <a:path w="4565015" h="685164">
                  <a:moveTo>
                    <a:pt x="4564862" y="365874"/>
                  </a:moveTo>
                  <a:lnTo>
                    <a:pt x="4545850" y="365874"/>
                  </a:lnTo>
                  <a:lnTo>
                    <a:pt x="4545850" y="422935"/>
                  </a:lnTo>
                  <a:lnTo>
                    <a:pt x="4564862" y="422935"/>
                  </a:lnTo>
                  <a:lnTo>
                    <a:pt x="4564862" y="365874"/>
                  </a:lnTo>
                  <a:close/>
                </a:path>
                <a:path w="4565015" h="685164">
                  <a:moveTo>
                    <a:pt x="4564862" y="271119"/>
                  </a:moveTo>
                  <a:lnTo>
                    <a:pt x="4545850" y="271119"/>
                  </a:lnTo>
                  <a:lnTo>
                    <a:pt x="4545850" y="328180"/>
                  </a:lnTo>
                  <a:lnTo>
                    <a:pt x="4564862" y="328180"/>
                  </a:lnTo>
                  <a:lnTo>
                    <a:pt x="4564862" y="271119"/>
                  </a:lnTo>
                  <a:close/>
                </a:path>
                <a:path w="4565015" h="685164">
                  <a:moveTo>
                    <a:pt x="4564862" y="176364"/>
                  </a:moveTo>
                  <a:lnTo>
                    <a:pt x="4545850" y="176364"/>
                  </a:lnTo>
                  <a:lnTo>
                    <a:pt x="4545850" y="233426"/>
                  </a:lnTo>
                  <a:lnTo>
                    <a:pt x="4564862" y="233426"/>
                  </a:lnTo>
                  <a:lnTo>
                    <a:pt x="4564862" y="176364"/>
                  </a:lnTo>
                  <a:close/>
                </a:path>
                <a:path w="4565015" h="685164">
                  <a:moveTo>
                    <a:pt x="4564862" y="81622"/>
                  </a:moveTo>
                  <a:lnTo>
                    <a:pt x="4545850" y="81622"/>
                  </a:lnTo>
                  <a:lnTo>
                    <a:pt x="4545850" y="138684"/>
                  </a:lnTo>
                  <a:lnTo>
                    <a:pt x="4564862" y="138684"/>
                  </a:lnTo>
                  <a:lnTo>
                    <a:pt x="4564862" y="81622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2457" y="5563289"/>
              <a:ext cx="114299" cy="10477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195975" y="5481921"/>
            <a:ext cx="4109085" cy="3841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Insert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screenshot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of</a:t>
            </a:r>
            <a:r>
              <a:rPr sz="10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Platform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Management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&gt;</a:t>
            </a:r>
            <a:r>
              <a:rPr sz="10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Additional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Policy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Settings</a:t>
            </a:r>
            <a:r>
              <a:rPr sz="10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here</a:t>
            </a:r>
            <a:endParaRPr sz="1000">
              <a:latin typeface="Microsoft Sans Serif"/>
              <a:cs typeface="Microsoft Sans Serif"/>
            </a:endParaRPr>
          </a:p>
          <a:p>
            <a:pPr marR="138430" algn="ctr">
              <a:lnSpc>
                <a:spcPct val="100000"/>
              </a:lnSpc>
              <a:spcBef>
                <a:spcPts val="245"/>
              </a:spcBef>
            </a:pPr>
            <a:r>
              <a:rPr sz="9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Shows</a:t>
            </a:r>
            <a:r>
              <a:rPr sz="900" spc="40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94A2B8"/>
                </a:solidFill>
                <a:latin typeface="Microsoft Sans Serif"/>
                <a:cs typeface="Microsoft Sans Serif"/>
              </a:rPr>
              <a:t>EnableAdvancedDebugging</a:t>
            </a:r>
            <a:r>
              <a:rPr sz="900" spc="4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94A2B8"/>
                </a:solidFill>
                <a:latin typeface="Microsoft Sans Serif"/>
                <a:cs typeface="Microsoft Sans Serif"/>
              </a:rPr>
              <a:t>parameter</a:t>
            </a:r>
            <a:r>
              <a:rPr sz="900" spc="45" dirty="0">
                <a:solidFill>
                  <a:srgbClr val="94A2B8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94A2B8"/>
                </a:solidFill>
                <a:latin typeface="Microsoft Sans Serif"/>
                <a:cs typeface="Microsoft Sans Serif"/>
              </a:rPr>
              <a:t>location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0" y="9506"/>
            <a:ext cx="12172961" cy="68472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7215" y="189709"/>
            <a:ext cx="3637279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120" dirty="0">
                <a:solidFill>
                  <a:srgbClr val="2562EB"/>
                </a:solidFill>
              </a:rPr>
              <a:t>Limitations</a:t>
            </a:r>
            <a:r>
              <a:rPr sz="2350" spc="-130" dirty="0">
                <a:solidFill>
                  <a:srgbClr val="2562EB"/>
                </a:solidFill>
              </a:rPr>
              <a:t> </a:t>
            </a:r>
            <a:r>
              <a:rPr sz="2300" spc="-165" dirty="0">
                <a:latin typeface="Century Gothic"/>
                <a:cs typeface="Century Gothic"/>
              </a:rPr>
              <a:t>&amp;</a:t>
            </a:r>
            <a:r>
              <a:rPr sz="2300" spc="-114" dirty="0">
                <a:latin typeface="Century Gothic"/>
                <a:cs typeface="Century Gothic"/>
              </a:rPr>
              <a:t> </a:t>
            </a:r>
            <a:r>
              <a:rPr sz="2350" spc="-140" dirty="0"/>
              <a:t>Best</a:t>
            </a:r>
            <a:r>
              <a:rPr sz="2350" spc="-125" dirty="0"/>
              <a:t> </a:t>
            </a:r>
            <a:r>
              <a:rPr sz="2350" spc="-90" dirty="0"/>
              <a:t>Practices</a:t>
            </a:r>
            <a:endParaRPr sz="23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5" y="637802"/>
            <a:ext cx="4110990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Key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constraints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recommendations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75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15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1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Applications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0553" y="421241"/>
            <a:ext cx="14681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Last</a:t>
            </a:r>
            <a:r>
              <a:rPr sz="1000" spc="8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updated</a:t>
            </a:r>
            <a:r>
              <a:rPr sz="9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10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2026-</a:t>
            </a:r>
            <a:r>
              <a:rPr sz="950" spc="55" dirty="0">
                <a:solidFill>
                  <a:srgbClr val="64738B"/>
                </a:solidFill>
                <a:latin typeface="Microsoft Sans Serif"/>
                <a:cs typeface="Microsoft Sans Serif"/>
              </a:rPr>
              <a:t>04-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06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12438" y="399421"/>
            <a:ext cx="589915" cy="247650"/>
          </a:xfrm>
          <a:custGeom>
            <a:avLst/>
            <a:gdLst/>
            <a:ahLst/>
            <a:cxnLst/>
            <a:rect l="l" t="t" r="r" b="b"/>
            <a:pathLst>
              <a:path w="589915" h="247650">
                <a:moveTo>
                  <a:pt x="556627" y="247263"/>
                </a:moveTo>
                <a:lnTo>
                  <a:pt x="33000" y="247263"/>
                </a:lnTo>
                <a:lnTo>
                  <a:pt x="28149" y="246298"/>
                </a:lnTo>
                <a:lnTo>
                  <a:pt x="951" y="219119"/>
                </a:lnTo>
                <a:lnTo>
                  <a:pt x="0" y="214266"/>
                </a:lnTo>
                <a:lnTo>
                  <a:pt x="0" y="209222"/>
                </a:lnTo>
                <a:lnTo>
                  <a:pt x="0" y="32996"/>
                </a:lnTo>
                <a:lnTo>
                  <a:pt x="28149" y="965"/>
                </a:lnTo>
                <a:lnTo>
                  <a:pt x="33000" y="0"/>
                </a:lnTo>
                <a:lnTo>
                  <a:pt x="556627" y="0"/>
                </a:lnTo>
                <a:lnTo>
                  <a:pt x="588676" y="28143"/>
                </a:lnTo>
                <a:lnTo>
                  <a:pt x="589627" y="32996"/>
                </a:lnTo>
                <a:lnTo>
                  <a:pt x="589627" y="214266"/>
                </a:lnTo>
                <a:lnTo>
                  <a:pt x="561477" y="246298"/>
                </a:lnTo>
                <a:lnTo>
                  <a:pt x="556627" y="247263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11482" y="420536"/>
            <a:ext cx="389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v</a:t>
            </a:r>
            <a:r>
              <a:rPr sz="950" spc="-10" dirty="0">
                <a:solidFill>
                  <a:srgbClr val="2562E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0519" y="929639"/>
            <a:ext cx="2932430" cy="2609215"/>
            <a:chOff x="350519" y="929639"/>
            <a:chExt cx="2932430" cy="2609215"/>
          </a:xfrm>
        </p:grpSpPr>
        <p:sp>
          <p:nvSpPr>
            <p:cNvPr id="9" name="object 9"/>
            <p:cNvSpPr/>
            <p:nvPr/>
          </p:nvSpPr>
          <p:spPr>
            <a:xfrm>
              <a:off x="350519" y="929639"/>
              <a:ext cx="2932430" cy="2609215"/>
            </a:xfrm>
            <a:custGeom>
              <a:avLst/>
              <a:gdLst/>
              <a:ahLst/>
              <a:cxnLst/>
              <a:rect l="l" t="t" r="r" b="b"/>
              <a:pathLst>
                <a:path w="2932429" h="2609215">
                  <a:moveTo>
                    <a:pt x="2932175" y="2609087"/>
                  </a:moveTo>
                  <a:lnTo>
                    <a:pt x="0" y="2609087"/>
                  </a:lnTo>
                  <a:lnTo>
                    <a:pt x="0" y="0"/>
                  </a:lnTo>
                  <a:lnTo>
                    <a:pt x="2932175" y="0"/>
                  </a:lnTo>
                  <a:lnTo>
                    <a:pt x="2932175" y="40389"/>
                  </a:lnTo>
                  <a:lnTo>
                    <a:pt x="115476" y="40389"/>
                  </a:lnTo>
                  <a:lnTo>
                    <a:pt x="108919" y="40706"/>
                  </a:lnTo>
                  <a:lnTo>
                    <a:pt x="73264" y="55476"/>
                  </a:lnTo>
                  <a:lnTo>
                    <a:pt x="51755" y="87665"/>
                  </a:lnTo>
                  <a:lnTo>
                    <a:pt x="48905" y="106960"/>
                  </a:lnTo>
                  <a:lnTo>
                    <a:pt x="48905" y="2484485"/>
                  </a:lnTo>
                  <a:lnTo>
                    <a:pt x="60114" y="2521492"/>
                  </a:lnTo>
                  <a:lnTo>
                    <a:pt x="90001" y="2545994"/>
                  </a:lnTo>
                  <a:lnTo>
                    <a:pt x="115476" y="2551054"/>
                  </a:lnTo>
                  <a:lnTo>
                    <a:pt x="2932175" y="2551054"/>
                  </a:lnTo>
                  <a:lnTo>
                    <a:pt x="2932175" y="2609087"/>
                  </a:lnTo>
                  <a:close/>
                </a:path>
                <a:path w="2932429" h="2609215">
                  <a:moveTo>
                    <a:pt x="2932175" y="2551054"/>
                  </a:moveTo>
                  <a:lnTo>
                    <a:pt x="2816351" y="2551054"/>
                  </a:lnTo>
                  <a:lnTo>
                    <a:pt x="2822913" y="2550739"/>
                  </a:lnTo>
                  <a:lnTo>
                    <a:pt x="2829344" y="2549792"/>
                  </a:lnTo>
                  <a:lnTo>
                    <a:pt x="2863443" y="2531577"/>
                  </a:lnTo>
                  <a:lnTo>
                    <a:pt x="2881659" y="2497489"/>
                  </a:lnTo>
                  <a:lnTo>
                    <a:pt x="2882920" y="2484485"/>
                  </a:lnTo>
                  <a:lnTo>
                    <a:pt x="2882920" y="106960"/>
                  </a:lnTo>
                  <a:lnTo>
                    <a:pt x="2871715" y="69968"/>
                  </a:lnTo>
                  <a:lnTo>
                    <a:pt x="2841833" y="45457"/>
                  </a:lnTo>
                  <a:lnTo>
                    <a:pt x="2816351" y="40389"/>
                  </a:lnTo>
                  <a:lnTo>
                    <a:pt x="2932175" y="40389"/>
                  </a:lnTo>
                  <a:lnTo>
                    <a:pt x="2932175" y="25510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4670" y="965274"/>
              <a:ext cx="2843530" cy="2520315"/>
            </a:xfrm>
            <a:custGeom>
              <a:avLst/>
              <a:gdLst/>
              <a:ahLst/>
              <a:cxnLst/>
              <a:rect l="l" t="t" r="r" b="b"/>
              <a:pathLst>
                <a:path w="2843530" h="2520315">
                  <a:moveTo>
                    <a:pt x="2776880" y="2520183"/>
                  </a:moveTo>
                  <a:lnTo>
                    <a:pt x="66642" y="2520183"/>
                  </a:lnTo>
                  <a:lnTo>
                    <a:pt x="62004" y="2519726"/>
                  </a:lnTo>
                  <a:lnTo>
                    <a:pt x="24202" y="2502599"/>
                  </a:lnTo>
                  <a:lnTo>
                    <a:pt x="2284" y="2467364"/>
                  </a:lnTo>
                  <a:lnTo>
                    <a:pt x="0" y="2453536"/>
                  </a:lnTo>
                  <a:lnTo>
                    <a:pt x="0" y="2448857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2776880" y="0"/>
                  </a:lnTo>
                  <a:lnTo>
                    <a:pt x="2815720" y="14626"/>
                  </a:lnTo>
                  <a:lnTo>
                    <a:pt x="2839885" y="48358"/>
                  </a:lnTo>
                  <a:lnTo>
                    <a:pt x="2843527" y="66646"/>
                  </a:lnTo>
                  <a:lnTo>
                    <a:pt x="2843527" y="2453536"/>
                  </a:lnTo>
                  <a:lnTo>
                    <a:pt x="2828901" y="2492375"/>
                  </a:lnTo>
                  <a:lnTo>
                    <a:pt x="2795168" y="2516541"/>
                  </a:lnTo>
                  <a:lnTo>
                    <a:pt x="2781521" y="2519726"/>
                  </a:lnTo>
                  <a:lnTo>
                    <a:pt x="2776880" y="25201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4670" y="965274"/>
              <a:ext cx="2843530" cy="2520315"/>
            </a:xfrm>
            <a:custGeom>
              <a:avLst/>
              <a:gdLst/>
              <a:ahLst/>
              <a:cxnLst/>
              <a:rect l="l" t="t" r="r" b="b"/>
              <a:pathLst>
                <a:path w="2843530" h="2520315">
                  <a:moveTo>
                    <a:pt x="0" y="2448857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5429" y="44031"/>
                  </a:lnTo>
                  <a:lnTo>
                    <a:pt x="7221" y="39704"/>
                  </a:lnTo>
                  <a:lnTo>
                    <a:pt x="9418" y="35596"/>
                  </a:lnTo>
                  <a:lnTo>
                    <a:pt x="12020" y="31697"/>
                  </a:lnTo>
                  <a:lnTo>
                    <a:pt x="14622" y="27807"/>
                  </a:lnTo>
                  <a:lnTo>
                    <a:pt x="17579" y="24203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2772201" y="0"/>
                  </a:lnTo>
                  <a:lnTo>
                    <a:pt x="2776880" y="0"/>
                  </a:lnTo>
                  <a:lnTo>
                    <a:pt x="2781521" y="456"/>
                  </a:lnTo>
                  <a:lnTo>
                    <a:pt x="2786115" y="1369"/>
                  </a:lnTo>
                  <a:lnTo>
                    <a:pt x="2790708" y="2282"/>
                  </a:lnTo>
                  <a:lnTo>
                    <a:pt x="2795168" y="3632"/>
                  </a:lnTo>
                  <a:lnTo>
                    <a:pt x="2799495" y="5430"/>
                  </a:lnTo>
                  <a:lnTo>
                    <a:pt x="2803822" y="7218"/>
                  </a:lnTo>
                  <a:lnTo>
                    <a:pt x="2822633" y="20893"/>
                  </a:lnTo>
                  <a:lnTo>
                    <a:pt x="2825943" y="24203"/>
                  </a:lnTo>
                  <a:lnTo>
                    <a:pt x="2838097" y="44031"/>
                  </a:lnTo>
                  <a:lnTo>
                    <a:pt x="2839885" y="48358"/>
                  </a:lnTo>
                  <a:lnTo>
                    <a:pt x="2841245" y="52819"/>
                  </a:lnTo>
                  <a:lnTo>
                    <a:pt x="2842158" y="57412"/>
                  </a:lnTo>
                  <a:lnTo>
                    <a:pt x="2843071" y="62006"/>
                  </a:lnTo>
                  <a:lnTo>
                    <a:pt x="2843527" y="66646"/>
                  </a:lnTo>
                  <a:lnTo>
                    <a:pt x="2843527" y="71325"/>
                  </a:lnTo>
                  <a:lnTo>
                    <a:pt x="2843527" y="2448857"/>
                  </a:lnTo>
                  <a:lnTo>
                    <a:pt x="2843527" y="2453536"/>
                  </a:lnTo>
                  <a:lnTo>
                    <a:pt x="2843071" y="2458177"/>
                  </a:lnTo>
                  <a:lnTo>
                    <a:pt x="2842158" y="2462770"/>
                  </a:lnTo>
                  <a:lnTo>
                    <a:pt x="2841245" y="2467364"/>
                  </a:lnTo>
                  <a:lnTo>
                    <a:pt x="2839885" y="2471824"/>
                  </a:lnTo>
                  <a:lnTo>
                    <a:pt x="2838097" y="2476151"/>
                  </a:lnTo>
                  <a:lnTo>
                    <a:pt x="2836309" y="2480478"/>
                  </a:lnTo>
                  <a:lnTo>
                    <a:pt x="2822633" y="2499289"/>
                  </a:lnTo>
                  <a:lnTo>
                    <a:pt x="2819324" y="2502599"/>
                  </a:lnTo>
                  <a:lnTo>
                    <a:pt x="2799495" y="2514753"/>
                  </a:lnTo>
                  <a:lnTo>
                    <a:pt x="2795168" y="2516541"/>
                  </a:lnTo>
                  <a:lnTo>
                    <a:pt x="2790708" y="2517900"/>
                  </a:lnTo>
                  <a:lnTo>
                    <a:pt x="2786115" y="2518813"/>
                  </a:lnTo>
                  <a:lnTo>
                    <a:pt x="2781521" y="2519726"/>
                  </a:lnTo>
                  <a:lnTo>
                    <a:pt x="2776880" y="2520183"/>
                  </a:lnTo>
                  <a:lnTo>
                    <a:pt x="2772201" y="2520183"/>
                  </a:lnTo>
                  <a:lnTo>
                    <a:pt x="71325" y="2520183"/>
                  </a:lnTo>
                  <a:lnTo>
                    <a:pt x="66642" y="2520183"/>
                  </a:lnTo>
                  <a:lnTo>
                    <a:pt x="62004" y="2519726"/>
                  </a:lnTo>
                  <a:lnTo>
                    <a:pt x="57410" y="2518813"/>
                  </a:lnTo>
                  <a:lnTo>
                    <a:pt x="52817" y="2517900"/>
                  </a:lnTo>
                  <a:lnTo>
                    <a:pt x="48357" y="2516541"/>
                  </a:lnTo>
                  <a:lnTo>
                    <a:pt x="44030" y="2514753"/>
                  </a:lnTo>
                  <a:lnTo>
                    <a:pt x="39703" y="2512965"/>
                  </a:lnTo>
                  <a:lnTo>
                    <a:pt x="9418" y="2484587"/>
                  </a:lnTo>
                  <a:lnTo>
                    <a:pt x="1370" y="2462770"/>
                  </a:lnTo>
                  <a:lnTo>
                    <a:pt x="456" y="2458177"/>
                  </a:lnTo>
                  <a:lnTo>
                    <a:pt x="0" y="2453536"/>
                  </a:lnTo>
                  <a:lnTo>
                    <a:pt x="0" y="2448857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412" y="1163228"/>
              <a:ext cx="139699" cy="1206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8110" y="1111664"/>
            <a:ext cx="100838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75" dirty="0">
                <a:solidFill>
                  <a:srgbClr val="1D293B"/>
                </a:solidFill>
                <a:latin typeface="Arial"/>
                <a:cs typeface="Arial"/>
              </a:rPr>
              <a:t>Key</a:t>
            </a: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Limitations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0519" y="1496097"/>
            <a:ext cx="2932430" cy="3536315"/>
            <a:chOff x="350519" y="1496097"/>
            <a:chExt cx="2932430" cy="353631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87" y="1496097"/>
              <a:ext cx="114299" cy="1174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587" y="2152296"/>
              <a:ext cx="114299" cy="1174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587" y="2808494"/>
              <a:ext cx="101599" cy="1174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0519" y="3611879"/>
              <a:ext cx="2932430" cy="1420495"/>
            </a:xfrm>
            <a:custGeom>
              <a:avLst/>
              <a:gdLst/>
              <a:ahLst/>
              <a:cxnLst/>
              <a:rect l="l" t="t" r="r" b="b"/>
              <a:pathLst>
                <a:path w="2932429" h="1420495">
                  <a:moveTo>
                    <a:pt x="2932175" y="1420367"/>
                  </a:moveTo>
                  <a:lnTo>
                    <a:pt x="0" y="1420367"/>
                  </a:lnTo>
                  <a:lnTo>
                    <a:pt x="0" y="0"/>
                  </a:lnTo>
                  <a:lnTo>
                    <a:pt x="2932175" y="0"/>
                  </a:lnTo>
                  <a:lnTo>
                    <a:pt x="2932175" y="40020"/>
                  </a:lnTo>
                  <a:lnTo>
                    <a:pt x="115476" y="40020"/>
                  </a:lnTo>
                  <a:lnTo>
                    <a:pt x="108919" y="40335"/>
                  </a:lnTo>
                  <a:lnTo>
                    <a:pt x="73264" y="55096"/>
                  </a:lnTo>
                  <a:lnTo>
                    <a:pt x="51755" y="87291"/>
                  </a:lnTo>
                  <a:lnTo>
                    <a:pt x="48905" y="106588"/>
                  </a:lnTo>
                  <a:lnTo>
                    <a:pt x="48905" y="1295339"/>
                  </a:lnTo>
                  <a:lnTo>
                    <a:pt x="60114" y="1332345"/>
                  </a:lnTo>
                  <a:lnTo>
                    <a:pt x="90001" y="1356847"/>
                  </a:lnTo>
                  <a:lnTo>
                    <a:pt x="115476" y="1361907"/>
                  </a:lnTo>
                  <a:lnTo>
                    <a:pt x="2932175" y="1361907"/>
                  </a:lnTo>
                  <a:lnTo>
                    <a:pt x="2932175" y="1420367"/>
                  </a:lnTo>
                  <a:close/>
                </a:path>
                <a:path w="2932429" h="1420495">
                  <a:moveTo>
                    <a:pt x="2932175" y="1361907"/>
                  </a:moveTo>
                  <a:lnTo>
                    <a:pt x="2816351" y="1361907"/>
                  </a:lnTo>
                  <a:lnTo>
                    <a:pt x="2822913" y="1361592"/>
                  </a:lnTo>
                  <a:lnTo>
                    <a:pt x="2829344" y="1360646"/>
                  </a:lnTo>
                  <a:lnTo>
                    <a:pt x="2863443" y="1342430"/>
                  </a:lnTo>
                  <a:lnTo>
                    <a:pt x="2881659" y="1308342"/>
                  </a:lnTo>
                  <a:lnTo>
                    <a:pt x="2882920" y="1295339"/>
                  </a:lnTo>
                  <a:lnTo>
                    <a:pt x="2882920" y="106588"/>
                  </a:lnTo>
                  <a:lnTo>
                    <a:pt x="2871715" y="69582"/>
                  </a:lnTo>
                  <a:lnTo>
                    <a:pt x="2841833" y="45079"/>
                  </a:lnTo>
                  <a:lnTo>
                    <a:pt x="2816351" y="40020"/>
                  </a:lnTo>
                  <a:lnTo>
                    <a:pt x="2932175" y="40020"/>
                  </a:lnTo>
                  <a:lnTo>
                    <a:pt x="2932175" y="1361907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4670" y="3647129"/>
              <a:ext cx="2843530" cy="1331595"/>
            </a:xfrm>
            <a:custGeom>
              <a:avLst/>
              <a:gdLst/>
              <a:ahLst/>
              <a:cxnLst/>
              <a:rect l="l" t="t" r="r" b="b"/>
              <a:pathLst>
                <a:path w="2843530" h="1331595">
                  <a:moveTo>
                    <a:pt x="2776880" y="1331417"/>
                  </a:moveTo>
                  <a:lnTo>
                    <a:pt x="66642" y="1331417"/>
                  </a:lnTo>
                  <a:lnTo>
                    <a:pt x="62004" y="1330961"/>
                  </a:lnTo>
                  <a:lnTo>
                    <a:pt x="24202" y="1313833"/>
                  </a:lnTo>
                  <a:lnTo>
                    <a:pt x="2284" y="1278598"/>
                  </a:lnTo>
                  <a:lnTo>
                    <a:pt x="0" y="1264770"/>
                  </a:lnTo>
                  <a:lnTo>
                    <a:pt x="0" y="1260091"/>
                  </a:lnTo>
                  <a:lnTo>
                    <a:pt x="0" y="66646"/>
                  </a:lnTo>
                  <a:lnTo>
                    <a:pt x="14622" y="27807"/>
                  </a:lnTo>
                  <a:lnTo>
                    <a:pt x="48357" y="3632"/>
                  </a:lnTo>
                  <a:lnTo>
                    <a:pt x="66642" y="0"/>
                  </a:lnTo>
                  <a:lnTo>
                    <a:pt x="2776880" y="0"/>
                  </a:lnTo>
                  <a:lnTo>
                    <a:pt x="2815720" y="14626"/>
                  </a:lnTo>
                  <a:lnTo>
                    <a:pt x="2839885" y="48358"/>
                  </a:lnTo>
                  <a:lnTo>
                    <a:pt x="2843527" y="66646"/>
                  </a:lnTo>
                  <a:lnTo>
                    <a:pt x="2843527" y="1264770"/>
                  </a:lnTo>
                  <a:lnTo>
                    <a:pt x="2828901" y="1303610"/>
                  </a:lnTo>
                  <a:lnTo>
                    <a:pt x="2795168" y="1327775"/>
                  </a:lnTo>
                  <a:lnTo>
                    <a:pt x="2781521" y="1330961"/>
                  </a:lnTo>
                  <a:lnTo>
                    <a:pt x="2776880" y="1331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4670" y="3647129"/>
              <a:ext cx="2843530" cy="1331595"/>
            </a:xfrm>
            <a:custGeom>
              <a:avLst/>
              <a:gdLst/>
              <a:ahLst/>
              <a:cxnLst/>
              <a:rect l="l" t="t" r="r" b="b"/>
              <a:pathLst>
                <a:path w="2843530" h="1331595">
                  <a:moveTo>
                    <a:pt x="0" y="126009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70" y="57412"/>
                  </a:lnTo>
                  <a:lnTo>
                    <a:pt x="2284" y="52819"/>
                  </a:lnTo>
                  <a:lnTo>
                    <a:pt x="3636" y="48358"/>
                  </a:lnTo>
                  <a:lnTo>
                    <a:pt x="20890" y="20893"/>
                  </a:lnTo>
                  <a:lnTo>
                    <a:pt x="24202" y="17574"/>
                  </a:lnTo>
                  <a:lnTo>
                    <a:pt x="44030" y="5430"/>
                  </a:lnTo>
                  <a:lnTo>
                    <a:pt x="48357" y="3632"/>
                  </a:lnTo>
                  <a:lnTo>
                    <a:pt x="52817" y="2282"/>
                  </a:lnTo>
                  <a:lnTo>
                    <a:pt x="57410" y="1369"/>
                  </a:lnTo>
                  <a:lnTo>
                    <a:pt x="62004" y="456"/>
                  </a:lnTo>
                  <a:lnTo>
                    <a:pt x="66642" y="0"/>
                  </a:lnTo>
                  <a:lnTo>
                    <a:pt x="71325" y="0"/>
                  </a:lnTo>
                  <a:lnTo>
                    <a:pt x="2772201" y="0"/>
                  </a:lnTo>
                  <a:lnTo>
                    <a:pt x="2776880" y="0"/>
                  </a:lnTo>
                  <a:lnTo>
                    <a:pt x="2781521" y="456"/>
                  </a:lnTo>
                  <a:lnTo>
                    <a:pt x="2786115" y="1369"/>
                  </a:lnTo>
                  <a:lnTo>
                    <a:pt x="2790708" y="2282"/>
                  </a:lnTo>
                  <a:lnTo>
                    <a:pt x="2795168" y="3632"/>
                  </a:lnTo>
                  <a:lnTo>
                    <a:pt x="2799495" y="5430"/>
                  </a:lnTo>
                  <a:lnTo>
                    <a:pt x="2803822" y="7218"/>
                  </a:lnTo>
                  <a:lnTo>
                    <a:pt x="2822633" y="20893"/>
                  </a:lnTo>
                  <a:lnTo>
                    <a:pt x="2825943" y="24203"/>
                  </a:lnTo>
                  <a:lnTo>
                    <a:pt x="2838097" y="44031"/>
                  </a:lnTo>
                  <a:lnTo>
                    <a:pt x="2839885" y="48358"/>
                  </a:lnTo>
                  <a:lnTo>
                    <a:pt x="2841245" y="52819"/>
                  </a:lnTo>
                  <a:lnTo>
                    <a:pt x="2842158" y="57412"/>
                  </a:lnTo>
                  <a:lnTo>
                    <a:pt x="2843071" y="62006"/>
                  </a:lnTo>
                  <a:lnTo>
                    <a:pt x="2843527" y="66646"/>
                  </a:lnTo>
                  <a:lnTo>
                    <a:pt x="2843527" y="71325"/>
                  </a:lnTo>
                  <a:lnTo>
                    <a:pt x="2843527" y="1260091"/>
                  </a:lnTo>
                  <a:lnTo>
                    <a:pt x="2843527" y="1264770"/>
                  </a:lnTo>
                  <a:lnTo>
                    <a:pt x="2843071" y="1269411"/>
                  </a:lnTo>
                  <a:lnTo>
                    <a:pt x="2842158" y="1274005"/>
                  </a:lnTo>
                  <a:lnTo>
                    <a:pt x="2841245" y="1278598"/>
                  </a:lnTo>
                  <a:lnTo>
                    <a:pt x="2839885" y="1283058"/>
                  </a:lnTo>
                  <a:lnTo>
                    <a:pt x="2838097" y="1287385"/>
                  </a:lnTo>
                  <a:lnTo>
                    <a:pt x="2836309" y="1291712"/>
                  </a:lnTo>
                  <a:lnTo>
                    <a:pt x="2822633" y="1310523"/>
                  </a:lnTo>
                  <a:lnTo>
                    <a:pt x="2819324" y="1313833"/>
                  </a:lnTo>
                  <a:lnTo>
                    <a:pt x="2799495" y="1325987"/>
                  </a:lnTo>
                  <a:lnTo>
                    <a:pt x="2795168" y="1327775"/>
                  </a:lnTo>
                  <a:lnTo>
                    <a:pt x="2790708" y="1329135"/>
                  </a:lnTo>
                  <a:lnTo>
                    <a:pt x="2786115" y="1330048"/>
                  </a:lnTo>
                  <a:lnTo>
                    <a:pt x="2781521" y="1330961"/>
                  </a:lnTo>
                  <a:lnTo>
                    <a:pt x="2776880" y="1331417"/>
                  </a:lnTo>
                  <a:lnTo>
                    <a:pt x="2772201" y="1331417"/>
                  </a:lnTo>
                  <a:lnTo>
                    <a:pt x="71325" y="1331417"/>
                  </a:lnTo>
                  <a:lnTo>
                    <a:pt x="66642" y="1331417"/>
                  </a:lnTo>
                  <a:lnTo>
                    <a:pt x="62004" y="1330961"/>
                  </a:lnTo>
                  <a:lnTo>
                    <a:pt x="57410" y="1330048"/>
                  </a:lnTo>
                  <a:lnTo>
                    <a:pt x="52817" y="1329135"/>
                  </a:lnTo>
                  <a:lnTo>
                    <a:pt x="48357" y="1327775"/>
                  </a:lnTo>
                  <a:lnTo>
                    <a:pt x="44030" y="1325987"/>
                  </a:lnTo>
                  <a:lnTo>
                    <a:pt x="39703" y="1324199"/>
                  </a:lnTo>
                  <a:lnTo>
                    <a:pt x="9418" y="1295821"/>
                  </a:lnTo>
                  <a:lnTo>
                    <a:pt x="1370" y="1274005"/>
                  </a:lnTo>
                  <a:lnTo>
                    <a:pt x="456" y="1269411"/>
                  </a:lnTo>
                  <a:lnTo>
                    <a:pt x="0" y="1264770"/>
                  </a:lnTo>
                  <a:lnTo>
                    <a:pt x="0" y="126009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587" y="3838733"/>
              <a:ext cx="133349" cy="1365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9089" y="1376795"/>
            <a:ext cx="2346960" cy="56134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dirty="0">
                <a:solidFill>
                  <a:srgbClr val="334054"/>
                </a:solidFill>
                <a:latin typeface="Microsoft Sans Serif"/>
                <a:cs typeface="Microsoft Sans Serif"/>
              </a:rPr>
              <a:t>Multiple</a:t>
            </a:r>
            <a:r>
              <a:rPr sz="1000" spc="-5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Credentials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7900"/>
              </a:lnSpc>
              <a:spcBef>
                <a:spcPts val="130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Cannot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multiple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credentials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one</a:t>
            </a:r>
            <a:r>
              <a:rPr sz="900" spc="-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session (same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site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or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domain)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089" y="2032994"/>
            <a:ext cx="2079625" cy="56134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Basic</a:t>
            </a:r>
            <a:r>
              <a:rPr sz="95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/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Digest</a:t>
            </a:r>
            <a:r>
              <a:rPr sz="1000" spc="4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Auth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7900"/>
              </a:lnSpc>
              <a:spcBef>
                <a:spcPts val="13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Plugin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cannot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confirm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auth success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80" dirty="0">
                <a:solidFill>
                  <a:srgbClr val="64738B"/>
                </a:solidFill>
                <a:latin typeface="Microsoft Sans Serif"/>
                <a:cs typeface="Microsoft Sans Serif"/>
              </a:rPr>
              <a:t>-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use Validation/Failure</a:t>
            </a:r>
            <a:r>
              <a:rPr sz="900" spc="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commands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824" y="2689193"/>
            <a:ext cx="2045335" cy="56134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9"/>
              </a:spcBef>
            </a:pPr>
            <a:r>
              <a:rPr sz="100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HTTP</a:t>
            </a:r>
            <a:r>
              <a:rPr sz="950" spc="-40" dirty="0">
                <a:solidFill>
                  <a:srgbClr val="334054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334054"/>
                </a:solidFill>
                <a:latin typeface="Microsoft Sans Serif"/>
                <a:cs typeface="Microsoft Sans Serif"/>
              </a:rPr>
              <a:t>First</a:t>
            </a:r>
            <a:r>
              <a:rPr sz="1000" spc="5" dirty="0">
                <a:solidFill>
                  <a:srgbClr val="334054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334054"/>
                </a:solidFill>
                <a:latin typeface="Microsoft Sans Serif"/>
                <a:cs typeface="Microsoft Sans Serif"/>
              </a:rPr>
              <a:t>Mode</a:t>
            </a:r>
            <a:endParaRPr sz="1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7900"/>
              </a:lnSpc>
              <a:spcBef>
                <a:spcPts val="130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Chromium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127+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may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warn/block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HTTP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in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incognito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8110" y="3793519"/>
            <a:ext cx="106807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60" dirty="0">
                <a:solidFill>
                  <a:srgbClr val="1D293B"/>
                </a:solidFill>
                <a:latin typeface="Arial"/>
                <a:cs typeface="Arial"/>
              </a:rPr>
              <a:t>Version</a:t>
            </a:r>
            <a:r>
              <a:rPr sz="1150" b="1" spc="-1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Support</a:t>
            </a:r>
            <a:endParaRPr sz="1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8887" y="4111169"/>
            <a:ext cx="197167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Char char="•"/>
              <a:tabLst>
                <a:tab pos="109855" algn="l"/>
              </a:tabLst>
            </a:pPr>
            <a:r>
              <a:rPr sz="950" spc="55" dirty="0">
                <a:solidFill>
                  <a:srgbClr val="64738B"/>
                </a:solidFill>
                <a:latin typeface="Microsoft Sans Serif"/>
                <a:cs typeface="Microsoft Sans Serif"/>
              </a:rPr>
              <a:t>64-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bit</a:t>
            </a:r>
            <a:r>
              <a:rPr sz="10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dispatcher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14.6+</a:t>
            </a:r>
            <a:endParaRPr sz="950">
              <a:latin typeface="Microsoft Sans Serif"/>
              <a:cs typeface="Microsoft Sans Serif"/>
            </a:endParaRPr>
          </a:p>
          <a:p>
            <a:pPr marL="109855" indent="-97155">
              <a:lnSpc>
                <a:spcPct val="100000"/>
              </a:lnSpc>
              <a:spcBef>
                <a:spcPts val="819"/>
              </a:spcBef>
              <a:buChar char="•"/>
              <a:tabLst>
                <a:tab pos="109855" algn="l"/>
              </a:tabLst>
            </a:pP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32-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bit</a:t>
            </a:r>
            <a:r>
              <a:rPr sz="10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fallback</a:t>
            </a:r>
            <a:r>
              <a:rPr sz="95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when</a:t>
            </a:r>
            <a:r>
              <a:rPr sz="1000" spc="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needed</a:t>
            </a:r>
            <a:endParaRPr sz="1000">
              <a:latin typeface="Microsoft Sans Serif"/>
              <a:cs typeface="Microsoft Sans Serif"/>
            </a:endParaRPr>
          </a:p>
          <a:p>
            <a:pPr marL="109855" indent="-97155">
              <a:lnSpc>
                <a:spcPct val="100000"/>
              </a:lnSpc>
              <a:spcBef>
                <a:spcPts val="825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WebDriverUpdater</a:t>
            </a:r>
            <a:r>
              <a:rPr sz="95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:</a:t>
            </a:r>
            <a:r>
              <a:rPr sz="950" spc="7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recommended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32047" y="929639"/>
            <a:ext cx="5519927" cy="521512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620168" y="1111664"/>
            <a:ext cx="158369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65" dirty="0">
                <a:solidFill>
                  <a:srgbClr val="1D293B"/>
                </a:solidFill>
                <a:latin typeface="Arial"/>
                <a:cs typeface="Arial"/>
              </a:rPr>
              <a:t>Best</a:t>
            </a:r>
            <a:r>
              <a:rPr sz="1150" b="1" spc="-4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D293B"/>
                </a:solidFill>
                <a:latin typeface="Arial"/>
                <a:cs typeface="Arial"/>
              </a:rPr>
              <a:t>Practices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Checklist</a:t>
            </a:r>
            <a:endParaRPr sz="11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99829" y="1124990"/>
            <a:ext cx="17621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Configuration</a:t>
            </a:r>
            <a:r>
              <a:rPr sz="10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recommendations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56499" y="929639"/>
            <a:ext cx="8085455" cy="2849245"/>
            <a:chOff x="3756499" y="929639"/>
            <a:chExt cx="8085455" cy="2849245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6499" y="1581688"/>
              <a:ext cx="114299" cy="1174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6499" y="1857526"/>
              <a:ext cx="92074" cy="666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6499" y="2152340"/>
              <a:ext cx="92074" cy="6667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6499" y="2437644"/>
              <a:ext cx="92074" cy="666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74959" y="1581688"/>
              <a:ext cx="107949" cy="11747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1784" y="1933607"/>
              <a:ext cx="92074" cy="6667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1784" y="2228421"/>
              <a:ext cx="92074" cy="6667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6499" y="2989187"/>
              <a:ext cx="142874" cy="1174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6499" y="3265025"/>
              <a:ext cx="92074" cy="6667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6499" y="3559839"/>
              <a:ext cx="92074" cy="6667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71784" y="2989187"/>
              <a:ext cx="114299" cy="11747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1784" y="3341106"/>
              <a:ext cx="92074" cy="6667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1784" y="3712001"/>
              <a:ext cx="92074" cy="6667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098279" y="929639"/>
              <a:ext cx="2743200" cy="1734820"/>
            </a:xfrm>
            <a:custGeom>
              <a:avLst/>
              <a:gdLst/>
              <a:ahLst/>
              <a:cxnLst/>
              <a:rect l="l" t="t" r="r" b="b"/>
              <a:pathLst>
                <a:path w="2743200" h="1734820">
                  <a:moveTo>
                    <a:pt x="2743199" y="1734311"/>
                  </a:moveTo>
                  <a:lnTo>
                    <a:pt x="0" y="1734311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40389"/>
                  </a:lnTo>
                  <a:lnTo>
                    <a:pt x="117043" y="40389"/>
                  </a:lnTo>
                  <a:lnTo>
                    <a:pt x="110481" y="40706"/>
                  </a:lnTo>
                  <a:lnTo>
                    <a:pt x="74832" y="55476"/>
                  </a:lnTo>
                  <a:lnTo>
                    <a:pt x="53316" y="87665"/>
                  </a:lnTo>
                  <a:lnTo>
                    <a:pt x="50474" y="106960"/>
                  </a:lnTo>
                  <a:lnTo>
                    <a:pt x="50474" y="1609563"/>
                  </a:lnTo>
                  <a:lnTo>
                    <a:pt x="61683" y="1646555"/>
                  </a:lnTo>
                  <a:lnTo>
                    <a:pt x="91561" y="1671065"/>
                  </a:lnTo>
                  <a:lnTo>
                    <a:pt x="117043" y="1676134"/>
                  </a:lnTo>
                  <a:lnTo>
                    <a:pt x="2743199" y="1676134"/>
                  </a:lnTo>
                  <a:lnTo>
                    <a:pt x="2743199" y="1734311"/>
                  </a:lnTo>
                  <a:close/>
                </a:path>
                <a:path w="2743200" h="1734820">
                  <a:moveTo>
                    <a:pt x="2743199" y="1676134"/>
                  </a:moveTo>
                  <a:lnTo>
                    <a:pt x="2627711" y="1676134"/>
                  </a:lnTo>
                  <a:lnTo>
                    <a:pt x="2634277" y="1675818"/>
                  </a:lnTo>
                  <a:lnTo>
                    <a:pt x="2640714" y="1674867"/>
                  </a:lnTo>
                  <a:lnTo>
                    <a:pt x="2674802" y="1656636"/>
                  </a:lnTo>
                  <a:lnTo>
                    <a:pt x="2693018" y="1622552"/>
                  </a:lnTo>
                  <a:lnTo>
                    <a:pt x="2694279" y="1609563"/>
                  </a:lnTo>
                  <a:lnTo>
                    <a:pt x="2694279" y="106960"/>
                  </a:lnTo>
                  <a:lnTo>
                    <a:pt x="2683085" y="69968"/>
                  </a:lnTo>
                  <a:lnTo>
                    <a:pt x="2653192" y="45457"/>
                  </a:lnTo>
                  <a:lnTo>
                    <a:pt x="2627711" y="40389"/>
                  </a:lnTo>
                  <a:lnTo>
                    <a:pt x="2743199" y="40389"/>
                  </a:lnTo>
                  <a:lnTo>
                    <a:pt x="2743199" y="167613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43986" y="965274"/>
              <a:ext cx="2653665" cy="1645285"/>
            </a:xfrm>
            <a:custGeom>
              <a:avLst/>
              <a:gdLst/>
              <a:ahLst/>
              <a:cxnLst/>
              <a:rect l="l" t="t" r="r" b="b"/>
              <a:pathLst>
                <a:path w="2653665" h="1645285">
                  <a:moveTo>
                    <a:pt x="2586659" y="1645251"/>
                  </a:moveTo>
                  <a:lnTo>
                    <a:pt x="66646" y="1645251"/>
                  </a:lnTo>
                  <a:lnTo>
                    <a:pt x="62006" y="1644795"/>
                  </a:lnTo>
                  <a:lnTo>
                    <a:pt x="24203" y="1627677"/>
                  </a:lnTo>
                  <a:lnTo>
                    <a:pt x="2282" y="1592432"/>
                  </a:lnTo>
                  <a:lnTo>
                    <a:pt x="0" y="1578604"/>
                  </a:lnTo>
                  <a:lnTo>
                    <a:pt x="0" y="1573925"/>
                  </a:lnTo>
                  <a:lnTo>
                    <a:pt x="0" y="66646"/>
                  </a:lnTo>
                  <a:lnTo>
                    <a:pt x="14617" y="27807"/>
                  </a:lnTo>
                  <a:lnTo>
                    <a:pt x="48358" y="3632"/>
                  </a:lnTo>
                  <a:lnTo>
                    <a:pt x="66646" y="0"/>
                  </a:lnTo>
                  <a:lnTo>
                    <a:pt x="2586659" y="0"/>
                  </a:lnTo>
                  <a:lnTo>
                    <a:pt x="2625555" y="14626"/>
                  </a:lnTo>
                  <a:lnTo>
                    <a:pt x="2649711" y="48358"/>
                  </a:lnTo>
                  <a:lnTo>
                    <a:pt x="2653325" y="66646"/>
                  </a:lnTo>
                  <a:lnTo>
                    <a:pt x="2653325" y="1578604"/>
                  </a:lnTo>
                  <a:lnTo>
                    <a:pt x="2638679" y="1617444"/>
                  </a:lnTo>
                  <a:lnTo>
                    <a:pt x="2605013" y="1641618"/>
                  </a:lnTo>
                  <a:lnTo>
                    <a:pt x="2591319" y="1644795"/>
                  </a:lnTo>
                  <a:lnTo>
                    <a:pt x="2586659" y="16452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43986" y="965274"/>
              <a:ext cx="2653665" cy="1645285"/>
            </a:xfrm>
            <a:custGeom>
              <a:avLst/>
              <a:gdLst/>
              <a:ahLst/>
              <a:cxnLst/>
              <a:rect l="l" t="t" r="r" b="b"/>
              <a:pathLst>
                <a:path w="2653665" h="1645285">
                  <a:moveTo>
                    <a:pt x="0" y="1573925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59" y="0"/>
                  </a:lnTo>
                  <a:lnTo>
                    <a:pt x="2591319" y="456"/>
                  </a:lnTo>
                  <a:lnTo>
                    <a:pt x="2595884" y="1369"/>
                  </a:lnTo>
                  <a:lnTo>
                    <a:pt x="2600543" y="2282"/>
                  </a:lnTo>
                  <a:lnTo>
                    <a:pt x="2605013" y="3632"/>
                  </a:lnTo>
                  <a:lnTo>
                    <a:pt x="2609293" y="5430"/>
                  </a:lnTo>
                  <a:lnTo>
                    <a:pt x="2613667" y="7218"/>
                  </a:lnTo>
                  <a:lnTo>
                    <a:pt x="2632402" y="20893"/>
                  </a:lnTo>
                  <a:lnTo>
                    <a:pt x="2635731" y="24203"/>
                  </a:lnTo>
                  <a:lnTo>
                    <a:pt x="2647904" y="44031"/>
                  </a:lnTo>
                  <a:lnTo>
                    <a:pt x="2649711" y="48358"/>
                  </a:lnTo>
                  <a:lnTo>
                    <a:pt x="2651042" y="52819"/>
                  </a:lnTo>
                  <a:lnTo>
                    <a:pt x="2651993" y="57412"/>
                  </a:lnTo>
                  <a:lnTo>
                    <a:pt x="2652849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573925"/>
                  </a:lnTo>
                  <a:lnTo>
                    <a:pt x="2653325" y="1578604"/>
                  </a:lnTo>
                  <a:lnTo>
                    <a:pt x="2652849" y="1583245"/>
                  </a:lnTo>
                  <a:lnTo>
                    <a:pt x="2651993" y="1587839"/>
                  </a:lnTo>
                  <a:lnTo>
                    <a:pt x="2651042" y="1592432"/>
                  </a:lnTo>
                  <a:lnTo>
                    <a:pt x="2649711" y="1596892"/>
                  </a:lnTo>
                  <a:lnTo>
                    <a:pt x="2647904" y="1601219"/>
                  </a:lnTo>
                  <a:lnTo>
                    <a:pt x="2646097" y="1605547"/>
                  </a:lnTo>
                  <a:lnTo>
                    <a:pt x="2632402" y="1624358"/>
                  </a:lnTo>
                  <a:lnTo>
                    <a:pt x="2629169" y="1627677"/>
                  </a:lnTo>
                  <a:lnTo>
                    <a:pt x="2609293" y="1639821"/>
                  </a:lnTo>
                  <a:lnTo>
                    <a:pt x="2605013" y="1641618"/>
                  </a:lnTo>
                  <a:lnTo>
                    <a:pt x="2600543" y="1642969"/>
                  </a:lnTo>
                  <a:lnTo>
                    <a:pt x="2595884" y="1643882"/>
                  </a:lnTo>
                  <a:lnTo>
                    <a:pt x="2591319" y="1644795"/>
                  </a:lnTo>
                  <a:lnTo>
                    <a:pt x="2586659" y="1645251"/>
                  </a:lnTo>
                  <a:lnTo>
                    <a:pt x="2581999" y="1645251"/>
                  </a:lnTo>
                  <a:lnTo>
                    <a:pt x="71325" y="1645251"/>
                  </a:lnTo>
                  <a:lnTo>
                    <a:pt x="66646" y="1645251"/>
                  </a:lnTo>
                  <a:lnTo>
                    <a:pt x="62006" y="1644795"/>
                  </a:lnTo>
                  <a:lnTo>
                    <a:pt x="57412" y="1643882"/>
                  </a:lnTo>
                  <a:lnTo>
                    <a:pt x="52819" y="1642969"/>
                  </a:lnTo>
                  <a:lnTo>
                    <a:pt x="48358" y="1641618"/>
                  </a:lnTo>
                  <a:lnTo>
                    <a:pt x="44031" y="1639821"/>
                  </a:lnTo>
                  <a:lnTo>
                    <a:pt x="39704" y="1638033"/>
                  </a:lnTo>
                  <a:lnTo>
                    <a:pt x="20893" y="1624358"/>
                  </a:lnTo>
                  <a:lnTo>
                    <a:pt x="17574" y="1621048"/>
                  </a:lnTo>
                  <a:lnTo>
                    <a:pt x="14617" y="1617444"/>
                  </a:lnTo>
                  <a:lnTo>
                    <a:pt x="12020" y="1613554"/>
                  </a:lnTo>
                  <a:lnTo>
                    <a:pt x="9415" y="1609655"/>
                  </a:lnTo>
                  <a:lnTo>
                    <a:pt x="7218" y="1605547"/>
                  </a:lnTo>
                  <a:lnTo>
                    <a:pt x="5430" y="1601219"/>
                  </a:lnTo>
                  <a:lnTo>
                    <a:pt x="3632" y="1596892"/>
                  </a:lnTo>
                  <a:lnTo>
                    <a:pt x="2282" y="1592432"/>
                  </a:lnTo>
                  <a:lnTo>
                    <a:pt x="1369" y="1587839"/>
                  </a:lnTo>
                  <a:lnTo>
                    <a:pt x="456" y="1583245"/>
                  </a:lnTo>
                  <a:lnTo>
                    <a:pt x="0" y="1578604"/>
                  </a:lnTo>
                  <a:lnTo>
                    <a:pt x="0" y="1573925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00896" y="1436026"/>
              <a:ext cx="2339975" cy="1017905"/>
            </a:xfrm>
            <a:custGeom>
              <a:avLst/>
              <a:gdLst/>
              <a:ahLst/>
              <a:cxnLst/>
              <a:rect l="l" t="t" r="r" b="b"/>
              <a:pathLst>
                <a:path w="2339975" h="1017905">
                  <a:moveTo>
                    <a:pt x="2339492" y="584593"/>
                  </a:moveTo>
                  <a:lnTo>
                    <a:pt x="2311336" y="552551"/>
                  </a:lnTo>
                  <a:lnTo>
                    <a:pt x="2306497" y="551586"/>
                  </a:lnTo>
                  <a:lnTo>
                    <a:pt x="32994" y="551586"/>
                  </a:lnTo>
                  <a:lnTo>
                    <a:pt x="965" y="579729"/>
                  </a:lnTo>
                  <a:lnTo>
                    <a:pt x="0" y="584593"/>
                  </a:lnTo>
                  <a:lnTo>
                    <a:pt x="0" y="979551"/>
                  </a:lnTo>
                  <a:lnTo>
                    <a:pt x="0" y="984592"/>
                  </a:lnTo>
                  <a:lnTo>
                    <a:pt x="28143" y="1016622"/>
                  </a:lnTo>
                  <a:lnTo>
                    <a:pt x="32994" y="1017587"/>
                  </a:lnTo>
                  <a:lnTo>
                    <a:pt x="2306497" y="1017587"/>
                  </a:lnTo>
                  <a:lnTo>
                    <a:pt x="2338540" y="989444"/>
                  </a:lnTo>
                  <a:lnTo>
                    <a:pt x="2339492" y="984592"/>
                  </a:lnTo>
                  <a:lnTo>
                    <a:pt x="2339492" y="584593"/>
                  </a:lnTo>
                  <a:close/>
                </a:path>
                <a:path w="2339975" h="1017905">
                  <a:moveTo>
                    <a:pt x="2339492" y="33007"/>
                  </a:moveTo>
                  <a:lnTo>
                    <a:pt x="2311336" y="965"/>
                  </a:lnTo>
                  <a:lnTo>
                    <a:pt x="2306497" y="0"/>
                  </a:lnTo>
                  <a:lnTo>
                    <a:pt x="32994" y="0"/>
                  </a:lnTo>
                  <a:lnTo>
                    <a:pt x="965" y="28143"/>
                  </a:lnTo>
                  <a:lnTo>
                    <a:pt x="0" y="33007"/>
                  </a:lnTo>
                  <a:lnTo>
                    <a:pt x="0" y="437464"/>
                  </a:lnTo>
                  <a:lnTo>
                    <a:pt x="0" y="442506"/>
                  </a:lnTo>
                  <a:lnTo>
                    <a:pt x="28143" y="474535"/>
                  </a:lnTo>
                  <a:lnTo>
                    <a:pt x="32994" y="475513"/>
                  </a:lnTo>
                  <a:lnTo>
                    <a:pt x="2306497" y="475513"/>
                  </a:lnTo>
                  <a:lnTo>
                    <a:pt x="2338540" y="447370"/>
                  </a:lnTo>
                  <a:lnTo>
                    <a:pt x="2339492" y="442506"/>
                  </a:lnTo>
                  <a:lnTo>
                    <a:pt x="2339492" y="33007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00903" y="1156878"/>
              <a:ext cx="165099" cy="13652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934002" y="1542026"/>
            <a:ext cx="95186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65" dirty="0">
                <a:solidFill>
                  <a:srgbClr val="1D293B"/>
                </a:solidFill>
                <a:latin typeface="Arial"/>
                <a:cs typeface="Arial"/>
              </a:rPr>
              <a:t>Browser</a:t>
            </a:r>
            <a:r>
              <a:rPr sz="1000" b="1" spc="-4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950" b="1" spc="-25" dirty="0">
                <a:solidFill>
                  <a:srgbClr val="1D293B"/>
                </a:solidFill>
                <a:latin typeface="Comic Sans MS"/>
                <a:cs typeface="Comic Sans MS"/>
              </a:rPr>
              <a:t>&amp;</a:t>
            </a:r>
            <a:r>
              <a:rPr sz="950" b="1" spc="-175" dirty="0">
                <a:solidFill>
                  <a:srgbClr val="1D293B"/>
                </a:solidFill>
                <a:latin typeface="Comic Sans MS"/>
                <a:cs typeface="Comic Sans MS"/>
              </a:rPr>
              <a:t> </a:t>
            </a:r>
            <a:r>
              <a:rPr sz="1000" b="1" spc="-30" dirty="0">
                <a:solidFill>
                  <a:srgbClr val="1D293B"/>
                </a:solidFill>
                <a:latin typeface="Arial"/>
                <a:cs typeface="Arial"/>
              </a:rPr>
              <a:t>Driver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11415" y="1712920"/>
            <a:ext cx="2078355" cy="8337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Keep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browser</a:t>
            </a:r>
            <a:r>
              <a:rPr sz="9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driver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versions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aligned</a:t>
            </a:r>
            <a:endParaRPr sz="900">
              <a:latin typeface="Microsoft Sans Serif"/>
              <a:cs typeface="Microsoft Sans Serif"/>
            </a:endParaRPr>
          </a:p>
          <a:p>
            <a:pPr marL="12700" marR="231140">
              <a:lnSpc>
                <a:spcPct val="110900"/>
              </a:lnSpc>
              <a:spcBef>
                <a:spcPts val="525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WebDriverUpdater</a:t>
            </a:r>
            <a:r>
              <a:rPr sz="9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automatic updates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Prefer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HTTPS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over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HTTP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49287" y="1542026"/>
            <a:ext cx="489584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35" dirty="0">
                <a:solidFill>
                  <a:srgbClr val="1D293B"/>
                </a:solidFill>
                <a:latin typeface="Arial"/>
                <a:cs typeface="Arial"/>
              </a:rPr>
              <a:t>Security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526700" y="1769980"/>
            <a:ext cx="2073910" cy="558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EnforceCertificateValidation=No</a:t>
            </a:r>
            <a:r>
              <a:rPr sz="900" spc="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only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trusted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local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targets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certificates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for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production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sites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62532" y="2949525"/>
            <a:ext cx="88519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60" dirty="0">
                <a:solidFill>
                  <a:srgbClr val="1D293B"/>
                </a:solidFill>
                <a:latin typeface="Arial"/>
                <a:cs typeface="Arial"/>
              </a:rPr>
              <a:t>WebFormFields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11415" y="3199283"/>
            <a:ext cx="1934210" cy="1657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Place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Validation/Verification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at the</a:t>
            </a:r>
            <a:r>
              <a:rPr sz="9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end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11415" y="3405721"/>
            <a:ext cx="169481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900"/>
              </a:lnSpc>
              <a:spcBef>
                <a:spcPts val="95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Wait=1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before</a:t>
            </a:r>
            <a:r>
              <a:rPr sz="900" spc="-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post-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validation navigation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549287" y="2949525"/>
            <a:ext cx="92138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65" dirty="0">
                <a:solidFill>
                  <a:srgbClr val="1D293B"/>
                </a:solidFill>
                <a:latin typeface="Arial"/>
                <a:cs typeface="Arial"/>
              </a:rPr>
              <a:t>iFrame</a:t>
            </a:r>
            <a:r>
              <a:rPr sz="1000" b="1" spc="-20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1D293B"/>
                </a:solidFill>
                <a:latin typeface="Arial"/>
                <a:cs typeface="Arial"/>
              </a:rPr>
              <a:t>Handling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26700" y="3177479"/>
            <a:ext cx="1842135" cy="72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5"/>
              </a:spcBef>
            </a:pP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Use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explicit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iFrame</a:t>
            </a:r>
            <a:r>
              <a:rPr sz="9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and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MainWindow commands</a:t>
            </a:r>
            <a:endParaRPr sz="900">
              <a:latin typeface="Microsoft Sans Serif"/>
              <a:cs typeface="Microsoft Sans Serif"/>
            </a:endParaRPr>
          </a:p>
          <a:p>
            <a:pPr marL="12700" marR="69850">
              <a:lnSpc>
                <a:spcPct val="117900"/>
              </a:lnSpc>
              <a:spcBef>
                <a:spcPts val="375"/>
              </a:spcBef>
            </a:pPr>
            <a:r>
              <a:rPr sz="9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Return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to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main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window</a:t>
            </a:r>
            <a:r>
              <a:rPr sz="9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64738B"/>
                </a:solidFill>
                <a:latin typeface="Microsoft Sans Serif"/>
                <a:cs typeface="Microsoft Sans Serif"/>
              </a:rPr>
              <a:t>after</a:t>
            </a:r>
            <a:r>
              <a:rPr sz="900" spc="-3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iFrame operations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530711" y="1111664"/>
            <a:ext cx="129159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55" dirty="0">
                <a:solidFill>
                  <a:srgbClr val="1D293B"/>
                </a:solidFill>
                <a:latin typeface="Arial"/>
                <a:cs typeface="Arial"/>
              </a:rPr>
              <a:t>Dispatcher</a:t>
            </a:r>
            <a:r>
              <a:rPr sz="1150" b="1" spc="15" dirty="0">
                <a:solidFill>
                  <a:srgbClr val="1D293B"/>
                </a:solidFill>
                <a:latin typeface="Arial"/>
                <a:cs typeface="Arial"/>
              </a:rPr>
              <a:t> </a:t>
            </a:r>
            <a:r>
              <a:rPr sz="1150" b="1" spc="-40" dirty="0">
                <a:solidFill>
                  <a:srgbClr val="1D293B"/>
                </a:solidFill>
                <a:latin typeface="Arial"/>
                <a:cs typeface="Arial"/>
              </a:rPr>
              <a:t>Settings</a:t>
            </a:r>
            <a:endParaRPr sz="11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364284" y="1450111"/>
            <a:ext cx="1314450" cy="3816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1D293B"/>
                </a:solidFill>
                <a:latin typeface="Microsoft Sans Serif"/>
                <a:cs typeface="Microsoft Sans Serif"/>
              </a:rPr>
              <a:t>64-bit</a:t>
            </a:r>
            <a:r>
              <a:rPr sz="900" spc="12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Default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8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14.6+</a:t>
            </a:r>
            <a:r>
              <a:rPr sz="8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uses</a:t>
            </a:r>
            <a:r>
              <a:rPr sz="8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64-bit</a:t>
            </a:r>
            <a:r>
              <a:rPr sz="800" spc="4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dispatcher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364284" y="2012217"/>
            <a:ext cx="905510" cy="3613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00" dirty="0">
                <a:solidFill>
                  <a:srgbClr val="1D293B"/>
                </a:solidFill>
                <a:latin typeface="Microsoft Sans Serif"/>
                <a:cs typeface="Microsoft Sans Serif"/>
              </a:rPr>
              <a:t>32-bit</a:t>
            </a:r>
            <a:r>
              <a:rPr sz="900" spc="95" dirty="0">
                <a:solidFill>
                  <a:srgbClr val="1D293B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1D293B"/>
                </a:solidFill>
                <a:latin typeface="Microsoft Sans Serif"/>
                <a:cs typeface="Microsoft Sans Serif"/>
              </a:rPr>
              <a:t>Fallback</a:t>
            </a:r>
            <a:endParaRPr sz="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Only</a:t>
            </a:r>
            <a:r>
              <a:rPr sz="8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64738B"/>
                </a:solidFill>
                <a:latin typeface="Microsoft Sans Serif"/>
                <a:cs typeface="Microsoft Sans Serif"/>
              </a:rPr>
              <a:t>when</a:t>
            </a:r>
            <a:r>
              <a:rPr sz="8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 required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9098279" y="2737103"/>
            <a:ext cx="2743200" cy="1420495"/>
            <a:chOff x="9098279" y="2737103"/>
            <a:chExt cx="2743200" cy="1420495"/>
          </a:xfrm>
        </p:grpSpPr>
        <p:sp>
          <p:nvSpPr>
            <p:cNvPr id="62" name="object 62"/>
            <p:cNvSpPr/>
            <p:nvPr/>
          </p:nvSpPr>
          <p:spPr>
            <a:xfrm>
              <a:off x="9098279" y="2737103"/>
              <a:ext cx="2743200" cy="1420495"/>
            </a:xfrm>
            <a:custGeom>
              <a:avLst/>
              <a:gdLst/>
              <a:ahLst/>
              <a:cxnLst/>
              <a:rect l="l" t="t" r="r" b="b"/>
              <a:pathLst>
                <a:path w="2743200" h="1420495">
                  <a:moveTo>
                    <a:pt x="2743199" y="1420367"/>
                  </a:moveTo>
                  <a:lnTo>
                    <a:pt x="0" y="1420367"/>
                  </a:lnTo>
                  <a:lnTo>
                    <a:pt x="0" y="0"/>
                  </a:lnTo>
                  <a:lnTo>
                    <a:pt x="2743199" y="0"/>
                  </a:lnTo>
                  <a:lnTo>
                    <a:pt x="2743199" y="39852"/>
                  </a:lnTo>
                  <a:lnTo>
                    <a:pt x="117043" y="39852"/>
                  </a:lnTo>
                  <a:lnTo>
                    <a:pt x="110481" y="40169"/>
                  </a:lnTo>
                  <a:lnTo>
                    <a:pt x="74832" y="54937"/>
                  </a:lnTo>
                  <a:lnTo>
                    <a:pt x="53316" y="87128"/>
                  </a:lnTo>
                  <a:lnTo>
                    <a:pt x="50474" y="106423"/>
                  </a:lnTo>
                  <a:lnTo>
                    <a:pt x="50474" y="1295186"/>
                  </a:lnTo>
                  <a:lnTo>
                    <a:pt x="61683" y="1332193"/>
                  </a:lnTo>
                  <a:lnTo>
                    <a:pt x="91561" y="1356695"/>
                  </a:lnTo>
                  <a:lnTo>
                    <a:pt x="117043" y="1361754"/>
                  </a:lnTo>
                  <a:lnTo>
                    <a:pt x="2743199" y="1361754"/>
                  </a:lnTo>
                  <a:lnTo>
                    <a:pt x="2743199" y="1420367"/>
                  </a:lnTo>
                  <a:close/>
                </a:path>
                <a:path w="2743200" h="1420495">
                  <a:moveTo>
                    <a:pt x="2743199" y="1361754"/>
                  </a:moveTo>
                  <a:lnTo>
                    <a:pt x="2627711" y="1361754"/>
                  </a:lnTo>
                  <a:lnTo>
                    <a:pt x="2634277" y="1361440"/>
                  </a:lnTo>
                  <a:lnTo>
                    <a:pt x="2640714" y="1360493"/>
                  </a:lnTo>
                  <a:lnTo>
                    <a:pt x="2674802" y="1342278"/>
                  </a:lnTo>
                  <a:lnTo>
                    <a:pt x="2693018" y="1308178"/>
                  </a:lnTo>
                  <a:lnTo>
                    <a:pt x="2694279" y="1295186"/>
                  </a:lnTo>
                  <a:lnTo>
                    <a:pt x="2694279" y="106423"/>
                  </a:lnTo>
                  <a:lnTo>
                    <a:pt x="2683085" y="69431"/>
                  </a:lnTo>
                  <a:lnTo>
                    <a:pt x="2653192" y="44921"/>
                  </a:lnTo>
                  <a:lnTo>
                    <a:pt x="2627711" y="39852"/>
                  </a:lnTo>
                  <a:lnTo>
                    <a:pt x="2743199" y="39852"/>
                  </a:lnTo>
                  <a:lnTo>
                    <a:pt x="2743199" y="136175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143986" y="2772198"/>
              <a:ext cx="2653665" cy="1331595"/>
            </a:xfrm>
            <a:custGeom>
              <a:avLst/>
              <a:gdLst/>
              <a:ahLst/>
              <a:cxnLst/>
              <a:rect l="l" t="t" r="r" b="b"/>
              <a:pathLst>
                <a:path w="2653665" h="1331595">
                  <a:moveTo>
                    <a:pt x="2586659" y="1331417"/>
                  </a:moveTo>
                  <a:lnTo>
                    <a:pt x="66646" y="1331417"/>
                  </a:lnTo>
                  <a:lnTo>
                    <a:pt x="62006" y="1330961"/>
                  </a:lnTo>
                  <a:lnTo>
                    <a:pt x="24203" y="1313833"/>
                  </a:lnTo>
                  <a:lnTo>
                    <a:pt x="2282" y="1278598"/>
                  </a:lnTo>
                  <a:lnTo>
                    <a:pt x="0" y="1264770"/>
                  </a:lnTo>
                  <a:lnTo>
                    <a:pt x="0" y="1260091"/>
                  </a:lnTo>
                  <a:lnTo>
                    <a:pt x="0" y="66646"/>
                  </a:lnTo>
                  <a:lnTo>
                    <a:pt x="14617" y="27807"/>
                  </a:lnTo>
                  <a:lnTo>
                    <a:pt x="48358" y="3632"/>
                  </a:lnTo>
                  <a:lnTo>
                    <a:pt x="66646" y="0"/>
                  </a:lnTo>
                  <a:lnTo>
                    <a:pt x="2586659" y="0"/>
                  </a:lnTo>
                  <a:lnTo>
                    <a:pt x="2625555" y="14626"/>
                  </a:lnTo>
                  <a:lnTo>
                    <a:pt x="2649711" y="48358"/>
                  </a:lnTo>
                  <a:lnTo>
                    <a:pt x="2653325" y="66646"/>
                  </a:lnTo>
                  <a:lnTo>
                    <a:pt x="2653325" y="1264770"/>
                  </a:lnTo>
                  <a:lnTo>
                    <a:pt x="2638679" y="1303610"/>
                  </a:lnTo>
                  <a:lnTo>
                    <a:pt x="2605013" y="1327775"/>
                  </a:lnTo>
                  <a:lnTo>
                    <a:pt x="2591319" y="1330961"/>
                  </a:lnTo>
                  <a:lnTo>
                    <a:pt x="2586659" y="1331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143986" y="2772198"/>
              <a:ext cx="2653665" cy="1331595"/>
            </a:xfrm>
            <a:custGeom>
              <a:avLst/>
              <a:gdLst/>
              <a:ahLst/>
              <a:cxnLst/>
              <a:rect l="l" t="t" r="r" b="b"/>
              <a:pathLst>
                <a:path w="2653665" h="1331595">
                  <a:moveTo>
                    <a:pt x="0" y="1260091"/>
                  </a:moveTo>
                  <a:lnTo>
                    <a:pt x="0" y="71325"/>
                  </a:lnTo>
                  <a:lnTo>
                    <a:pt x="0" y="66646"/>
                  </a:lnTo>
                  <a:lnTo>
                    <a:pt x="456" y="62006"/>
                  </a:lnTo>
                  <a:lnTo>
                    <a:pt x="1369" y="57412"/>
                  </a:lnTo>
                  <a:lnTo>
                    <a:pt x="2282" y="52819"/>
                  </a:lnTo>
                  <a:lnTo>
                    <a:pt x="3632" y="48358"/>
                  </a:lnTo>
                  <a:lnTo>
                    <a:pt x="5430" y="44031"/>
                  </a:lnTo>
                  <a:lnTo>
                    <a:pt x="7218" y="39704"/>
                  </a:lnTo>
                  <a:lnTo>
                    <a:pt x="9415" y="35596"/>
                  </a:lnTo>
                  <a:lnTo>
                    <a:pt x="12020" y="31697"/>
                  </a:lnTo>
                  <a:lnTo>
                    <a:pt x="14617" y="27807"/>
                  </a:lnTo>
                  <a:lnTo>
                    <a:pt x="17574" y="24203"/>
                  </a:lnTo>
                  <a:lnTo>
                    <a:pt x="20893" y="20893"/>
                  </a:lnTo>
                  <a:lnTo>
                    <a:pt x="24203" y="17574"/>
                  </a:lnTo>
                  <a:lnTo>
                    <a:pt x="44031" y="5430"/>
                  </a:lnTo>
                  <a:lnTo>
                    <a:pt x="48358" y="3632"/>
                  </a:lnTo>
                  <a:lnTo>
                    <a:pt x="52819" y="2282"/>
                  </a:lnTo>
                  <a:lnTo>
                    <a:pt x="57412" y="1369"/>
                  </a:lnTo>
                  <a:lnTo>
                    <a:pt x="62006" y="456"/>
                  </a:lnTo>
                  <a:lnTo>
                    <a:pt x="66646" y="0"/>
                  </a:lnTo>
                  <a:lnTo>
                    <a:pt x="71325" y="0"/>
                  </a:lnTo>
                  <a:lnTo>
                    <a:pt x="2581999" y="0"/>
                  </a:lnTo>
                  <a:lnTo>
                    <a:pt x="2586659" y="0"/>
                  </a:lnTo>
                  <a:lnTo>
                    <a:pt x="2591319" y="456"/>
                  </a:lnTo>
                  <a:lnTo>
                    <a:pt x="2595884" y="1369"/>
                  </a:lnTo>
                  <a:lnTo>
                    <a:pt x="2600543" y="2282"/>
                  </a:lnTo>
                  <a:lnTo>
                    <a:pt x="2605013" y="3632"/>
                  </a:lnTo>
                  <a:lnTo>
                    <a:pt x="2609293" y="5430"/>
                  </a:lnTo>
                  <a:lnTo>
                    <a:pt x="2613667" y="7218"/>
                  </a:lnTo>
                  <a:lnTo>
                    <a:pt x="2632402" y="20893"/>
                  </a:lnTo>
                  <a:lnTo>
                    <a:pt x="2635731" y="24203"/>
                  </a:lnTo>
                  <a:lnTo>
                    <a:pt x="2647904" y="44031"/>
                  </a:lnTo>
                  <a:lnTo>
                    <a:pt x="2649711" y="48358"/>
                  </a:lnTo>
                  <a:lnTo>
                    <a:pt x="2651042" y="52819"/>
                  </a:lnTo>
                  <a:lnTo>
                    <a:pt x="2651993" y="57412"/>
                  </a:lnTo>
                  <a:lnTo>
                    <a:pt x="2652849" y="62006"/>
                  </a:lnTo>
                  <a:lnTo>
                    <a:pt x="2653325" y="66646"/>
                  </a:lnTo>
                  <a:lnTo>
                    <a:pt x="2653325" y="71325"/>
                  </a:lnTo>
                  <a:lnTo>
                    <a:pt x="2653325" y="1260091"/>
                  </a:lnTo>
                  <a:lnTo>
                    <a:pt x="2653325" y="1264770"/>
                  </a:lnTo>
                  <a:lnTo>
                    <a:pt x="2652849" y="1269411"/>
                  </a:lnTo>
                  <a:lnTo>
                    <a:pt x="2635731" y="1307214"/>
                  </a:lnTo>
                  <a:lnTo>
                    <a:pt x="2632402" y="1310523"/>
                  </a:lnTo>
                  <a:lnTo>
                    <a:pt x="2629169" y="1313833"/>
                  </a:lnTo>
                  <a:lnTo>
                    <a:pt x="2609293" y="1325987"/>
                  </a:lnTo>
                  <a:lnTo>
                    <a:pt x="2605013" y="1327775"/>
                  </a:lnTo>
                  <a:lnTo>
                    <a:pt x="2600543" y="1329135"/>
                  </a:lnTo>
                  <a:lnTo>
                    <a:pt x="2595884" y="1330048"/>
                  </a:lnTo>
                  <a:lnTo>
                    <a:pt x="2591319" y="1330961"/>
                  </a:lnTo>
                  <a:lnTo>
                    <a:pt x="2586659" y="1331417"/>
                  </a:lnTo>
                  <a:lnTo>
                    <a:pt x="2581999" y="1331417"/>
                  </a:lnTo>
                  <a:lnTo>
                    <a:pt x="71325" y="1331417"/>
                  </a:lnTo>
                  <a:lnTo>
                    <a:pt x="66646" y="1331417"/>
                  </a:lnTo>
                  <a:lnTo>
                    <a:pt x="62006" y="1330961"/>
                  </a:lnTo>
                  <a:lnTo>
                    <a:pt x="57412" y="1330048"/>
                  </a:lnTo>
                  <a:lnTo>
                    <a:pt x="52819" y="1329135"/>
                  </a:lnTo>
                  <a:lnTo>
                    <a:pt x="48358" y="1327775"/>
                  </a:lnTo>
                  <a:lnTo>
                    <a:pt x="44031" y="1325987"/>
                  </a:lnTo>
                  <a:lnTo>
                    <a:pt x="39704" y="1324199"/>
                  </a:lnTo>
                  <a:lnTo>
                    <a:pt x="20893" y="1310523"/>
                  </a:lnTo>
                  <a:lnTo>
                    <a:pt x="17574" y="1307214"/>
                  </a:lnTo>
                  <a:lnTo>
                    <a:pt x="14617" y="1303610"/>
                  </a:lnTo>
                  <a:lnTo>
                    <a:pt x="12020" y="1299720"/>
                  </a:lnTo>
                  <a:lnTo>
                    <a:pt x="9415" y="1295821"/>
                  </a:lnTo>
                  <a:lnTo>
                    <a:pt x="7218" y="1291712"/>
                  </a:lnTo>
                  <a:lnTo>
                    <a:pt x="5430" y="1287385"/>
                  </a:lnTo>
                  <a:lnTo>
                    <a:pt x="3632" y="1283058"/>
                  </a:lnTo>
                  <a:lnTo>
                    <a:pt x="2282" y="1278598"/>
                  </a:lnTo>
                  <a:lnTo>
                    <a:pt x="1369" y="1274005"/>
                  </a:lnTo>
                  <a:lnTo>
                    <a:pt x="456" y="1269411"/>
                  </a:lnTo>
                  <a:lnTo>
                    <a:pt x="0" y="1264770"/>
                  </a:lnTo>
                  <a:lnTo>
                    <a:pt x="0" y="1260091"/>
                  </a:lnTo>
                  <a:close/>
                </a:path>
              </a:pathLst>
            </a:custGeom>
            <a:ln w="9510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04077" y="2963802"/>
              <a:ext cx="95249" cy="136524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9464140" y="2918587"/>
            <a:ext cx="30480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-35" dirty="0">
                <a:solidFill>
                  <a:srgbClr val="1D293B"/>
                </a:solidFill>
                <a:latin typeface="Arial"/>
                <a:cs typeface="Arial"/>
              </a:rPr>
              <a:t>Tips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288202" y="3236238"/>
            <a:ext cx="181228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30" dirty="0">
                <a:solidFill>
                  <a:srgbClr val="64738B"/>
                </a:solidFill>
                <a:latin typeface="Microsoft Sans Serif"/>
                <a:cs typeface="Microsoft Sans Serif"/>
              </a:rPr>
              <a:t>Document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component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changes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88202" y="3493011"/>
            <a:ext cx="13455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45" dirty="0">
                <a:solidFill>
                  <a:srgbClr val="64738B"/>
                </a:solidFill>
                <a:latin typeface="Microsoft Sans Serif"/>
                <a:cs typeface="Microsoft Sans Serif"/>
              </a:rPr>
              <a:t>Test</a:t>
            </a: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in</a:t>
            </a: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incognito</a:t>
            </a:r>
            <a:r>
              <a:rPr sz="100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4738B"/>
                </a:solidFill>
                <a:latin typeface="Microsoft Sans Serif"/>
                <a:cs typeface="Microsoft Sans Serif"/>
              </a:rPr>
              <a:t>mode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288202" y="3749785"/>
            <a:ext cx="13474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 indent="-97155">
              <a:lnSpc>
                <a:spcPct val="100000"/>
              </a:lnSpc>
              <a:spcBef>
                <a:spcPts val="100"/>
              </a:spcBef>
              <a:buSzPct val="95000"/>
              <a:buChar char="•"/>
              <a:tabLst>
                <a:tab pos="109855" algn="l"/>
              </a:tabLst>
            </a:pP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Monitor</a:t>
            </a:r>
            <a:r>
              <a:rPr sz="1000" spc="-5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driver</a:t>
            </a: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updates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77215" y="6468976"/>
            <a:ext cx="19818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2562EB"/>
                </a:solidFill>
                <a:latin typeface="Microsoft Sans Serif"/>
                <a:cs typeface="Microsoft Sans Serif"/>
              </a:rPr>
              <a:t>CyberArk</a:t>
            </a:r>
            <a:r>
              <a:rPr sz="1000" spc="285" dirty="0">
                <a:solidFill>
                  <a:srgbClr val="2562EB"/>
                </a:solidFill>
                <a:latin typeface="Microsoft Sans Serif"/>
                <a:cs typeface="Microsoft Sans Serif"/>
              </a:rPr>
              <a:t> </a:t>
            </a:r>
            <a:r>
              <a:rPr sz="950" spc="175" dirty="0">
                <a:solidFill>
                  <a:srgbClr val="64738B"/>
                </a:solidFill>
                <a:latin typeface="Microsoft Sans Serif"/>
                <a:cs typeface="Microsoft Sans Serif"/>
              </a:rPr>
              <a:t>•</a:t>
            </a:r>
            <a:r>
              <a:rPr sz="950" spc="3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80" dirty="0">
                <a:solidFill>
                  <a:srgbClr val="64738B"/>
                </a:solidFill>
                <a:latin typeface="Microsoft Sans Serif"/>
                <a:cs typeface="Microsoft Sans Serif"/>
              </a:rPr>
              <a:t>PSM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64738B"/>
                </a:solidFill>
                <a:latin typeface="Microsoft Sans Serif"/>
                <a:cs typeface="Microsoft Sans Serif"/>
              </a:rPr>
              <a:t>Web</a:t>
            </a:r>
            <a:r>
              <a:rPr sz="1000" spc="-1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4738B"/>
                </a:solidFill>
                <a:latin typeface="Microsoft Sans Serif"/>
                <a:cs typeface="Microsoft Sans Serif"/>
              </a:rPr>
              <a:t>Applications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034166" y="6469681"/>
            <a:ext cx="7810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64738B"/>
                </a:solidFill>
                <a:latin typeface="Microsoft Sans Serif"/>
                <a:cs typeface="Microsoft Sans Serif"/>
              </a:rPr>
              <a:t>Page</a:t>
            </a:r>
            <a:r>
              <a:rPr sz="1000" spc="5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64738B"/>
                </a:solidFill>
                <a:latin typeface="Microsoft Sans Serif"/>
                <a:cs typeface="Microsoft Sans Serif"/>
              </a:rPr>
              <a:t>25</a:t>
            </a:r>
            <a:r>
              <a:rPr sz="950" spc="2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4738B"/>
                </a:solidFill>
                <a:latin typeface="Microsoft Sans Serif"/>
                <a:cs typeface="Microsoft Sans Serif"/>
              </a:rPr>
              <a:t>of</a:t>
            </a:r>
            <a:r>
              <a:rPr sz="1000" spc="10" dirty="0">
                <a:solidFill>
                  <a:srgbClr val="64738B"/>
                </a:solidFill>
                <a:latin typeface="Microsoft Sans Serif"/>
                <a:cs typeface="Microsoft Sans Serif"/>
              </a:rPr>
              <a:t> </a:t>
            </a:r>
            <a:r>
              <a:rPr sz="950" spc="-25" dirty="0">
                <a:solidFill>
                  <a:srgbClr val="64738B"/>
                </a:solidFill>
                <a:latin typeface="Microsoft Sans Serif"/>
                <a:cs typeface="Microsoft Sans Serif"/>
              </a:rPr>
              <a:t>25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4736</Words>
  <Application>Microsoft Office PowerPoint</Application>
  <PresentationFormat>Widescreen</PresentationFormat>
  <Paragraphs>705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8" baseType="lpstr">
      <vt:lpstr>Arial</vt:lpstr>
      <vt:lpstr>Berlin Sans FB</vt:lpstr>
      <vt:lpstr>Bodoni MT Condensed</vt:lpstr>
      <vt:lpstr>Book Antiqua</vt:lpstr>
      <vt:lpstr>Britannic Bold</vt:lpstr>
      <vt:lpstr>Calibri</vt:lpstr>
      <vt:lpstr>Calisto MT</vt:lpstr>
      <vt:lpstr>Century Gothic</vt:lpstr>
      <vt:lpstr>Comic Sans MS</vt:lpstr>
      <vt:lpstr>Consolas</vt:lpstr>
      <vt:lpstr>Courier New</vt:lpstr>
      <vt:lpstr>Garamond</vt:lpstr>
      <vt:lpstr>Lucida Console</vt:lpstr>
      <vt:lpstr>Lucida Fax</vt:lpstr>
      <vt:lpstr>Maiandra GD</vt:lpstr>
      <vt:lpstr>Microsoft Sans Serif</vt:lpstr>
      <vt:lpstr>Segoe UI Symbol</vt:lpstr>
      <vt:lpstr>Sitka Text</vt:lpstr>
      <vt:lpstr>Tahoma</vt:lpstr>
      <vt:lpstr>Times New Roman</vt:lpstr>
      <vt:lpstr>Trebuchet MS</vt:lpstr>
      <vt:lpstr>Verdana</vt:lpstr>
      <vt:lpstr>Office Theme</vt:lpstr>
      <vt:lpstr>PSM Connector for Web Applications</vt:lpstr>
      <vt:lpstr>PSM WebApp Architecture Overview</vt:lpstr>
      <vt:lpstr>32-bit vs 64-bit Dispatcher Architecture comparison and configuration options for PSM WebApp</vt:lpstr>
      <vt:lpstr>Preparation &amp; Prerequisites</vt:lpstr>
      <vt:lpstr>Run PSM Hardening for Web Applications Execute the hardening script with WebApp support enabled</vt:lpstr>
      <vt:lpstr>WebDriverUpdater vs Manual Driver Updates</vt:lpstr>
      <vt:lpstr>Chrome: Install &amp; AppLocker Configuration Configure Chrome browser and AppLocker rules for PSM WebApp connections</vt:lpstr>
      <vt:lpstr>Chrome: Browser Hardening on PSM Apply PSM hardening for Chrome browser to support web applications</vt:lpstr>
      <vt:lpstr>Edge: Install &amp; AppLocker Configuration Configure Microsoft Edge and AppLocker rules for PSM WebApp access</vt:lpstr>
      <vt:lpstr>Edge: Browser Hardening on PSM Configure Microsoft Edge for secure web application connections</vt:lpstr>
      <vt:lpstr>Create Connection Component in PVWA Step-by-step guide to create a new web application connection component</vt:lpstr>
      <vt:lpstr>Supported Capabilities (LogonAccount) Configure LogonAccount capability for web application authentication</vt:lpstr>
      <vt:lpstr>Web Form Settings</vt:lpstr>
      <vt:lpstr>Client-Specific Settings</vt:lpstr>
      <vt:lpstr>Select Browser and Link the Component to a Platform Configure browser settings and add the connection component to a platform</vt:lpstr>
      <vt:lpstr>WebFormFields: Input and Click Basics</vt:lpstr>
      <vt:lpstr>WebFormFields: Validation and Verification</vt:lpstr>
      <vt:lpstr>Breaking Validation Context with (Wait=1)</vt:lpstr>
      <vt:lpstr>Advanced: iFrame Handling and MainWindow</vt:lpstr>
      <vt:lpstr>Advanced: MFA Code Generation</vt:lpstr>
      <vt:lpstr>Advanced Dynamic Elements: ScriptClick and Failure Scenarios</vt:lpstr>
      <vt:lpstr>Basic Authentication: Syntax and Examples</vt:lpstr>
      <vt:lpstr>Digest Authentication + Edge/Chrome Hardening</vt:lpstr>
      <vt:lpstr>Troubleshooting &amp; EnableAdvancedDebugging Diagnose web application connection issues with visual debugging</vt:lpstr>
      <vt:lpstr>Limitations &amp;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Genspark</dc:title>
  <cp:lastModifiedBy>Sarbe Ss</cp:lastModifiedBy>
  <cp:revision>1</cp:revision>
  <dcterms:created xsi:type="dcterms:W3CDTF">2026-04-06T03:17:27Z</dcterms:created>
  <dcterms:modified xsi:type="dcterms:W3CDTF">2026-04-06T20:02:46Z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Mozilla/5.0 (Windows NT 10.0; Win64; x64) AppleWebKit/537.36 (KHTML, like Gecko) HeadlessChrome/146.0.0.0 Safari/537.36</vt:lpwstr>
  </property>
  <property fmtid="{D5CDD505-2E9C-101B-9397-08002B2CF9AE}" pid="4" name="LastSaved">
    <vt:filetime>2026-04-06T00:00:00Z</vt:filetime>
  </property>
  <property fmtid="{D5CDD505-2E9C-101B-9397-08002B2CF9AE}" pid="5" name="Producer">
    <vt:lpwstr>3-Heights(TM) PDF Security Shell 4.8.25.2 (http://www.pdf-tools.com)</vt:lpwstr>
  </property>
</Properties>
</file>